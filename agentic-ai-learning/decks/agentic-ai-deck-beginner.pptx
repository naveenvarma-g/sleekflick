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61" r:id="rId7"/>
    <p:sldId id="272" r:id="rId18"/>
    <p:sldId id="260" r:id="rId6"/>
    <p:sldId id="267" r:id="rId13"/>
    <p:sldId id="268" r:id="rId14"/>
    <p:sldId id="271" r:id="rId17"/>
    <p:sldId id="266" r:id="rId12"/>
    <p:sldId id="270" r:id="rId16"/>
    <p:sldId id="265" r:id="rId11"/>
    <p:sldId id="274" r:id="rId25"/>
    <p:sldId id="262" r:id="rId8"/>
    <p:sldId id="264" r:id="rId10"/>
    <p:sldId id="275" r:id="rId26"/>
    <p:sldId id="276" r:id="rId27"/>
    <p:sldId id="277" r:id="rId28"/>
    <p:sldId id="278" r:id="rId29"/>
    <p:sldId id="279" r:id="rId30"/>
    <p:sldId id="280" r:id="rId31"/>
    <p:sldId id="259" r:id="rId5"/>
    <p:sldId id="273" r:id="rId19"/>
  </p:sld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22.xml"/><Relationship Id="rId6" Type="http://schemas.openxmlformats.org/officeDocument/2006/relationships/slide" Target="slides/slide6.xml"/><Relationship Id="rId7" Type="http://schemas.openxmlformats.org/officeDocument/2006/relationships/slide" Target="slides/slide4.xml"/><Relationship Id="rId8" Type="http://schemas.openxmlformats.org/officeDocument/2006/relationships/slide" Target="slides/slide14.xml"/><Relationship Id="rId10" Type="http://schemas.openxmlformats.org/officeDocument/2006/relationships/slide" Target="slides/slide15.xml"/><Relationship Id="rId11" Type="http://schemas.openxmlformats.org/officeDocument/2006/relationships/slide" Target="slides/slide12.xml"/><Relationship Id="rId12" Type="http://schemas.openxmlformats.org/officeDocument/2006/relationships/slide" Target="slides/slide10.xml"/><Relationship Id="rId13" Type="http://schemas.openxmlformats.org/officeDocument/2006/relationships/slide" Target="slides/slide7.xml"/><Relationship Id="rId14" Type="http://schemas.openxmlformats.org/officeDocument/2006/relationships/slide" Target="slides/slide8.xml"/><Relationship Id="rId16" Type="http://schemas.openxmlformats.org/officeDocument/2006/relationships/slide" Target="slides/slide11.xml"/><Relationship Id="rId17" Type="http://schemas.openxmlformats.org/officeDocument/2006/relationships/slide" Target="slides/slide9.xml"/><Relationship Id="rId18" Type="http://schemas.openxmlformats.org/officeDocument/2006/relationships/slide" Target="slides/slide5.xml"/><Relationship Id="rId19" Type="http://schemas.openxmlformats.org/officeDocument/2006/relationships/slide" Target="slides/slide23.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3.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is the beginner edition of a learning path for building AI agents. It is written for people who have never written a line of code.</a:t>
            </a:r>
          </a:p>
          <a:p>
            <a:r>
              <a:rPr lang="en-US" dirty="0"/>
              <a:t>The path has 11 stages, Stage 0 to Stage 10. It starts with your very first program and ends with building and launching AI agents that do real work.</a:t>
            </a:r>
          </a:p>
          <a:p>
            <a:r>
              <a:rPr lang="en-US" dirty="0"/>
              <a:t>Three labels appear in the deck: Analogy (an everyday comparison; a teaching aid, not a fact), (editorial) for the author's own suggestion, and Gap for something the sources don't cover.</a:t>
            </a:r>
          </a:p>
          <a:p>
            <a:r>
              <a:rPr lang="en-US" dirty="0"/>
              <a:t>Source: /workspace/agentic-ai-notes-beginner.md, section 'How to Use These Notes'. Links in the notes were checked on 16 Oct 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basic words first. AI is computer systems that can do tasks we normally link to human intelligence, such as learning, reasoning, solving problems and making decisions; it is also the name of the research field.</a:t>
            </a:r>
          </a:p>
          <a:p>
            <a:r>
              <a:rPr lang="en-US" dirty="0"/>
              <a:t>A model is what machine learning produces: a mathematical machine that takes an input and returns an output, such as a prediction. Google calls it 'the set of parameters and structure needed for a system to make predictions.'</a:t>
            </a:r>
          </a:p>
          <a:p>
            <a:r>
              <a:rPr lang="en-US" dirty="0"/>
              <a:t>An LLM, a large language model, is an AI model trained on a huge amount of text so it can generate, summarize, translate and analyze language. LLMs power chatbots such as ChatGPT, Claude, Gemini and Grok.</a:t>
            </a:r>
          </a:p>
          <a:p>
            <a:r>
              <a:rPr lang="en-US" dirty="0"/>
              <a:t>An agent is software that can reason about what you ask, plan steps and take actions for you, such as searching or running tools, rather than only replying with text. Anthropic: agents are 'systems where LLMs dynamically direct their own processes and tool usage.' In other words, the AI decides what to do next and which tools to use.</a:t>
            </a:r>
          </a:p>
          <a:p>
            <a:r>
              <a:rPr lang="en-US" dirty="0"/>
              <a:t>The arrows show the order we meet these words in, not a formal hierarchy.</a:t>
            </a:r>
          </a:p>
          <a:p>
            <a:r>
              <a:rPr lang="en-US" dirty="0"/>
              <a:t>Sources: agentic-ai-notes-beginner.md, 'A few basic words first'. Google ML Glossary https://developers.google.com/machine-learning/glossary ; Anthropic glossary https://platform.claude.com/docs/en/about-claude/glossary ; Anthropic, Building effective agents https://www.anthropic.com/engineering/building-effective-agents ; Wikipedia, Artificial intelligence https://en.wikipedia.org/wiki/Artificial_intelligence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path on one line: 11 stages, Stage 0 to Stage 10. Stage 0 is for anyone who has never written code; if you can already code, you can start at Stage 1.</a:t>
            </a:r>
          </a:p>
          <a:p>
            <a:r>
              <a:rPr lang="en-US" dirty="0"/>
              <a:t>The stages: 0 Python basics; 1 math and machine-learning basics; 2 deep learning; 3 LLMs and transformers; 4 prompt engineering; 5 RAG; 6 tools; 7 agent design (planning, memory, teams); 8 frameworks and MCP; 9 testing and safety; 10 launching real agents.</a:t>
            </a:r>
          </a:p>
          <a:p>
            <a:r>
              <a:rPr lang="en-US" dirty="0"/>
              <a:t>Stages 4-10 overlap a lot in practice. The one big tip from the research: start building small agents early. Don't wait until you feel you've 'mastered' the earlier stages.</a:t>
            </a:r>
          </a:p>
          <a:p>
            <a:r>
              <a:rPr lang="en-US" dirty="0"/>
              <a:t>Source: agentic-ai-notes-beginner.md, 'How to Use These Notes', the stage sections (Stages 0-10) and 'Short Summary'.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edition draws on 109 sources: 42 from Lucy's original research (1-42), 37 added in her addendum (43-79), and 30 added by her 'Beginner basics glossary' (80-109). All were checked on 16 Oct 2026, according to the research. Full list:</a:t>
            </a:r>
          </a:p>
          <a:p>
            <a:r>
              <a:rPr lang="en-US" dirty="0"/>
              <a:t>1. 3Blue1Brown – Linear Algebra: https://www.3blue1brown.com/?topic=linear-algebra</a:t>
            </a:r>
          </a:p>
          <a:p>
            <a:r>
              <a:rPr lang="en-US" dirty="0"/>
              <a:t>2. 3Blue1Brown – Neural Networks: https://www.3blue1brown.com/?topic=neural-networks</a:t>
            </a:r>
          </a:p>
          <a:p>
            <a:r>
              <a:rPr lang="en-US" dirty="0"/>
              <a:t>3. Python Tutorial (official): https://docs.python.org/3/tutorial/</a:t>
            </a:r>
          </a:p>
          <a:p>
            <a:r>
              <a:rPr lang="en-US" dirty="0"/>
              <a:t>4. Kaggle Learn: https://www.kaggle.com/learn</a:t>
            </a:r>
          </a:p>
          <a:p>
            <a:r>
              <a:rPr lang="en-US" dirty="0"/>
              <a:t>5. Coursera – Mathematics for ML and Data Science Specialization: https://www.coursera.org/specializations/mathematics-for-machine-learning-and-data-science</a:t>
            </a:r>
          </a:p>
          <a:p>
            <a:r>
              <a:rPr lang="en-US" dirty="0"/>
              <a:t>6. Coursera – Machine Learning Specialization: https://www.coursera.org/specializations/machine-learning-introduction</a:t>
            </a:r>
          </a:p>
          <a:p>
            <a:r>
              <a:rPr lang="en-US" dirty="0"/>
              <a:t>7. Goodfellow, Bengio, Courville – Deep Learning: https://www.deeplearningbook.org/</a:t>
            </a:r>
          </a:p>
          <a:p>
            <a:r>
              <a:rPr lang="en-US" dirty="0"/>
              <a:t>8. fast.ai – Practical Deep Learning for Coders: https://course.fast.ai/</a:t>
            </a:r>
          </a:p>
          <a:p>
            <a:r>
              <a:rPr lang="en-US" dirty="0"/>
              <a:t>9. Karpathy – Neural Networks: Zero to Hero: https://karpathy.ai/zero-to-hero.html</a:t>
            </a:r>
          </a:p>
          <a:p>
            <a:r>
              <a:rPr lang="en-US" dirty="0"/>
              <a:t>10. Dive into Deep Learning: https://d2l.ai/</a:t>
            </a:r>
          </a:p>
          <a:p>
            <a:r>
              <a:rPr lang="en-US" dirty="0"/>
              <a:t>11. Vaswani et al. – Attention Is All You Need: https://arxiv.org/abs/1706.03762</a:t>
            </a:r>
          </a:p>
          <a:p>
            <a:r>
              <a:rPr lang="en-US" dirty="0"/>
              <a:t>12. Jay Alammar – The Illustrated Transformer: https://jalammar.github.io/illustrated-transformer/</a:t>
            </a:r>
          </a:p>
          <a:p>
            <a:r>
              <a:rPr lang="en-US" dirty="0"/>
              <a:t>13. Hugging Face LLM Course: https://huggingface.co/learn/llm-course</a:t>
            </a:r>
          </a:p>
          <a:p>
            <a:r>
              <a:rPr lang="en-US" dirty="0"/>
              <a:t>14. Stanford CS224N: https://web.stanford.edu/class/cs224n/</a:t>
            </a:r>
          </a:p>
          <a:p>
            <a:r>
              <a:rPr lang="en-US" dirty="0"/>
              <a:t>15. Chip Huyen – AI Engineering (O'Reilly, 2024): https://www.oreilly.com/library/view/ai-engineering/9781098166298/</a:t>
            </a:r>
          </a:p>
          <a:p>
            <a:r>
              <a:rPr lang="en-US" dirty="0"/>
              <a:t>16. DAIR.AI Prompt Engineering Guide: https://www.promptingguide.ai/</a:t>
            </a:r>
          </a:p>
          <a:p>
            <a:r>
              <a:rPr lang="en-US" dirty="0"/>
              <a:t>17. Anthropic – Prompt engineering overview: https://platform.claude.com/docs/en/build-with-claude/prompt-engineering/overview</a:t>
            </a:r>
          </a:p>
          <a:p>
            <a:r>
              <a:rPr lang="en-US" dirty="0"/>
              <a:t>18. Anthropic courses (GitHub): https://github.com/anthropics/courses</a:t>
            </a:r>
          </a:p>
          <a:p>
            <a:r>
              <a:rPr lang="en-US" dirty="0"/>
              <a:t>19. Lewis et al. – Retrieval-Augmented Generation: https://arxiv.org/abs/2005.11401</a:t>
            </a:r>
          </a:p>
          <a:p>
            <a:r>
              <a:rPr lang="en-US" dirty="0"/>
              <a:t>20. Sentence Transformers: https://www.sbert.net/</a:t>
            </a:r>
          </a:p>
          <a:p>
            <a:r>
              <a:rPr lang="en-US" dirty="0"/>
              <a:t>21. LlamaIndex framework docs: https://developers.llamaindex.ai/python/framework/</a:t>
            </a:r>
          </a:p>
          <a:p>
            <a:r>
              <a:rPr lang="en-US" dirty="0"/>
              <a:t>22. Ragas: https://docs.ragas.io/en/stable/</a:t>
            </a:r>
          </a:p>
          <a:p>
            <a:r>
              <a:rPr lang="en-US" dirty="0"/>
              <a:t>23. OpenAI – Function calling guide: https://developers.openai.com/api/docs/guides/function-calling</a:t>
            </a:r>
          </a:p>
          <a:p>
            <a:r>
              <a:rPr lang="en-US" dirty="0"/>
              <a:t>24. Anthropic – Writing effective tools for AI agents: https://www.anthropic.com/engineering/writing-tools-for-agents</a:t>
            </a:r>
          </a:p>
          <a:p>
            <a:r>
              <a:rPr lang="en-US" dirty="0"/>
              <a:t>25. Anthropic – Building effective agents: https://www.anthropic.com/engineering/building-effective-agents</a:t>
            </a:r>
          </a:p>
          <a:p>
            <a:r>
              <a:rPr lang="en-US" dirty="0"/>
              <a:t>26. Lilian Weng – LLM Powered Autonomous Agents: https://lilianweng.github.io/posts/2023-06-23-agent/</a:t>
            </a:r>
          </a:p>
          <a:p>
            <a:r>
              <a:rPr lang="en-US" dirty="0"/>
              <a:t>27. Yao et al. – ReAct: https://arxiv.org/abs/2210.03629</a:t>
            </a:r>
          </a:p>
          <a:p>
            <a:r>
              <a:rPr lang="en-US" dirty="0"/>
              <a:t>28. Hugging Face AI Agents Course: https://huggingface.co/learn/agents-course</a:t>
            </a:r>
          </a:p>
          <a:p>
            <a:r>
              <a:rPr lang="en-US" dirty="0"/>
              <a:t>29. LangGraph overview: https://docs.langchain.com/oss/python/langgraph/overview</a:t>
            </a:r>
          </a:p>
          <a:p>
            <a:r>
              <a:rPr lang="en-US" dirty="0"/>
              <a:t>30. DeepLearning.AI – AI Agents in LangGraph: https://www.deeplearning.ai/courses/ai-agents-in-langgraph</a:t>
            </a:r>
          </a:p>
          <a:p>
            <a:r>
              <a:rPr lang="en-US" dirty="0"/>
              <a:t>31. AutoGen: https://microsoft.github.io/autogen/stable/</a:t>
            </a:r>
          </a:p>
          <a:p>
            <a:r>
              <a:rPr lang="en-US" dirty="0"/>
              <a:t>32. CrewAI docs: https://docs.crewai.com/</a:t>
            </a:r>
          </a:p>
          <a:p>
            <a:r>
              <a:rPr lang="en-US" dirty="0"/>
              <a:t>33. DeepLearning.AI – Multi AI Agent Systems with crewAI: https://www.deeplearning.ai/courses/multi-ai-agent-systems-with-crewai</a:t>
            </a:r>
          </a:p>
          <a:p>
            <a:r>
              <a:rPr lang="en-US" dirty="0"/>
              <a:t>34. OpenAI Agents SDK: https://openai.github.io/openai-agents-python/</a:t>
            </a:r>
          </a:p>
          <a:p>
            <a:r>
              <a:rPr lang="en-US" dirty="0"/>
              <a:t>35. Model Context Protocol: https://modelcontextprotocol.io/</a:t>
            </a:r>
          </a:p>
          <a:p>
            <a:r>
              <a:rPr lang="en-US" dirty="0"/>
              <a:t>36. Hugging Face MCP Course: https://huggingface.co/learn/mcp-course</a:t>
            </a:r>
          </a:p>
          <a:p>
            <a:r>
              <a:rPr lang="en-US" dirty="0"/>
              <a:t>37. DeepLearning.AI short courses: https://www.deeplearning.ai/courses</a:t>
            </a:r>
          </a:p>
          <a:p>
            <a:r>
              <a:rPr lang="en-US" dirty="0"/>
              <a:t>38. OWASP Top 10 for LLM &amp; GenAI (2025): https://genai.owasp.org/llm-top-10/</a:t>
            </a:r>
          </a:p>
          <a:p>
            <a:r>
              <a:rPr lang="en-US" dirty="0"/>
              <a:t>39. Inspect (UK AISI): https://inspect.aisi.org.uk/</a:t>
            </a:r>
          </a:p>
          <a:p>
            <a:r>
              <a:rPr lang="en-US" dirty="0"/>
              <a:t>40. Langfuse docs: https://langfuse.com/docs</a:t>
            </a:r>
          </a:p>
          <a:p>
            <a:r>
              <a:rPr lang="en-US" dirty="0"/>
              <a:t>41. FastAPI: https://fastapi.tiangolo.com/</a:t>
            </a:r>
          </a:p>
          <a:p>
            <a:r>
              <a:rPr lang="en-US" dirty="0"/>
              <a:t>42. Docker – Get started: https://docs.docker.com/get-started/</a:t>
            </a:r>
          </a:p>
          <a:p>
            <a:r>
              <a:rPr lang="en-US" dirty="0"/>
              <a:t>43. Python wiki – BeginnersGuide/NonProgrammers: https://wiki.python.org/moin/BeginnersGuide/NonProgrammers</a:t>
            </a:r>
          </a:p>
          <a:p>
            <a:r>
              <a:rPr lang="en-US" dirty="0"/>
              <a:t>44. CS50's Introduction to Programming with Python: https://cs50.harvard.edu/python/</a:t>
            </a:r>
          </a:p>
          <a:p>
            <a:r>
              <a:rPr lang="en-US" dirty="0"/>
              <a:t>45. Automate the Boring Stuff with Python: https://automatetheboringstuff.com/</a:t>
            </a:r>
          </a:p>
          <a:p>
            <a:r>
              <a:rPr lang="en-US" dirty="0"/>
              <a:t>46. Wikipedia – PCA: https://en.wikipedia.org/wiki/Principal_component_analysis</a:t>
            </a:r>
          </a:p>
          <a:p>
            <a:r>
              <a:rPr lang="en-US" dirty="0"/>
              <a:t>47. Wikipedia – MLE: https://en.wikipedia.org/wiki/Maximum_likelihood_estimation</a:t>
            </a:r>
          </a:p>
          <a:p>
            <a:r>
              <a:rPr lang="en-US" dirty="0"/>
              <a:t>48. Wikipedia – MAP: https://en.wikipedia.org/wiki/Maximum_a_posteriori_estimation</a:t>
            </a:r>
          </a:p>
          <a:p>
            <a:r>
              <a:rPr lang="en-US" dirty="0"/>
              <a:t>49. Wikipedia – MLP: https://en.wikipedia.org/wiki/Multilayer_perceptron</a:t>
            </a:r>
          </a:p>
          <a:p>
            <a:r>
              <a:rPr lang="en-US" dirty="0"/>
              <a:t>50. Wikipedia – SGD: https://en.wikipedia.org/wiki/Stochastic_gradient_descent</a:t>
            </a:r>
          </a:p>
          <a:p>
            <a:r>
              <a:rPr lang="en-US" dirty="0"/>
              <a:t>51. Wikipedia – CNN: https://en.wikipedia.org/wiki/Convolutional_neural_network</a:t>
            </a:r>
          </a:p>
          <a:p>
            <a:r>
              <a:rPr lang="en-US" dirty="0"/>
              <a:t>52. Wikipedia – RNN: https://en.wikipedia.org/wiki/Recurrent_neural_network</a:t>
            </a:r>
          </a:p>
          <a:p>
            <a:r>
              <a:rPr lang="en-US" dirty="0"/>
              <a:t>53. Wikipedia – Early stopping: https://en.wikipedia.org/wiki/Early_stopping</a:t>
            </a:r>
          </a:p>
          <a:p>
            <a:r>
              <a:rPr lang="en-US" dirty="0"/>
              <a:t>54. Wikipedia – Okapi BM25: https://en.wikipedia.org/wiki/Okapi_BM25</a:t>
            </a:r>
          </a:p>
          <a:p>
            <a:r>
              <a:rPr lang="en-US" dirty="0"/>
              <a:t>55. Wikipedia – Nearest neighbor search: https://en.wikipedia.org/wiki/Nearest_neighbor_search</a:t>
            </a:r>
          </a:p>
          <a:p>
            <a:r>
              <a:rPr lang="en-US" dirty="0"/>
              <a:t>56. Wikipedia – HNSW: https://en.wikipedia.org/wiki/Hierarchical_navigable_small_world</a:t>
            </a:r>
          </a:p>
          <a:p>
            <a:r>
              <a:rPr lang="en-US" dirty="0"/>
              <a:t>57. Wikipedia – Red team: https://en.wikipedia.org/wiki/Red_team</a:t>
            </a:r>
          </a:p>
          <a:p>
            <a:r>
              <a:rPr lang="en-US" dirty="0"/>
              <a:t>58. Wikipedia – Precision and recall: https://en.wikipedia.org/wiki/Precision_and_recall</a:t>
            </a:r>
          </a:p>
          <a:p>
            <a:r>
              <a:rPr lang="en-US" dirty="0"/>
              <a:t>59. Wikipedia – Fine-tuning (deep learning): https://en.wikipedia.org/wiki/Fine-tuning_(deep_learning)</a:t>
            </a:r>
          </a:p>
          <a:p>
            <a:r>
              <a:rPr lang="en-US" dirty="0"/>
              <a:t>60. Wikipedia – Message queue: https://en.wikipedia.org/wiki/Message_queue</a:t>
            </a:r>
          </a:p>
          <a:p>
            <a:r>
              <a:rPr lang="en-US" dirty="0"/>
              <a:t>61. Wikipedia – Cache (computing): https://en.wikipedia.org/wiki/Cache_(computing)</a:t>
            </a:r>
          </a:p>
          <a:p>
            <a:r>
              <a:rPr lang="en-US" dirty="0"/>
              <a:t>62. Hu et al. – LoRA: https://arxiv.org/abs/2106.09685</a:t>
            </a:r>
          </a:p>
          <a:p>
            <a:r>
              <a:rPr lang="en-US" dirty="0"/>
              <a:t>63. Yao et al. – Tree of Thoughts: https://arxiv.org/abs/2305.10601</a:t>
            </a:r>
          </a:p>
          <a:p>
            <a:r>
              <a:rPr lang="en-US" dirty="0"/>
              <a:t>64. Shinn et al. – Reflexion: https://arxiv.org/abs/2303.11366</a:t>
            </a:r>
          </a:p>
          <a:p>
            <a:r>
              <a:rPr lang="en-US" dirty="0"/>
              <a:t>65. Park et al. – Generative Agents: https://arxiv.org/abs/2304.03442</a:t>
            </a:r>
          </a:p>
          <a:p>
            <a:r>
              <a:rPr lang="en-US" dirty="0"/>
              <a:t>66. Schick et al. – Toolformer: https://arxiv.org/abs/2302.04761</a:t>
            </a:r>
          </a:p>
          <a:p>
            <a:r>
              <a:rPr lang="en-US" dirty="0"/>
              <a:t>67. Li et al. – API-Bank: https://arxiv.org/abs/2304.08244</a:t>
            </a:r>
          </a:p>
          <a:p>
            <a:r>
              <a:rPr lang="en-US" dirty="0"/>
              <a:t>68. Bran et al. – ChemCrow: https://arxiv.org/abs/2304.05376</a:t>
            </a:r>
          </a:p>
          <a:p>
            <a:r>
              <a:rPr lang="en-US" dirty="0"/>
              <a:t>69. Jimenez et al. – SWE-bench: https://arxiv.org/abs/2310.06770</a:t>
            </a:r>
          </a:p>
          <a:p>
            <a:r>
              <a:rPr lang="en-US" dirty="0"/>
              <a:t>70. karpathy/micrograd: https://github.com/karpathy/micrograd</a:t>
            </a:r>
          </a:p>
          <a:p>
            <a:r>
              <a:rPr lang="en-US" dirty="0"/>
              <a:t>71. Gradio Quickstart: https://www.gradio.app/guides/quickstart</a:t>
            </a:r>
          </a:p>
          <a:p>
            <a:r>
              <a:rPr lang="en-US" dirty="0"/>
              <a:t>72. Pydantic docs: https://pydantic.dev/docs/validation/latest/get-started/</a:t>
            </a:r>
          </a:p>
          <a:p>
            <a:r>
              <a:rPr lang="en-US" dirty="0"/>
              <a:t>73. Hugging Face PEFT docs: https://huggingface.co/docs/peft/index</a:t>
            </a:r>
          </a:p>
          <a:p>
            <a:r>
              <a:rPr lang="en-US" dirty="0"/>
              <a:t>74. JSON Schema: https://json-schema.org/</a:t>
            </a:r>
          </a:p>
          <a:p>
            <a:r>
              <a:rPr lang="en-US" dirty="0"/>
              <a:t>75. MCP architecture overview: https://modelcontextprotocol.io/docs/learn/architecture</a:t>
            </a:r>
          </a:p>
          <a:p>
            <a:r>
              <a:rPr lang="en-US" dirty="0"/>
              <a:t>76. OWASP LLM01:2025 Prompt Injection: https://genai.owasp.org/llmrisk/llm01-prompt-injection/</a:t>
            </a:r>
          </a:p>
          <a:p>
            <a:r>
              <a:rPr lang="en-US" dirty="0"/>
              <a:t>77. OpenAI Agents SDK LICENSE (MIT): https://raw.githubusercontent.com/openai/openai-agents-python/main/LICENSE</a:t>
            </a:r>
          </a:p>
          <a:p>
            <a:r>
              <a:rPr lang="en-US" dirty="0"/>
              <a:t>78. OpenAI API pricing: https://developers.openai.com/api/docs/pricing</a:t>
            </a:r>
          </a:p>
          <a:p>
            <a:r>
              <a:rPr lang="en-US" dirty="0"/>
              <a:t>79. HF Agents Course – Bonus Unit 2: https://huggingface.co/learn/agents-course/bonus-unit2/introduction</a:t>
            </a:r>
          </a:p>
          <a:p>
            <a:r>
              <a:rPr lang="en-US" dirty="0"/>
              <a:t>80. Google Machine Learning Glossary: https://developers.google.com/machine-learning/glossary</a:t>
            </a:r>
          </a:p>
          <a:p>
            <a:r>
              <a:rPr lang="en-US" dirty="0"/>
              <a:t>81. Anthropic glossary: https://platform.claude.com/docs/en/about-claude/glossary</a:t>
            </a:r>
          </a:p>
          <a:p>
            <a:r>
              <a:rPr lang="en-US" dirty="0"/>
              <a:t>82. Wikipedia – Artificial intelligence: https://en.wikipedia.org/wiki/Artificial_intelligence</a:t>
            </a:r>
          </a:p>
          <a:p>
            <a:r>
              <a:rPr lang="en-US" dirty="0"/>
              <a:t>83. Wikipedia – Machine learning: https://en.wikipedia.org/wiki/Machine_learning</a:t>
            </a:r>
          </a:p>
          <a:p>
            <a:r>
              <a:rPr lang="en-US" dirty="0"/>
              <a:t>84. Wikipedia – Generative artificial intelligence: https://en.wikipedia.org/wiki/Generative_AI</a:t>
            </a:r>
          </a:p>
          <a:p>
            <a:r>
              <a:rPr lang="en-US" dirty="0"/>
              <a:t>85. Wikipedia – Algorithm: https://en.wikipedia.org/wiki/Algorithm</a:t>
            </a:r>
          </a:p>
          <a:p>
            <a:r>
              <a:rPr lang="en-US" dirty="0"/>
              <a:t>86. Wikipedia – Data set: https://en.wikipedia.org/wiki/Data_set</a:t>
            </a:r>
          </a:p>
          <a:p>
            <a:r>
              <a:rPr lang="en-US" dirty="0"/>
              <a:t>87. Wikipedia – Overfitting: https://en.wikipedia.org/wiki/Overfitting</a:t>
            </a:r>
          </a:p>
          <a:p>
            <a:r>
              <a:rPr lang="en-US" dirty="0"/>
              <a:t>88. Wikipedia – Neural network (machine learning): https://en.wikipedia.org/wiki/Neural_network_(machine_learning)</a:t>
            </a:r>
          </a:p>
          <a:p>
            <a:r>
              <a:rPr lang="en-US" dirty="0"/>
              <a:t>89. Wikipedia – Embedding (machine learning): https://en.wikipedia.org/wiki/Embedding_(machine_learning)</a:t>
            </a:r>
          </a:p>
          <a:p>
            <a:r>
              <a:rPr lang="en-US" dirty="0"/>
              <a:t>90. Wikipedia – Large language model: https://en.wikipedia.org/wiki/Large_language_model</a:t>
            </a:r>
          </a:p>
          <a:p>
            <a:r>
              <a:rPr lang="en-US" dirty="0"/>
              <a:t>91. Wikipedia – Chatbot: https://en.wikipedia.org/wiki/Chatbot</a:t>
            </a:r>
          </a:p>
          <a:p>
            <a:r>
              <a:rPr lang="en-US" dirty="0"/>
              <a:t>92. Wikipedia – Context window: https://en.wikipedia.org/wiki/Context_window</a:t>
            </a:r>
          </a:p>
          <a:p>
            <a:r>
              <a:rPr lang="en-US" dirty="0"/>
              <a:t>93. Wikipedia – Prompt engineering: https://en.wikipedia.org/wiki/Prompt_engineering</a:t>
            </a:r>
          </a:p>
          <a:p>
            <a:r>
              <a:rPr lang="en-US" dirty="0"/>
              <a:t>94. Wikipedia – Hallucination (AI): https://en.wikipedia.org/wiki/Hallucination_(artificial_intelligence)</a:t>
            </a:r>
          </a:p>
          <a:p>
            <a:r>
              <a:rPr lang="en-US" dirty="0"/>
              <a:t>95. Wikipedia – Intelligent agent: https://en.wikipedia.org/wiki/Intelligent_agent</a:t>
            </a:r>
          </a:p>
          <a:p>
            <a:r>
              <a:rPr lang="en-US" dirty="0"/>
              <a:t>96. Wikipedia – Python (programming language): https://en.wikipedia.org/wiki/Python_(programming_language)</a:t>
            </a:r>
          </a:p>
          <a:p>
            <a:r>
              <a:rPr lang="en-US" dirty="0"/>
              <a:t>97. Wikipedia – Source code: https://en.wikipedia.org/wiki/Source_code</a:t>
            </a:r>
          </a:p>
          <a:p>
            <a:r>
              <a:rPr lang="en-US" dirty="0"/>
              <a:t>98. Wikipedia – Library (computing): https://en.wikipedia.org/wiki/Library_(computing)</a:t>
            </a:r>
          </a:p>
          <a:p>
            <a:r>
              <a:rPr lang="en-US" dirty="0"/>
              <a:t>99. Wikipedia – pip (package manager): https://en.wikipedia.org/wiki/Pip_(package_manager)</a:t>
            </a:r>
          </a:p>
          <a:p>
            <a:r>
              <a:rPr lang="en-US" dirty="0"/>
              <a:t>100. Wikipedia – Command-line interface: https://en.wikipedia.org/wiki/Command-line_interface</a:t>
            </a:r>
          </a:p>
          <a:p>
            <a:r>
              <a:rPr lang="en-US" dirty="0"/>
              <a:t>101. Wikipedia – JSON: https://en.wikipedia.org/wiki/JSON</a:t>
            </a:r>
          </a:p>
          <a:p>
            <a:r>
              <a:rPr lang="en-US" dirty="0"/>
              <a:t>102. Wikipedia – API: https://en.wikipedia.org/wiki/API</a:t>
            </a:r>
          </a:p>
          <a:p>
            <a:r>
              <a:rPr lang="en-US" dirty="0"/>
              <a:t>103. Wikipedia – API key: https://en.wikipedia.org/wiki/API_key</a:t>
            </a:r>
          </a:p>
          <a:p>
            <a:r>
              <a:rPr lang="en-US" dirty="0"/>
              <a:t>104. Wikipedia – Software development kit: https://en.wikipedia.org/wiki/Software_development_kit</a:t>
            </a:r>
          </a:p>
          <a:p>
            <a:r>
              <a:rPr lang="en-US" dirty="0"/>
              <a:t>105. Wikipedia – Open source: https://en.wikipedia.org/wiki/Open_source</a:t>
            </a:r>
          </a:p>
          <a:p>
            <a:r>
              <a:rPr lang="en-US" dirty="0"/>
              <a:t>106. Wikipedia – Git: https://en.wikipedia.org/wiki/Git</a:t>
            </a:r>
          </a:p>
          <a:p>
            <a:r>
              <a:rPr lang="en-US" dirty="0"/>
              <a:t>107. Wikipedia – Repository (version control): https://en.wikipedia.org/wiki/Repository_(version_control)</a:t>
            </a:r>
          </a:p>
          <a:p>
            <a:r>
              <a:rPr lang="en-US" dirty="0"/>
              <a:t>108. Wikipedia – Graphics processing unit: https://en.wikipedia.org/wiki/Graphics_processing_unit</a:t>
            </a:r>
          </a:p>
          <a:p>
            <a:r>
              <a:rPr lang="en-US" dirty="0"/>
              <a:t>109. Wikipedia – Cloud computing: https://en.wikipedia.org/wiki/Cloud_computing</a:t>
            </a:r>
          </a:p>
          <a:p>
            <a:r>
              <a:rPr lang="en-US" dirty="0"/>
              <a:t>Source: agentic-ai-notes-beginner.md, 'References'.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covers neural networks: their building blocks, how they're trained, and the PyTorch tools used to train them.</a:t>
            </a:r>
          </a:p>
          <a:p>
            <a:r>
              <a:rPr lang="en-US" dirty="0"/>
              <a:t>A neural network is a kind of model loosely inspired by how brain cells connect. It's built from layers of simple connected units. A 'deep' neural network has many layers.</a:t>
            </a:r>
          </a:p>
          <a:p>
            <a:r>
              <a:rPr lang="en-US" dirty="0"/>
              <a:t>Why it matters: the research says LLMs are deep neural networks. Once you know how training works, you can reason about how a model behaves and how it can be adjusted.</a:t>
            </a:r>
          </a:p>
          <a:p>
            <a:r>
              <a:rPr lang="en-US" dirty="0"/>
              <a:t>Early stopping: rules that tell you how many training rounds you can run before the model starts to over-fit. Overfitting is when a model memorizes its training data too closely and does poorly on new data, like a student who memorized the practice test. Analogy (teaching aid): a kitchen timer that tells you when to take the cake out.</a:t>
            </a:r>
          </a:p>
          <a:p>
            <a:r>
              <a:rPr lang="en-US" dirty="0"/>
              <a:t>The diagram is a simple drawing of the idea, not a real network.</a:t>
            </a:r>
          </a:p>
          <a:p>
            <a:r>
              <a:rPr lang="en-US" dirty="0"/>
              <a:t>Sources: agentic-ai-notes-beginner.md, Stage 2. fast.ai https://course.fast.ai/ ; 3Blue1Brown Neural Networks https://www.3blue1brown.com/?topic=neural-networks ; Karpathy Zero to Hero https://karpathy.ai/zero-to-hero.html ; Wikipedia Overfitting https://en.wikipedia.org/wiki/Overfitting ; Wikipedia Early stopping https://en.wikipedia.org/wiki/Early_stopping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0 is for anyone who has never written code. Code, short for source code, is the human-readable text instructions that programmers write, which a computer then runs.</a:t>
            </a:r>
          </a:p>
          <a:p>
            <a:r>
              <a:rPr lang="en-US" dirty="0"/>
              <a:t>You learn to write simple programs in Python, a popular language designed to be easy to read and write. Most AI tools are built for it.</a:t>
            </a:r>
          </a:p>
          <a:p>
            <a:r>
              <a:rPr lang="en-US" dirty="0"/>
              <a:t>Analogy (a teaching aid, not a fact): it's like learning the alphabet before writing an essay. Every later stage assumes you can already 'write.'</a:t>
            </a:r>
          </a:p>
          <a:p>
            <a:r>
              <a:rPr lang="en-US" dirty="0"/>
              <a:t>Should you skip it? Lucy's own test (editorial): skip Stage 0 if you can already write a short program that goes through a list one by one, makes a choice with if/else, defines its own functions, and reads a file.</a:t>
            </a:r>
          </a:p>
          <a:p>
            <a:r>
              <a:rPr lang="en-US" dirty="0"/>
              <a:t>Starter projects (editorial): a script that renames files, a CSV summary tool, and a tiny text-adventure game. Suggested order (editorial): CS50P, then Automate the Boring Stuff, then the Kaggle Python and pandas courses, then the official Python Tutorial.</a:t>
            </a:r>
          </a:p>
          <a:p>
            <a:r>
              <a:rPr lang="en-US" dirty="0"/>
              <a:t>Sources: agentic-ai-notes-beginner.md, Stage 0. Python wiki, Python for New Programmers https://wiki.python.org/moin/BeginnersGuide/NonProgrammers ; CS50's Introduction to Programming with Python https://cs50.harvard.edu/python/ ; Automate the Boring Stuff with Python https://automatetheboringstuff.com/ ; Kaggle Learn https://www.kaggle.com/learn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Frameworks such as LangGraph, CrewAI, AutoGen and the OpenAI Agents SDK help with building agents. An SDK is a bundle of tools, installed as one package, that makes it easier to build software for a platform.</a:t>
            </a:r>
          </a:p>
          <a:p>
            <a:r>
              <a:rPr lang="en-US" dirty="0"/>
              <a:t>The upside: frameworks speed up the 'plumbing.' The downside: Anthropic warns they add layers that can hide what is really being sent to and from the model, and suggests starting 'by using LLM APIs directly.'</a:t>
            </a:r>
          </a:p>
          <a:p>
            <a:r>
              <a:rPr lang="en-US" dirty="0"/>
              <a:t>Analogy (teaching aid): a framework is like a meal kit.</a:t>
            </a:r>
          </a:p>
          <a:p>
            <a:r>
              <a:rPr lang="en-US" dirty="0"/>
              <a:t>Suggested order for beginners (editorial): start with raw LLM APIs, then try the OpenAI Agents SDK or LangChain agents, then move to LangGraph when you need more control. LangGraph's own docs call it 'very low-level' and suggest beginners start with LangChain's ready-made agents. Gap: the sources have no independent side-by-side comparison of frameworks.</a:t>
            </a:r>
          </a:p>
          <a:p>
            <a:r>
              <a:rPr lang="en-US" dirty="0"/>
              <a:t>Sources: agentic-ai-notes-beginner.md, Stage 8. Anthropic, Building effective agents https://www.anthropic.com/engineering/building-effective-agents ; OpenAI Agents SDK https://openai.github.io/openai-agents-python/ ; LangGraph overview https://docs.langchain.com/oss/python/langgraph/overview ; CrewAI course https://www.deeplearning.ai/courses/multi-ai-agent-systems-with-crewai ; AutoGen https://microsoft.github.io/autogen/stable/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9 teaches you to measure how well an agent works and to protect it from misuse.</a:t>
            </a:r>
          </a:p>
          <a:p>
            <a:r>
              <a:rPr lang="en-US" dirty="0"/>
              <a:t>Agents take real actions, and their mistakes can add up over many steps. Anthropic warns of 'higher costs, and the potential for compounding errors' and recommends 'extensive testing in sandboxed environments.'</a:t>
            </a:r>
          </a:p>
          <a:p>
            <a:r>
              <a:rPr lang="en-US" dirty="0"/>
              <a:t>A cautionary tale: ChemCrow is an LLM given 13 expert-designed tools for organic synthesis, drug discovery and materials design. It was compared with GPT-4. When AI judges graded both, they said the two performed about the same. When human experts graded them, ChemCrow did far better. The lesson: don't trust AI judges blindly.</a:t>
            </a:r>
          </a:p>
          <a:p>
            <a:r>
              <a:rPr lang="en-US" dirty="0"/>
              <a:t>Analogy (teaching aid): it's like having a non-expert judge a cooking contest. The professional chefs might rank the dishes very differently. The source gives no percentages, so the slide shows none.</a:t>
            </a:r>
          </a:p>
          <a:p>
            <a:r>
              <a:rPr lang="en-US" dirty="0"/>
              <a:t>Sources: agentic-ai-notes-beginner.md, Stage 9. Bran et al., ChemCrow https://arxiv.org/abs/2304.05376 ; Anthropic, Building effective agents https://www.anthropic.com/engineering/building-effective-agents ; HF Agents Course Bonus Unit 2 https://huggingface.co/learn/agents-course/bonus-unit2/introduction ; Langfuse https://langfuse.com/docs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ReAct, short for 'reasoning + acting', is a method where the agent repeats a cycle of thinking, acting and observing what happened. The ReAct paper (Oct 2022) reported absolute success-rate gains of 34 percentage points on a household text game (ALFWorld) and 10 percentage points on a shopping website test (WebShop), compared with baseline methods.</a:t>
            </a:r>
          </a:p>
          <a:p>
            <a:r>
              <a:rPr lang="en-US" dirty="0"/>
              <a:t>Memory: short-term memory is the context window. Long-term memory is a searchable store, as in Stage 5. Analogy (teaching aid): short-term memory is the notepad on your desk; long-term memory is the filing cabinet.</a:t>
            </a:r>
          </a:p>
          <a:p>
            <a:r>
              <a:rPr lang="en-US" dirty="0"/>
              <a:t>Other planning methods: Tree of Thoughts explores several reasoning paths at each step; Reflexion gives an agent memory and the ability to reflect on its own attempts.</a:t>
            </a:r>
          </a:p>
          <a:p>
            <a:r>
              <a:rPr lang="en-US" dirty="0"/>
              <a:t>Lilian Weng names three core challenges: finite context, planning over long tasks, and the reliability of natural-language interfaces.</a:t>
            </a:r>
          </a:p>
          <a:p>
            <a:r>
              <a:rPr lang="en-US" dirty="0"/>
              <a:t>Sources: agentic-ai-notes-beginner.md, Stage 7. Yao et al., ReAct https://arxiv.org/abs/2210.03629 ; Lilian Weng, LLM Powered Autonomous Agents https://lilianweng.github.io/posts/2023-06-23-agent/ ; Tree of Thoughts https://arxiv.org/abs/2305.10601 ; Reflexion https://arxiv.org/abs/2303.11366 ; Generative Agents https://arxiv.org/abs/2304.03442</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calling, also called function calling, lets an LLM use tools such as a calculator, a web search or a file reader. Tools are what let an LLM act, not just talk.</a:t>
            </a:r>
          </a:p>
          <a:p>
            <a:r>
              <a:rPr lang="en-US" dirty="0"/>
              <a:t>The research describes a five-step loop: your app sends a request to the model; the model asks for a tool; your app runs the tool; your app sends the result back; the model gives its final answer. OpenAI calls this 'a multi-step conversation between your app and the model.'</a:t>
            </a:r>
          </a:p>
          <a:p>
            <a:r>
              <a:rPr lang="en-US" dirty="0"/>
              <a:t>Analogy (teaching aid): a chef (the model) asks a kitchen assistant (your app) to fetch an ingredient. The assistant brings it back, and the chef finishes the dish.</a:t>
            </a:r>
          </a:p>
          <a:p>
            <a:r>
              <a:rPr lang="en-US" dirty="0"/>
              <a:t>The numbers: 5 steps in the loop; 3 tools in the first project from the research (a calculator, web search and a file reader, with retries); and OpenAI's guide suggests aiming for fewer than 20 tools available at once.</a:t>
            </a:r>
          </a:p>
          <a:p>
            <a:r>
              <a:rPr lang="en-US" dirty="0"/>
              <a:t>An API is a defined way for one program to talk to another. An API key is a secret code that proves you're allowed to use it, much like a password for your program. Keep it private.</a:t>
            </a:r>
          </a:p>
          <a:p>
            <a:r>
              <a:rPr lang="en-US" dirty="0"/>
              <a:t>Sources: agentic-ai-notes-beginner.md, Stage 6. OpenAI function calling guide https://developers.openai.com/api/docs/guides/function-calling ; Anthropic, Writing effective tools for AI agents https://www.anthropic.com/engineering/writing-tools-for-agents ; Wikipedia API key https://en.wikipedia.org/wiki/API_key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explains how LLMs work inside. Its centerpiece is the transformer, from the 2017 paper 'Attention Is All You Need' by Vaswani et al., which the research calls the original Transformer paper.</a:t>
            </a:r>
          </a:p>
          <a:p>
            <a:r>
              <a:rPr lang="en-US" dirty="0"/>
              <a:t>The research calls the LLM the 'brain' of every agent. Three limits matter most: its context window (the most tokens it can take into account at once), hallucination (stating something false as if it were fact), and how reliably it answers in a fixed format.</a:t>
            </a:r>
          </a:p>
          <a:p>
            <a:r>
              <a:rPr lang="en-US" dirty="0"/>
              <a:t>Attention: for each word the transformer makes a query, a key and a value, scores how well each query matches every key, and uses those scores to blend the values. Analogy (teaching aid): a library. Your query is what you're looking for, the keys are the labels on the books, the values are what's inside.</a:t>
            </a:r>
          </a:p>
          <a:p>
            <a:r>
              <a:rPr lang="en-US" dirty="0"/>
              <a:t>LoRA (Low-Rank Adaptation) freezes the original model and adds small trainable pieces to each layer. Analogy: sticky notes in a textbook instead of reprinting the whole book.</a:t>
            </a:r>
          </a:p>
          <a:p>
            <a:r>
              <a:rPr lang="en-US" dirty="0"/>
              <a:t>Sources: agentic-ai-notes-beginner.md, Stage 3. Vaswani et al. https://arxiv.org/abs/1706.03762 ; The Illustrated Transformer https://jalammar.github.io/illustrated-transformer/ ; Hugging Face LLM Course https://huggingface.co/learn/llm-course ; Hu et al., LoRA https://arxiv.org/abs/2106.09685</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4 is prompt engineering: the skill of writing and structuring prompts so a generative AI model produces the output you want. A prompt is any text you give an LLM to steer what it does.</a:t>
            </a:r>
          </a:p>
          <a:p>
            <a:r>
              <a:rPr lang="en-US" dirty="0"/>
              <a:t>The research says that in an agent, the system prompt and the tool descriptions are the program. Anthropic's guide recommends deciding what success looks like, and how you'll test for it, before you start adjusting prompts.</a:t>
            </a:r>
          </a:p>
          <a:p>
            <a:r>
              <a:rPr lang="en-US" dirty="0"/>
              <a:t>Analogy (teaching aid): write the answer key before you grade the test. Otherwise you can't tell whether a change helped.</a:t>
            </a:r>
          </a:p>
          <a:p>
            <a:r>
              <a:rPr lang="en-US" dirty="0"/>
              <a:t>Zero-shot prompting asks without examples; few-shot prompting includes a few worked examples. Analogy: showing a new coworker two filled-in forms before asking them to fill one out.</a:t>
            </a:r>
          </a:p>
          <a:p>
            <a:r>
              <a:rPr lang="en-US" dirty="0"/>
              <a:t>Sources: agentic-ai-notes-beginner.md, Stage 4. DAIR.AI Prompt Engineering Guide https://www.promptingguide.ai/ ; Anthropic prompt engineering overview https://platform.claude.com/docs/en/build-with-claude/prompt-engineering/overview ; Anthropic courses https://github.com/anthropics/courses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7 is about agent architecture: how you organize an AI system's planning, memory and teamwork.</a:t>
            </a:r>
          </a:p>
          <a:p>
            <a:r>
              <a:rPr lang="en-US" dirty="0"/>
              <a:t>Anthropic's definitions: a workflow follows 'predefined code paths', so the steps are fixed in advance. An agent decides its own steps and tool use as it goes.</a:t>
            </a:r>
          </a:p>
          <a:p>
            <a:r>
              <a:rPr lang="en-US" dirty="0"/>
              <a:t>Analogy (teaching aid): a workflow is following a recipe card step by step. An agent is a cook who decides what to do next based on what's in the fridge.</a:t>
            </a:r>
          </a:p>
          <a:p>
            <a:r>
              <a:rPr lang="en-US" dirty="0"/>
              <a:t>Anthropic's five workflow patterns: prompt chaining, routing (analogy: a receptionist sending you to the right desk), parallelization, orchestrator-workers, and evaluator-optimizer. Anthropic's advice: 'finding the simplest solution possible, and only increasing complexity when needed.'</a:t>
            </a:r>
          </a:p>
          <a:p>
            <a:r>
              <a:rPr lang="en-US" dirty="0"/>
              <a:t>The 'Tool use' and 'Start with' rows restate Anthropic's definitions and advice in plain words.</a:t>
            </a:r>
          </a:p>
          <a:p>
            <a:r>
              <a:rPr lang="en-US" dirty="0"/>
              <a:t>Sources: agentic-ai-notes-beginner.md, Stage 7. Anthropic, Building effective agents https://www.anthropic.com/engineering/building-effective-agents ; Hugging Face AI Agents Course https://huggingface.co/learn/agents-course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retrieval-augmented generation, lets a model use private or up-to-date information without being retrained. It was introduced in a 2020 paper by Lewis et al.</a:t>
            </a:r>
          </a:p>
          <a:p>
            <a:r>
              <a:rPr lang="en-US" dirty="0"/>
              <a:t>The research's main project is 'chat with your docs': split your documents into chunks, store them so they can be searched, find the chunks that match a question, and have the model answer while citing those chunks.</a:t>
            </a:r>
          </a:p>
          <a:p>
            <a:r>
              <a:rPr lang="en-US" dirty="0"/>
              <a:t>The original RAG paper showed that swapping the collection the model searches changes what the model knows. An agent's long-term memory is usually built from the same parts.</a:t>
            </a:r>
          </a:p>
          <a:p>
            <a:r>
              <a:rPr lang="en-US" dirty="0"/>
              <a:t>Analogy (teaching aid): an open-book exam. Parametric memory is what the student has memorized, the knowledge inside the model. Non-parametric memory is the book on the desk, a separate searchable index (in the paper, a searchable version of Wikipedia). Swap the book and the student can answer different questions.</a:t>
            </a:r>
          </a:p>
          <a:p>
            <a:r>
              <a:rPr lang="en-US" dirty="0"/>
              <a:t>Sources: agentic-ai-notes-beginner.md, Stage 5. Lewis et al. https://arxiv.org/abs/2005.11401 ; Sentence Transformers https://www.sbert.net/ ; LlamaIndex https://developers.llamaindex.ai/python/framework/ ; Ragas https://docs.ragas.io/en/stable/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has three parts: math (linear algebra, calculus, and probability and statistics), more Python including data tools and pip, and the basics of machine learning.</a:t>
            </a:r>
          </a:p>
          <a:p>
            <a:r>
              <a:rPr lang="en-US" dirty="0"/>
              <a:t>Linear algebra: 'embeddings, attention and similarity search' are all linear algebra. An embedding turns a word or document into a list of numbers; similar meanings end up with similar numbers.</a:t>
            </a:r>
          </a:p>
          <a:p>
            <a:r>
              <a:rPr lang="en-US" dirty="0"/>
              <a:t>Calculus: training a model is calculus plus optimization. Training means showing a model many examples so it gradually adjusts its internal numbers, its parameters or weights.</a:t>
            </a:r>
          </a:p>
          <a:p>
            <a:r>
              <a:rPr lang="en-US" dirty="0"/>
              <a:t>Probability: an LLM's outputs are 'probability distributions over tokens.' A token is the small chunk of text an LLM reads and writes. Without this base, you can't debug or evaluate these systems well.</a:t>
            </a:r>
          </a:p>
          <a:p>
            <a:r>
              <a:rPr lang="en-US" dirty="0"/>
              <a:t>Analogy (a teaching aid, not a fact): this stage is the foundation of a house. You don't see it once the house is built, but everything above rests on it.</a:t>
            </a:r>
          </a:p>
          <a:p>
            <a:r>
              <a:rPr lang="en-US" dirty="0"/>
              <a:t>Sources: agentic-ai-notes-beginner.md, Stage 1. 3Blue1Brown Linear Algebra https://www.3blue1brown.com/?topic=linear-algebra ; Kaggle Learn https://www.kaggle.com/learn ; Machine Learning Specialization https://www.coursera.org/specializations/machine-learning-introduction ; Mathematics for Machine Learning and Data Science https://www.coursera.org/specializations/mathematics-for-machine-learning-and-data-science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big tip from the research: start building small agents early. Don't wait until you feel you've 'mastered' the earlier stages.</a:t>
            </a:r>
          </a:p>
          <a:p>
            <a:r>
              <a:rPr lang="en-US" dirty="0"/>
              <a:t>If you have never written code, begin at Stage 0 with Python. If you can already code, start at Stage 1.</a:t>
            </a:r>
          </a:p>
          <a:p>
            <a:r>
              <a:rPr lang="en-US" dirty="0"/>
              <a:t>And at every stage: always use the simplest design that works. Anthropic's advice is 'finding the simplest solution possible, and only increasing complexity when needed.'</a:t>
            </a:r>
          </a:p>
          <a:p>
            <a:r>
              <a:rPr lang="en-US" dirty="0"/>
              <a:t>Sources: agentic-ai-notes-beginner.md, 'How to Use These Notes' and 'Short Summary'. Anthropic, Building effective agents https://www.anthropic.com/engineering/building-effective-agents ; CS50P https://cs50.harvard.edu/python/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the Model Context Protocol, is a free open standard. The research says it is how tools are increasingly plugged into agents. Its website describes it as 'Like a USB-C port for AI applications.' Analogy (teaching aid): one standard plug that many devices can use.</a:t>
            </a:r>
          </a:p>
          <a:p>
            <a:r>
              <a:rPr lang="en-US" dirty="0"/>
              <a:t>The three MCP roles: the host is the AI app you use and manages one or more clients; an MCP client keeps a connection to one server and fetches information from it for the host; an MCP server is a program that provides information and tools to clients.</a:t>
            </a:r>
          </a:p>
          <a:p>
            <a:r>
              <a:rPr lang="en-US" dirty="0"/>
              <a:t>Simple project from the research: build an MCP server that offers your own tools, such as your notes, then connect it to an app that supports MCP.</a:t>
            </a:r>
          </a:p>
          <a:p>
            <a:r>
              <a:rPr lang="en-US" dirty="0"/>
              <a:t>Sources: agentic-ai-notes-beginner.md, Stage 8. Model Context Protocol https://modelcontextprotocol.io/ ; MCP architecture overview https://modelcontextprotocol.io/docs/learn/architecture ; Hugging Face MCP Course https://huggingface.co/learn/mcp-course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injection is the number-one risk (LLM01) in the OWASP Top 10 for LLMs (2025), a threat-model checklist of ten risks.</a:t>
            </a:r>
          </a:p>
          <a:p>
            <a:r>
              <a:rPr lang="en-US" dirty="0"/>
              <a:t>It comes in two forms. Direct injection: a user's own input changes how the model behaves. Indirect injection: the model takes in input from outside sources, such as websites or files, and that input changes its behavior. OWASP adds that RAG and fine-tuning 'do not fully mitigate' prompt injection.</a:t>
            </a:r>
          </a:p>
          <a:p>
            <a:r>
              <a:rPr lang="en-US" dirty="0"/>
              <a:t>Analogy (teaching aid): indirect injection is like a note hidden inside a document your assistant reads, saying 'ignore your boss and do this instead.'</a:t>
            </a:r>
          </a:p>
          <a:p>
            <a:r>
              <a:rPr lang="en-US" dirty="0"/>
              <a:t>Defenses the research lists: least privilege, sandboxing, human approval for actions that can't be undone, and guardrails. Simple project: hide harmful instructions in a document your RAG agent reads, see whether it follows them, add defenses and test again. Gap: the sources don't explain least privilege or sandboxing in plain words.</a:t>
            </a:r>
          </a:p>
          <a:p>
            <a:r>
              <a:rPr lang="en-US" dirty="0"/>
              <a:t>Sources: agentic-ai-notes-beginner.md, Stage 9. OWASP Top 10 for LLM &amp; GenAI (2025) https://genai.owasp.org/llm-top-10/ ; OWASP LLM01:2025 Prompt Injection https://genai.owasp.org/llmrisk/llm01-prompt-injection/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10 takes an agent from a demo to production. After that, mastery comes from shipping and improving.</a:t>
            </a:r>
          </a:p>
          <a:p>
            <a:r>
              <a:rPr lang="en-US" dirty="0"/>
              <a:t>The research says a demo agent and a production agent are very different things.</a:t>
            </a:r>
          </a:p>
          <a:p>
            <a:r>
              <a:rPr lang="en-US" dirty="0"/>
              <a:t>Analogy (teaching aid): a demo is a home-cooked dinner for friends. Production is running a restaurant every night.</a:t>
            </a:r>
          </a:p>
          <a:p>
            <a:r>
              <a:rPr lang="en-US" dirty="0"/>
              <a:t>Caching stores data so future requests can be answered faster; analogy: keeping the things you use most on the kitchen counter instead of in the basement. A message queue lets programs pass messages through a queue; analogy: the ticket line at a deli counter. Model routing sends easy questions to smaller, cheaper models. Chip Huyen's AI Engineering, Chapter 10, numbers five steps: 1 enhance context, 2 add guardrails, 3 add a model router and gateway, 4 cache, 5 add agent patterns. Monitoring and user feedback come after them as separate, unnumbered sections, so the table shows them as "Then", not Step 6. Cost caps help with OWASP LLM10, unbounded consumption.</a:t>
            </a:r>
          </a:p>
          <a:p>
            <a:r>
              <a:rPr lang="en-US" dirty="0"/>
              <a:t>Gap: the sources don't define container, secrets management or gateway in plain words.</a:t>
            </a:r>
          </a:p>
          <a:p>
            <a:r>
              <a:rPr lang="en-US" dirty="0"/>
              <a:t>Sources: agentic-ai-notes-beginner.md, Stage 10. Chip Huyen, AI Engineering https://www.oreilly.com/library/view/ai-engineering/9781098166298/ ; FastAPI https://fastapi.tiangolo.com/ ; Docker https://docs.docker.com/get-started/ ; Wikipedia Cache https://en.wikipedia.org/wiki/Cache_(computing) ; Wikipedia Message queue https://en.wikipedia.org/wiki/Message_queue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capstone project from the research is a customer-support agent. It answers from a knowledge base using RAG, looks up orders, and requests refunds, which a human must approve.</a:t>
            </a:r>
          </a:p>
          <a:p>
            <a:r>
              <a:rPr lang="en-US" dirty="0"/>
              <a:t>It has a set of tests, and it runs with cost limits for each conversation. Anthropic names customer support as a strong use case for agents.</a:t>
            </a:r>
          </a:p>
          <a:p>
            <a:r>
              <a:rPr lang="en-US" dirty="0"/>
              <a:t>This project pulls together earlier stages: RAG from Stage 5, tools from Stage 6, testing and safety from Stage 9 (human approval for actions that can't be undone), and launching from Stage 10.</a:t>
            </a:r>
          </a:p>
          <a:p>
            <a:r>
              <a:rPr lang="en-US" dirty="0"/>
              <a:t>Sources: agentic-ai-notes-beginner.md, Stage 10 'A simple example'. Anthropic, Building effective agents https://www.anthropic.com/engineering/building-effective-agents ; FastAPI https://fastapi.tiangolo.com/ ; Docker https://docs.docker.com/get-started/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summary. Stage 0: learn to program in Python. Stages 1-3: learn the math, the basics of machine learning and deep learning, and how LLMs, the 'brain' of every agent, work.</a:t>
            </a:r>
          </a:p>
          <a:p>
            <a:r>
              <a:rPr lang="en-US" dirty="0"/>
              <a:t>Stages 4-5: learn to instruct the model well, and let it look up information (RAG). Stages 6-7: give it tools so it can act, and organize its planning, memory and teamwork. Always use the simplest design that works.</a:t>
            </a:r>
          </a:p>
          <a:p>
            <a:r>
              <a:rPr lang="en-US" dirty="0"/>
              <a:t>Stage 8: use frameworks and MCP to build faster. Stage 9: test carefully and defend against risks such as prompt injection. Stage 10: launch it for real.</a:t>
            </a:r>
          </a:p>
          <a:p>
            <a:r>
              <a:rPr lang="en-US" dirty="0"/>
              <a:t>Start building small agents early. The 'rests on the ones below' caption is an editorial reading of the stage order.</a:t>
            </a:r>
          </a:p>
          <a:p>
            <a:r>
              <a:rPr lang="en-US" dirty="0"/>
              <a:t>Source: agentic-ai-notes-beginner.md, 'Short Summary'.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key words, in plain English. Agent: software that can reason about what you ask, plan steps and take actions for you, rather than only replying with text. LLM: an AI model trained on a huge amount of text so it can generate, summarize, translate and analyze language.</a:t>
            </a:r>
          </a:p>
          <a:p>
            <a:r>
              <a:rPr lang="en-US" dirty="0"/>
              <a:t>Embedding: a way of turning something like a word or document into a list of numbers, so things with similar meanings get similar numbers and can be compared. RAG: letting a model use private or fresh information without retraining.</a:t>
            </a:r>
          </a:p>
          <a:p>
            <a:r>
              <a:rPr lang="en-US" dirty="0"/>
              <a:t>API key: a secret code that identifies you to an API and proves you're allowed to use it, much like a password for your program. Keep it private. MCP: a free open standard, 'Like a USB-C port for AI applications.' One more worth knowing: overfitting, when a model memorizes its training data too closely, like a student who memorized the practice test.</a:t>
            </a:r>
          </a:p>
          <a:p>
            <a:r>
              <a:rPr lang="en-US" dirty="0"/>
              <a:t>The notes' Plain-English Glossary has 99 terms, each tagged with the stage where it first appears. Three labels run through the notes: Analogy (teaching aid only), (editorial) for Lucy's own suggestions, and Gap for what the sources don't cover.</a:t>
            </a:r>
          </a:p>
          <a:p>
            <a:r>
              <a:rPr lang="en-US" dirty="0"/>
              <a:t>Sources: agentic-ai-notes-beginner.md, Plain-English Glossary. Google ML Glossary https://developers.google.com/machine-learning/glossary ; Anthropic glossary https://platform.claude.com/docs/en/about-claude/glossary ; Wikipedia Large language model https://en.wikipedia.org/wiki/Large_language_model ; Wikipedia Embedding https://en.wikipedia.org/wiki/Embedding_(machine_learning) ; Wikipedia API key https://en.wikipedia.org/wiki/API_key ; Model Context Protocol https://modelcontextprotocol.io/ ; Wikipedia Overfitting https://en.wikipedia.org/wiki/Overfitting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22 easy review questions from the notes, two per stage:</a:t>
            </a:r>
          </a:p>
          <a:p>
            <a:r>
              <a:rPr lang="en-US" dirty="0"/>
              <a:t>Stage 0: What four things should you be able to do before you skip Stage 0? / Which free course is "Designed for students with or without prior programming experience"?</a:t>
            </a:r>
          </a:p>
          <a:p>
            <a:r>
              <a:rPr lang="en-US" dirty="0"/>
              <a:t>Stage 1: Which three areas of math does Stage 1 cover? / What do precision and recall measure?</a:t>
            </a:r>
          </a:p>
          <a:p>
            <a:r>
              <a:rPr lang="en-US" dirty="0"/>
              <a:t>Stage 2: What does the research say LLMs are? / What does early stopping help you avoid?</a:t>
            </a:r>
          </a:p>
          <a:p>
            <a:r>
              <a:rPr lang="en-US" dirty="0"/>
              <a:t>Stage 3: What is the name of the paper that introduced the transformer, and what year was it published? / In the library analogy, what plays the role of the query, the keys and the values?</a:t>
            </a:r>
          </a:p>
          <a:p>
            <a:r>
              <a:rPr lang="en-US" dirty="0"/>
              <a:t>Stage 4: What's the difference between zero-shot and few-shot prompting? / What should you decide before you start adjusting prompts?</a:t>
            </a:r>
          </a:p>
          <a:p>
            <a:r>
              <a:rPr lang="en-US" dirty="0"/>
              <a:t>Stage 5: What problem does RAG solve? / In the open-book-exam analogy, which part is parametric memory and which is non-parametric?</a:t>
            </a:r>
          </a:p>
          <a:p>
            <a:r>
              <a:rPr lang="en-US" dirty="0"/>
              <a:t>Stage 6: Put the five steps of the tool-calling loop in order. / About how many tools does OpenAI suggest having available at once?</a:t>
            </a:r>
          </a:p>
          <a:p>
            <a:r>
              <a:rPr lang="en-US" dirty="0"/>
              <a:t>Stage 7: What is the difference between a workflow and an agent? / Name the three steps in ReAct's repeating cycle.</a:t>
            </a:r>
          </a:p>
          <a:p>
            <a:r>
              <a:rPr lang="en-US" dirty="0"/>
              <a:t>Stage 8: What everyday object does the MCP website compare MCP to? / What does Anthropic suggest starting with instead of a framework?</a:t>
            </a:r>
          </a:p>
          <a:p>
            <a:r>
              <a:rPr lang="en-US" dirty="0"/>
              <a:t>Stage 9: What is the difference between direct and indirect prompt injection? / What does the ChemCrow story teach about AI judges?</a:t>
            </a:r>
          </a:p>
          <a:p>
            <a:r>
              <a:rPr lang="en-US" dirty="0"/>
              <a:t>Stage 10: Name two things that help a real agent respond faster or cost less. / In the customer-support capstone, who must approve refund requests?</a:t>
            </a:r>
          </a:p>
          <a:p>
            <a:r>
              <a:rPr lang="en-US" dirty="0"/>
              <a:t>Source: agentic-ai-notes-beginner.md, 'Easy Review Questions'.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4441"/>
        </a:solidFill>
      </p:bgPr>
    </p:bg>
    <p:spTree>
      <p:nvGrpSpPr>
        <p:cNvPr id="1" name=""/>
        <p:cNvGrpSpPr/>
        <p:nvPr/>
      </p:nvGrpSpPr>
      <p:grpSpPr>
        <a:xfrm>
          <a:off x="0" y="0"/>
          <a:ext cx="0" cy="0"/>
          <a:chOff x="0" y="0"/>
          <a:chExt cx="0" cy="0"/>
        </a:xfrm>
      </p:grpSpPr>
      <p:sp>
        <p:nvSpPr>
          <p:cNvPr id="7" name="Shape 5"/>
          <p:cNvSpPr/>
          <p:nvPr/>
        </p:nvSpPr>
        <p:spPr>
          <a:xfrm>
            <a:off x="7651699" y="1720901"/>
            <a:ext cx="803758" cy="849706"/>
          </a:xfrm>
          <a:prstGeom prst="rect">
            <a:avLst/>
          </a:prstGeom>
          <a:solidFill>
            <a:srgbClr val="FFFFFF">
              <a:alpha val="688"/>
            </a:srgbClr>
          </a:solidFill>
          <a:ln/>
        </p:spPr>
      </p:sp>
      <p:sp>
        <p:nvSpPr>
          <p:cNvPr id="8" name="Shape 6"/>
          <p:cNvSpPr/>
          <p:nvPr/>
        </p:nvSpPr>
        <p:spPr>
          <a:xfrm>
            <a:off x="7651699" y="2561463"/>
            <a:ext cx="803758" cy="849706"/>
          </a:xfrm>
          <a:prstGeom prst="rect">
            <a:avLst/>
          </a:prstGeom>
          <a:solidFill>
            <a:srgbClr val="FFFFFF">
              <a:alpha val="1375"/>
            </a:srgbClr>
          </a:solidFill>
          <a:ln/>
        </p:spPr>
      </p:sp>
      <p:sp>
        <p:nvSpPr>
          <p:cNvPr id="9" name="Shape 7"/>
          <p:cNvSpPr/>
          <p:nvPr/>
        </p:nvSpPr>
        <p:spPr>
          <a:xfrm>
            <a:off x="7651699" y="3402025"/>
            <a:ext cx="803758" cy="849706"/>
          </a:xfrm>
          <a:prstGeom prst="rect">
            <a:avLst/>
          </a:prstGeom>
          <a:solidFill>
            <a:srgbClr val="FFFFFF">
              <a:alpha val="2063"/>
            </a:srgbClr>
          </a:solidFill>
          <a:ln/>
        </p:spPr>
      </p:sp>
      <p:sp>
        <p:nvSpPr>
          <p:cNvPr id="10" name="Shape 8"/>
          <p:cNvSpPr/>
          <p:nvPr/>
        </p:nvSpPr>
        <p:spPr>
          <a:xfrm>
            <a:off x="7651699" y="4242587"/>
            <a:ext cx="803758" cy="849706"/>
          </a:xfrm>
          <a:prstGeom prst="rect">
            <a:avLst/>
          </a:prstGeom>
          <a:solidFill>
            <a:srgbClr val="FFFFFF">
              <a:alpha val="2750"/>
            </a:srgbClr>
          </a:solidFill>
          <a:ln/>
        </p:spPr>
      </p:sp>
      <p:sp>
        <p:nvSpPr>
          <p:cNvPr id="11" name="Shape 9"/>
          <p:cNvSpPr/>
          <p:nvPr/>
        </p:nvSpPr>
        <p:spPr>
          <a:xfrm>
            <a:off x="7651699" y="5083150"/>
            <a:ext cx="803758" cy="849706"/>
          </a:xfrm>
          <a:prstGeom prst="rect">
            <a:avLst/>
          </a:prstGeom>
          <a:solidFill>
            <a:srgbClr val="FFFFFF">
              <a:alpha val="3438"/>
            </a:srgbClr>
          </a:solidFill>
          <a:ln/>
        </p:spPr>
      </p:sp>
      <p:sp>
        <p:nvSpPr>
          <p:cNvPr id="12" name="Shape 10"/>
          <p:cNvSpPr/>
          <p:nvPr/>
        </p:nvSpPr>
        <p:spPr>
          <a:xfrm>
            <a:off x="7651699" y="5923712"/>
            <a:ext cx="803758" cy="849706"/>
          </a:xfrm>
          <a:prstGeom prst="rect">
            <a:avLst/>
          </a:prstGeom>
          <a:solidFill>
            <a:srgbClr val="FFFFFF">
              <a:alpha val="4125"/>
            </a:srgbClr>
          </a:solidFill>
          <a:ln/>
        </p:spPr>
      </p:sp>
      <p:sp>
        <p:nvSpPr>
          <p:cNvPr id="13" name="Shape 11"/>
          <p:cNvSpPr/>
          <p:nvPr/>
        </p:nvSpPr>
        <p:spPr>
          <a:xfrm>
            <a:off x="7651699" y="6764274"/>
            <a:ext cx="803758" cy="849706"/>
          </a:xfrm>
          <a:prstGeom prst="rect">
            <a:avLst/>
          </a:prstGeom>
          <a:solidFill>
            <a:srgbClr val="FFFFFF">
              <a:alpha val="4813"/>
            </a:srgbClr>
          </a:solidFill>
          <a:ln/>
        </p:spPr>
      </p:sp>
      <p:sp>
        <p:nvSpPr>
          <p:cNvPr id="14" name="Shape 12"/>
          <p:cNvSpPr/>
          <p:nvPr/>
        </p:nvSpPr>
        <p:spPr>
          <a:xfrm>
            <a:off x="7651699" y="7604836"/>
            <a:ext cx="803758" cy="849706"/>
          </a:xfrm>
          <a:prstGeom prst="rect">
            <a:avLst/>
          </a:prstGeom>
          <a:solidFill>
            <a:srgbClr val="FFFFFF">
              <a:alpha val="5500"/>
            </a:srgbClr>
          </a:solidFill>
          <a:ln/>
        </p:spPr>
      </p:sp>
      <p:sp>
        <p:nvSpPr>
          <p:cNvPr id="15" name="Shape 13"/>
          <p:cNvSpPr/>
          <p:nvPr/>
        </p:nvSpPr>
        <p:spPr>
          <a:xfrm>
            <a:off x="6281928" y="4329684"/>
            <a:ext cx="803758" cy="523723"/>
          </a:xfrm>
          <a:prstGeom prst="rect">
            <a:avLst/>
          </a:prstGeom>
          <a:solidFill>
            <a:srgbClr val="FFFFFF">
              <a:alpha val="138"/>
            </a:srgbClr>
          </a:solidFill>
          <a:ln/>
        </p:spPr>
      </p:sp>
      <p:sp>
        <p:nvSpPr>
          <p:cNvPr id="16" name="Shape 14"/>
          <p:cNvSpPr/>
          <p:nvPr/>
        </p:nvSpPr>
        <p:spPr>
          <a:xfrm>
            <a:off x="6281928" y="4844263"/>
            <a:ext cx="803758" cy="523723"/>
          </a:xfrm>
          <a:prstGeom prst="rect">
            <a:avLst/>
          </a:prstGeom>
          <a:solidFill>
            <a:srgbClr val="FFFFFF">
              <a:alpha val="275"/>
            </a:srgbClr>
          </a:solidFill>
          <a:ln/>
        </p:spPr>
      </p:sp>
      <p:sp>
        <p:nvSpPr>
          <p:cNvPr id="17" name="Shape 15"/>
          <p:cNvSpPr/>
          <p:nvPr/>
        </p:nvSpPr>
        <p:spPr>
          <a:xfrm>
            <a:off x="6281928" y="5358841"/>
            <a:ext cx="803758" cy="523723"/>
          </a:xfrm>
          <a:prstGeom prst="rect">
            <a:avLst/>
          </a:prstGeom>
          <a:solidFill>
            <a:srgbClr val="FFFFFF">
              <a:alpha val="412"/>
            </a:srgbClr>
          </a:solidFill>
          <a:ln/>
        </p:spPr>
      </p:sp>
      <p:sp>
        <p:nvSpPr>
          <p:cNvPr id="18" name="Shape 16"/>
          <p:cNvSpPr/>
          <p:nvPr/>
        </p:nvSpPr>
        <p:spPr>
          <a:xfrm>
            <a:off x="6281928" y="5873420"/>
            <a:ext cx="803758" cy="523723"/>
          </a:xfrm>
          <a:prstGeom prst="rect">
            <a:avLst/>
          </a:prstGeom>
          <a:solidFill>
            <a:srgbClr val="FFFFFF">
              <a:alpha val="550"/>
            </a:srgbClr>
          </a:solidFill>
          <a:ln/>
        </p:spPr>
      </p:sp>
      <p:sp>
        <p:nvSpPr>
          <p:cNvPr id="19" name="Shape 17"/>
          <p:cNvSpPr/>
          <p:nvPr/>
        </p:nvSpPr>
        <p:spPr>
          <a:xfrm>
            <a:off x="6281928" y="6387998"/>
            <a:ext cx="803758" cy="523723"/>
          </a:xfrm>
          <a:prstGeom prst="rect">
            <a:avLst/>
          </a:prstGeom>
          <a:solidFill>
            <a:srgbClr val="FFFFFF">
              <a:alpha val="688"/>
            </a:srgbClr>
          </a:solidFill>
          <a:ln/>
        </p:spPr>
      </p:sp>
      <p:sp>
        <p:nvSpPr>
          <p:cNvPr id="20" name="Shape 18"/>
          <p:cNvSpPr/>
          <p:nvPr/>
        </p:nvSpPr>
        <p:spPr>
          <a:xfrm>
            <a:off x="6281928" y="6902577"/>
            <a:ext cx="803758" cy="523723"/>
          </a:xfrm>
          <a:prstGeom prst="rect">
            <a:avLst/>
          </a:prstGeom>
          <a:solidFill>
            <a:srgbClr val="FFFFFF">
              <a:alpha val="825"/>
            </a:srgbClr>
          </a:solidFill>
          <a:ln/>
        </p:spPr>
      </p:sp>
      <p:sp>
        <p:nvSpPr>
          <p:cNvPr id="21" name="Shape 19"/>
          <p:cNvSpPr/>
          <p:nvPr/>
        </p:nvSpPr>
        <p:spPr>
          <a:xfrm>
            <a:off x="6281928" y="7417156"/>
            <a:ext cx="803758" cy="523723"/>
          </a:xfrm>
          <a:prstGeom prst="rect">
            <a:avLst/>
          </a:prstGeom>
          <a:solidFill>
            <a:srgbClr val="FFFFFF">
              <a:alpha val="963"/>
            </a:srgbClr>
          </a:solidFill>
          <a:ln/>
        </p:spPr>
      </p:sp>
      <p:sp>
        <p:nvSpPr>
          <p:cNvPr id="22" name="Shape 20"/>
          <p:cNvSpPr/>
          <p:nvPr/>
        </p:nvSpPr>
        <p:spPr>
          <a:xfrm>
            <a:off x="6281928" y="7931734"/>
            <a:ext cx="803758" cy="523723"/>
          </a:xfrm>
          <a:prstGeom prst="rect">
            <a:avLst/>
          </a:prstGeom>
          <a:solidFill>
            <a:srgbClr val="FFFFFF">
              <a:alpha val="1100"/>
            </a:srgbClr>
          </a:solidFill>
          <a:ln/>
        </p:spPr>
      </p:sp>
      <p:sp>
        <p:nvSpPr>
          <p:cNvPr id="23" name="Shape 21"/>
          <p:cNvSpPr/>
          <p:nvPr/>
        </p:nvSpPr>
        <p:spPr>
          <a:xfrm>
            <a:off x="6971386" y="3148279"/>
            <a:ext cx="803758" cy="671284"/>
          </a:xfrm>
          <a:prstGeom prst="rect">
            <a:avLst/>
          </a:prstGeom>
          <a:solidFill>
            <a:srgbClr val="FFFFFF">
              <a:alpha val="344"/>
            </a:srgbClr>
          </a:solidFill>
          <a:ln/>
        </p:spPr>
      </p:sp>
      <p:sp>
        <p:nvSpPr>
          <p:cNvPr id="24" name="Shape 22"/>
          <p:cNvSpPr/>
          <p:nvPr/>
        </p:nvSpPr>
        <p:spPr>
          <a:xfrm>
            <a:off x="6971386" y="3810419"/>
            <a:ext cx="803758" cy="671284"/>
          </a:xfrm>
          <a:prstGeom prst="rect">
            <a:avLst/>
          </a:prstGeom>
          <a:solidFill>
            <a:srgbClr val="FFFFFF">
              <a:alpha val="688"/>
            </a:srgbClr>
          </a:solidFill>
          <a:ln/>
        </p:spPr>
      </p:sp>
      <p:sp>
        <p:nvSpPr>
          <p:cNvPr id="25" name="Shape 23"/>
          <p:cNvSpPr/>
          <p:nvPr/>
        </p:nvSpPr>
        <p:spPr>
          <a:xfrm>
            <a:off x="6971386" y="4472559"/>
            <a:ext cx="803758" cy="671284"/>
          </a:xfrm>
          <a:prstGeom prst="rect">
            <a:avLst/>
          </a:prstGeom>
          <a:solidFill>
            <a:srgbClr val="FFFFFF">
              <a:alpha val="1031"/>
            </a:srgbClr>
          </a:solidFill>
          <a:ln/>
        </p:spPr>
      </p:sp>
      <p:sp>
        <p:nvSpPr>
          <p:cNvPr id="26" name="Shape 24"/>
          <p:cNvSpPr/>
          <p:nvPr/>
        </p:nvSpPr>
        <p:spPr>
          <a:xfrm>
            <a:off x="6971386" y="5134699"/>
            <a:ext cx="803758" cy="671284"/>
          </a:xfrm>
          <a:prstGeom prst="rect">
            <a:avLst/>
          </a:prstGeom>
          <a:solidFill>
            <a:srgbClr val="FFFFFF">
              <a:alpha val="1375"/>
            </a:srgbClr>
          </a:solidFill>
          <a:ln/>
        </p:spPr>
      </p:sp>
      <p:sp>
        <p:nvSpPr>
          <p:cNvPr id="27" name="Shape 25"/>
          <p:cNvSpPr/>
          <p:nvPr/>
        </p:nvSpPr>
        <p:spPr>
          <a:xfrm>
            <a:off x="6971386" y="5796839"/>
            <a:ext cx="803758" cy="671284"/>
          </a:xfrm>
          <a:prstGeom prst="rect">
            <a:avLst/>
          </a:prstGeom>
          <a:solidFill>
            <a:srgbClr val="FFFFFF">
              <a:alpha val="1719"/>
            </a:srgbClr>
          </a:solidFill>
          <a:ln/>
        </p:spPr>
      </p:sp>
      <p:sp>
        <p:nvSpPr>
          <p:cNvPr id="28" name="Shape 26"/>
          <p:cNvSpPr/>
          <p:nvPr/>
        </p:nvSpPr>
        <p:spPr>
          <a:xfrm>
            <a:off x="6971386" y="6458979"/>
            <a:ext cx="803758" cy="671284"/>
          </a:xfrm>
          <a:prstGeom prst="rect">
            <a:avLst/>
          </a:prstGeom>
          <a:solidFill>
            <a:srgbClr val="FFFFFF">
              <a:alpha val="2063"/>
            </a:srgbClr>
          </a:solidFill>
          <a:ln/>
        </p:spPr>
      </p:sp>
      <p:sp>
        <p:nvSpPr>
          <p:cNvPr id="29" name="Shape 27"/>
          <p:cNvSpPr/>
          <p:nvPr/>
        </p:nvSpPr>
        <p:spPr>
          <a:xfrm>
            <a:off x="6971386" y="7121119"/>
            <a:ext cx="803758" cy="671284"/>
          </a:xfrm>
          <a:prstGeom prst="rect">
            <a:avLst/>
          </a:prstGeom>
          <a:solidFill>
            <a:srgbClr val="FFFFFF">
              <a:alpha val="2406"/>
            </a:srgbClr>
          </a:solidFill>
          <a:ln/>
        </p:spPr>
      </p:sp>
      <p:sp>
        <p:nvSpPr>
          <p:cNvPr id="30" name="Shape 28"/>
          <p:cNvSpPr/>
          <p:nvPr/>
        </p:nvSpPr>
        <p:spPr>
          <a:xfrm>
            <a:off x="6971386" y="7783259"/>
            <a:ext cx="803758" cy="671284"/>
          </a:xfrm>
          <a:prstGeom prst="rect">
            <a:avLst/>
          </a:prstGeom>
          <a:solidFill>
            <a:srgbClr val="FFFFFF">
              <a:alpha val="2750"/>
            </a:srgbClr>
          </a:solidFill>
          <a:ln/>
        </p:spPr>
      </p:sp>
      <p:sp>
        <p:nvSpPr>
          <p:cNvPr id="31" name="Shape 29"/>
          <p:cNvSpPr/>
          <p:nvPr/>
        </p:nvSpPr>
        <p:spPr>
          <a:xfrm>
            <a:off x="8323783" y="3517697"/>
            <a:ext cx="803758" cy="625107"/>
          </a:xfrm>
          <a:prstGeom prst="rect">
            <a:avLst/>
          </a:prstGeom>
          <a:solidFill>
            <a:srgbClr val="FFFFFF">
              <a:alpha val="344"/>
            </a:srgbClr>
          </a:solidFill>
          <a:ln/>
        </p:spPr>
      </p:sp>
      <p:sp>
        <p:nvSpPr>
          <p:cNvPr id="32" name="Shape 30"/>
          <p:cNvSpPr/>
          <p:nvPr/>
        </p:nvSpPr>
        <p:spPr>
          <a:xfrm>
            <a:off x="8323783" y="4133660"/>
            <a:ext cx="803758" cy="625107"/>
          </a:xfrm>
          <a:prstGeom prst="rect">
            <a:avLst/>
          </a:prstGeom>
          <a:solidFill>
            <a:srgbClr val="FFFFFF">
              <a:alpha val="688"/>
            </a:srgbClr>
          </a:solidFill>
          <a:ln/>
        </p:spPr>
      </p:sp>
      <p:sp>
        <p:nvSpPr>
          <p:cNvPr id="33" name="Shape 31"/>
          <p:cNvSpPr/>
          <p:nvPr/>
        </p:nvSpPr>
        <p:spPr>
          <a:xfrm>
            <a:off x="8323783" y="4749622"/>
            <a:ext cx="803758" cy="625107"/>
          </a:xfrm>
          <a:prstGeom prst="rect">
            <a:avLst/>
          </a:prstGeom>
          <a:solidFill>
            <a:srgbClr val="FFFFFF">
              <a:alpha val="1031"/>
            </a:srgbClr>
          </a:solidFill>
          <a:ln/>
        </p:spPr>
      </p:sp>
      <p:sp>
        <p:nvSpPr>
          <p:cNvPr id="34" name="Shape 32"/>
          <p:cNvSpPr/>
          <p:nvPr/>
        </p:nvSpPr>
        <p:spPr>
          <a:xfrm>
            <a:off x="8323783" y="5365585"/>
            <a:ext cx="803758" cy="625107"/>
          </a:xfrm>
          <a:prstGeom prst="rect">
            <a:avLst/>
          </a:prstGeom>
          <a:solidFill>
            <a:srgbClr val="FFFFFF">
              <a:alpha val="1375"/>
            </a:srgbClr>
          </a:solidFill>
          <a:ln/>
        </p:spPr>
      </p:sp>
      <p:sp>
        <p:nvSpPr>
          <p:cNvPr id="35" name="Shape 33"/>
          <p:cNvSpPr/>
          <p:nvPr/>
        </p:nvSpPr>
        <p:spPr>
          <a:xfrm>
            <a:off x="8323783" y="5981548"/>
            <a:ext cx="803758" cy="625107"/>
          </a:xfrm>
          <a:prstGeom prst="rect">
            <a:avLst/>
          </a:prstGeom>
          <a:solidFill>
            <a:srgbClr val="FFFFFF">
              <a:alpha val="1719"/>
            </a:srgbClr>
          </a:solidFill>
          <a:ln/>
        </p:spPr>
      </p:sp>
      <p:sp>
        <p:nvSpPr>
          <p:cNvPr id="36" name="Shape 34"/>
          <p:cNvSpPr/>
          <p:nvPr/>
        </p:nvSpPr>
        <p:spPr>
          <a:xfrm>
            <a:off x="8323783" y="6597510"/>
            <a:ext cx="803758" cy="625107"/>
          </a:xfrm>
          <a:prstGeom prst="rect">
            <a:avLst/>
          </a:prstGeom>
          <a:solidFill>
            <a:srgbClr val="FFFFFF">
              <a:alpha val="2063"/>
            </a:srgbClr>
          </a:solidFill>
          <a:ln/>
        </p:spPr>
      </p:sp>
      <p:sp>
        <p:nvSpPr>
          <p:cNvPr id="37" name="Shape 35"/>
          <p:cNvSpPr/>
          <p:nvPr/>
        </p:nvSpPr>
        <p:spPr>
          <a:xfrm>
            <a:off x="8323783" y="7213473"/>
            <a:ext cx="803758" cy="625107"/>
          </a:xfrm>
          <a:prstGeom prst="rect">
            <a:avLst/>
          </a:prstGeom>
          <a:solidFill>
            <a:srgbClr val="FFFFFF">
              <a:alpha val="2406"/>
            </a:srgbClr>
          </a:solidFill>
          <a:ln/>
        </p:spPr>
      </p:sp>
      <p:sp>
        <p:nvSpPr>
          <p:cNvPr id="38" name="Shape 36"/>
          <p:cNvSpPr/>
          <p:nvPr/>
        </p:nvSpPr>
        <p:spPr>
          <a:xfrm>
            <a:off x="8323783" y="7829436"/>
            <a:ext cx="803758" cy="625107"/>
          </a:xfrm>
          <a:prstGeom prst="rect">
            <a:avLst/>
          </a:prstGeom>
          <a:solidFill>
            <a:srgbClr val="FFFFFF">
              <a:alpha val="2750"/>
            </a:srgbClr>
          </a:solidFill>
          <a:ln/>
        </p:spPr>
      </p:sp>
      <p:sp>
        <p:nvSpPr>
          <p:cNvPr id="39" name="Shape 37"/>
          <p:cNvSpPr/>
          <p:nvPr/>
        </p:nvSpPr>
        <p:spPr>
          <a:xfrm>
            <a:off x="9015070" y="5355641"/>
            <a:ext cx="803758" cy="395364"/>
          </a:xfrm>
          <a:prstGeom prst="rect">
            <a:avLst/>
          </a:prstGeom>
          <a:solidFill>
            <a:srgbClr val="FFFFFF">
              <a:alpha val="138"/>
            </a:srgbClr>
          </a:solidFill>
          <a:ln/>
        </p:spPr>
      </p:sp>
      <p:sp>
        <p:nvSpPr>
          <p:cNvPr id="40" name="Shape 38"/>
          <p:cNvSpPr/>
          <p:nvPr/>
        </p:nvSpPr>
        <p:spPr>
          <a:xfrm>
            <a:off x="9015070" y="5741861"/>
            <a:ext cx="803758" cy="395364"/>
          </a:xfrm>
          <a:prstGeom prst="rect">
            <a:avLst/>
          </a:prstGeom>
          <a:solidFill>
            <a:srgbClr val="FFFFFF">
              <a:alpha val="275"/>
            </a:srgbClr>
          </a:solidFill>
          <a:ln/>
        </p:spPr>
      </p:sp>
      <p:sp>
        <p:nvSpPr>
          <p:cNvPr id="41" name="Shape 39"/>
          <p:cNvSpPr/>
          <p:nvPr/>
        </p:nvSpPr>
        <p:spPr>
          <a:xfrm>
            <a:off x="9015070" y="6128080"/>
            <a:ext cx="803758" cy="395364"/>
          </a:xfrm>
          <a:prstGeom prst="rect">
            <a:avLst/>
          </a:prstGeom>
          <a:solidFill>
            <a:srgbClr val="FFFFFF">
              <a:alpha val="412"/>
            </a:srgbClr>
          </a:solidFill>
          <a:ln/>
        </p:spPr>
      </p:sp>
      <p:sp>
        <p:nvSpPr>
          <p:cNvPr id="42" name="Shape 40"/>
          <p:cNvSpPr/>
          <p:nvPr/>
        </p:nvSpPr>
        <p:spPr>
          <a:xfrm>
            <a:off x="9015070" y="6514300"/>
            <a:ext cx="803758" cy="395364"/>
          </a:xfrm>
          <a:prstGeom prst="rect">
            <a:avLst/>
          </a:prstGeom>
          <a:solidFill>
            <a:srgbClr val="FFFFFF">
              <a:alpha val="550"/>
            </a:srgbClr>
          </a:solidFill>
          <a:ln/>
        </p:spPr>
      </p:sp>
      <p:sp>
        <p:nvSpPr>
          <p:cNvPr id="43" name="Shape 41"/>
          <p:cNvSpPr/>
          <p:nvPr/>
        </p:nvSpPr>
        <p:spPr>
          <a:xfrm>
            <a:off x="9015070" y="6900520"/>
            <a:ext cx="803758" cy="395364"/>
          </a:xfrm>
          <a:prstGeom prst="rect">
            <a:avLst/>
          </a:prstGeom>
          <a:solidFill>
            <a:srgbClr val="FFFFFF">
              <a:alpha val="688"/>
            </a:srgbClr>
          </a:solidFill>
          <a:ln/>
        </p:spPr>
      </p:sp>
      <p:sp>
        <p:nvSpPr>
          <p:cNvPr id="44" name="Shape 42"/>
          <p:cNvSpPr/>
          <p:nvPr/>
        </p:nvSpPr>
        <p:spPr>
          <a:xfrm>
            <a:off x="9015070" y="7286739"/>
            <a:ext cx="803758" cy="395364"/>
          </a:xfrm>
          <a:prstGeom prst="rect">
            <a:avLst/>
          </a:prstGeom>
          <a:solidFill>
            <a:srgbClr val="FFFFFF">
              <a:alpha val="825"/>
            </a:srgbClr>
          </a:solidFill>
          <a:ln/>
        </p:spPr>
      </p:sp>
      <p:sp>
        <p:nvSpPr>
          <p:cNvPr id="45" name="Shape 43"/>
          <p:cNvSpPr/>
          <p:nvPr/>
        </p:nvSpPr>
        <p:spPr>
          <a:xfrm>
            <a:off x="9015070" y="7672959"/>
            <a:ext cx="803758" cy="395364"/>
          </a:xfrm>
          <a:prstGeom prst="rect">
            <a:avLst/>
          </a:prstGeom>
          <a:solidFill>
            <a:srgbClr val="FFFFFF">
              <a:alpha val="963"/>
            </a:srgbClr>
          </a:solidFill>
          <a:ln/>
        </p:spPr>
      </p:sp>
      <p:sp>
        <p:nvSpPr>
          <p:cNvPr id="46" name="Shape 44"/>
          <p:cNvSpPr/>
          <p:nvPr/>
        </p:nvSpPr>
        <p:spPr>
          <a:xfrm>
            <a:off x="9015070" y="8059179"/>
            <a:ext cx="803758" cy="395364"/>
          </a:xfrm>
          <a:prstGeom prst="rect">
            <a:avLst/>
          </a:prstGeom>
          <a:solidFill>
            <a:srgbClr val="FFFFFF">
              <a:alpha val="1100"/>
            </a:srgbClr>
          </a:solidFill>
          <a:ln/>
        </p:spPr>
      </p:sp>
      <p:sp>
        <p:nvSpPr>
          <p:cNvPr id="47" name="Shape 45"/>
          <p:cNvSpPr/>
          <p:nvPr/>
        </p:nvSpPr>
        <p:spPr>
          <a:xfrm>
            <a:off x="11793931" y="1728216"/>
            <a:ext cx="803758" cy="849706"/>
          </a:xfrm>
          <a:prstGeom prst="rect">
            <a:avLst/>
          </a:prstGeom>
          <a:solidFill>
            <a:srgbClr val="FFFFFF">
              <a:alpha val="688"/>
            </a:srgbClr>
          </a:solidFill>
          <a:ln/>
        </p:spPr>
      </p:sp>
      <p:sp>
        <p:nvSpPr>
          <p:cNvPr id="48" name="Shape 46"/>
          <p:cNvSpPr/>
          <p:nvPr/>
        </p:nvSpPr>
        <p:spPr>
          <a:xfrm>
            <a:off x="11793931" y="2568778"/>
            <a:ext cx="803758" cy="849706"/>
          </a:xfrm>
          <a:prstGeom prst="rect">
            <a:avLst/>
          </a:prstGeom>
          <a:solidFill>
            <a:srgbClr val="FFFFFF">
              <a:alpha val="1375"/>
            </a:srgbClr>
          </a:solidFill>
          <a:ln/>
        </p:spPr>
      </p:sp>
      <p:sp>
        <p:nvSpPr>
          <p:cNvPr id="49" name="Shape 47"/>
          <p:cNvSpPr/>
          <p:nvPr/>
        </p:nvSpPr>
        <p:spPr>
          <a:xfrm>
            <a:off x="11793931" y="3409340"/>
            <a:ext cx="803758" cy="849706"/>
          </a:xfrm>
          <a:prstGeom prst="rect">
            <a:avLst/>
          </a:prstGeom>
          <a:solidFill>
            <a:srgbClr val="FFFFFF">
              <a:alpha val="2063"/>
            </a:srgbClr>
          </a:solidFill>
          <a:ln/>
        </p:spPr>
      </p:sp>
      <p:sp>
        <p:nvSpPr>
          <p:cNvPr id="50" name="Shape 48"/>
          <p:cNvSpPr/>
          <p:nvPr/>
        </p:nvSpPr>
        <p:spPr>
          <a:xfrm>
            <a:off x="11793931" y="4249903"/>
            <a:ext cx="803758" cy="849706"/>
          </a:xfrm>
          <a:prstGeom prst="rect">
            <a:avLst/>
          </a:prstGeom>
          <a:solidFill>
            <a:srgbClr val="FFFFFF">
              <a:alpha val="2750"/>
            </a:srgbClr>
          </a:solidFill>
          <a:ln/>
        </p:spPr>
      </p:sp>
      <p:sp>
        <p:nvSpPr>
          <p:cNvPr id="51" name="Shape 49"/>
          <p:cNvSpPr/>
          <p:nvPr/>
        </p:nvSpPr>
        <p:spPr>
          <a:xfrm>
            <a:off x="11793931" y="5090465"/>
            <a:ext cx="803758" cy="849706"/>
          </a:xfrm>
          <a:prstGeom prst="rect">
            <a:avLst/>
          </a:prstGeom>
          <a:solidFill>
            <a:srgbClr val="FFFFFF">
              <a:alpha val="3438"/>
            </a:srgbClr>
          </a:solidFill>
          <a:ln/>
        </p:spPr>
      </p:sp>
      <p:sp>
        <p:nvSpPr>
          <p:cNvPr id="52" name="Shape 50"/>
          <p:cNvSpPr/>
          <p:nvPr/>
        </p:nvSpPr>
        <p:spPr>
          <a:xfrm>
            <a:off x="11793931" y="5931027"/>
            <a:ext cx="803758" cy="849706"/>
          </a:xfrm>
          <a:prstGeom prst="rect">
            <a:avLst/>
          </a:prstGeom>
          <a:solidFill>
            <a:srgbClr val="FFFFFF">
              <a:alpha val="4125"/>
            </a:srgbClr>
          </a:solidFill>
          <a:ln/>
        </p:spPr>
      </p:sp>
      <p:sp>
        <p:nvSpPr>
          <p:cNvPr id="53" name="Shape 51"/>
          <p:cNvSpPr/>
          <p:nvPr/>
        </p:nvSpPr>
        <p:spPr>
          <a:xfrm>
            <a:off x="11793931" y="6771589"/>
            <a:ext cx="803758" cy="849706"/>
          </a:xfrm>
          <a:prstGeom prst="rect">
            <a:avLst/>
          </a:prstGeom>
          <a:solidFill>
            <a:srgbClr val="FFFFFF">
              <a:alpha val="4813"/>
            </a:srgbClr>
          </a:solidFill>
          <a:ln/>
        </p:spPr>
      </p:sp>
      <p:sp>
        <p:nvSpPr>
          <p:cNvPr id="54" name="Shape 52"/>
          <p:cNvSpPr/>
          <p:nvPr/>
        </p:nvSpPr>
        <p:spPr>
          <a:xfrm>
            <a:off x="11793931" y="7612151"/>
            <a:ext cx="803758" cy="849706"/>
          </a:xfrm>
          <a:prstGeom prst="rect">
            <a:avLst/>
          </a:prstGeom>
          <a:solidFill>
            <a:srgbClr val="FFFFFF">
              <a:alpha val="5500"/>
            </a:srgbClr>
          </a:solidFill>
          <a:ln/>
        </p:spPr>
      </p:sp>
      <p:sp>
        <p:nvSpPr>
          <p:cNvPr id="55" name="Shape 53"/>
          <p:cNvSpPr/>
          <p:nvPr/>
        </p:nvSpPr>
        <p:spPr>
          <a:xfrm>
            <a:off x="10424160" y="4336999"/>
            <a:ext cx="803758" cy="523723"/>
          </a:xfrm>
          <a:prstGeom prst="rect">
            <a:avLst/>
          </a:prstGeom>
          <a:solidFill>
            <a:srgbClr val="FFFFFF">
              <a:alpha val="138"/>
            </a:srgbClr>
          </a:solidFill>
          <a:ln/>
        </p:spPr>
      </p:sp>
      <p:sp>
        <p:nvSpPr>
          <p:cNvPr id="56" name="Shape 54"/>
          <p:cNvSpPr/>
          <p:nvPr/>
        </p:nvSpPr>
        <p:spPr>
          <a:xfrm>
            <a:off x="10424160" y="4851578"/>
            <a:ext cx="803758" cy="523723"/>
          </a:xfrm>
          <a:prstGeom prst="rect">
            <a:avLst/>
          </a:prstGeom>
          <a:solidFill>
            <a:srgbClr val="FFFFFF">
              <a:alpha val="275"/>
            </a:srgbClr>
          </a:solidFill>
          <a:ln/>
        </p:spPr>
      </p:sp>
      <p:sp>
        <p:nvSpPr>
          <p:cNvPr id="57" name="Shape 55"/>
          <p:cNvSpPr/>
          <p:nvPr/>
        </p:nvSpPr>
        <p:spPr>
          <a:xfrm>
            <a:off x="10424160" y="5366156"/>
            <a:ext cx="803758" cy="523723"/>
          </a:xfrm>
          <a:prstGeom prst="rect">
            <a:avLst/>
          </a:prstGeom>
          <a:solidFill>
            <a:srgbClr val="FFFFFF">
              <a:alpha val="412"/>
            </a:srgbClr>
          </a:solidFill>
          <a:ln/>
        </p:spPr>
      </p:sp>
      <p:sp>
        <p:nvSpPr>
          <p:cNvPr id="58" name="Shape 56"/>
          <p:cNvSpPr/>
          <p:nvPr/>
        </p:nvSpPr>
        <p:spPr>
          <a:xfrm>
            <a:off x="10424160" y="5880735"/>
            <a:ext cx="803758" cy="523723"/>
          </a:xfrm>
          <a:prstGeom prst="rect">
            <a:avLst/>
          </a:prstGeom>
          <a:solidFill>
            <a:srgbClr val="FFFFFF">
              <a:alpha val="550"/>
            </a:srgbClr>
          </a:solidFill>
          <a:ln/>
        </p:spPr>
      </p:sp>
      <p:sp>
        <p:nvSpPr>
          <p:cNvPr id="59" name="Shape 57"/>
          <p:cNvSpPr/>
          <p:nvPr/>
        </p:nvSpPr>
        <p:spPr>
          <a:xfrm>
            <a:off x="10424160" y="6395314"/>
            <a:ext cx="803758" cy="523723"/>
          </a:xfrm>
          <a:prstGeom prst="rect">
            <a:avLst/>
          </a:prstGeom>
          <a:solidFill>
            <a:srgbClr val="FFFFFF">
              <a:alpha val="688"/>
            </a:srgbClr>
          </a:solidFill>
          <a:ln/>
        </p:spPr>
      </p:sp>
      <p:sp>
        <p:nvSpPr>
          <p:cNvPr id="60" name="Shape 58"/>
          <p:cNvSpPr/>
          <p:nvPr/>
        </p:nvSpPr>
        <p:spPr>
          <a:xfrm>
            <a:off x="10424160" y="6909892"/>
            <a:ext cx="803758" cy="523723"/>
          </a:xfrm>
          <a:prstGeom prst="rect">
            <a:avLst/>
          </a:prstGeom>
          <a:solidFill>
            <a:srgbClr val="FFFFFF">
              <a:alpha val="825"/>
            </a:srgbClr>
          </a:solidFill>
          <a:ln/>
        </p:spPr>
      </p:sp>
      <p:sp>
        <p:nvSpPr>
          <p:cNvPr id="61" name="Shape 59"/>
          <p:cNvSpPr/>
          <p:nvPr/>
        </p:nvSpPr>
        <p:spPr>
          <a:xfrm>
            <a:off x="10424160" y="7424471"/>
            <a:ext cx="803758" cy="523723"/>
          </a:xfrm>
          <a:prstGeom prst="rect">
            <a:avLst/>
          </a:prstGeom>
          <a:solidFill>
            <a:srgbClr val="FFFFFF">
              <a:alpha val="963"/>
            </a:srgbClr>
          </a:solidFill>
          <a:ln/>
        </p:spPr>
      </p:sp>
      <p:sp>
        <p:nvSpPr>
          <p:cNvPr id="62" name="Shape 60"/>
          <p:cNvSpPr/>
          <p:nvPr/>
        </p:nvSpPr>
        <p:spPr>
          <a:xfrm>
            <a:off x="10424160" y="7939049"/>
            <a:ext cx="803758" cy="523723"/>
          </a:xfrm>
          <a:prstGeom prst="rect">
            <a:avLst/>
          </a:prstGeom>
          <a:solidFill>
            <a:srgbClr val="FFFFFF">
              <a:alpha val="1100"/>
            </a:srgbClr>
          </a:solidFill>
          <a:ln/>
        </p:spPr>
      </p:sp>
      <p:sp>
        <p:nvSpPr>
          <p:cNvPr id="63" name="Shape 61"/>
          <p:cNvSpPr/>
          <p:nvPr/>
        </p:nvSpPr>
        <p:spPr>
          <a:xfrm>
            <a:off x="11113618" y="3155594"/>
            <a:ext cx="803758" cy="671284"/>
          </a:xfrm>
          <a:prstGeom prst="rect">
            <a:avLst/>
          </a:prstGeom>
          <a:solidFill>
            <a:srgbClr val="FFFFFF">
              <a:alpha val="344"/>
            </a:srgbClr>
          </a:solidFill>
          <a:ln/>
        </p:spPr>
      </p:sp>
      <p:sp>
        <p:nvSpPr>
          <p:cNvPr id="64" name="Shape 62"/>
          <p:cNvSpPr/>
          <p:nvPr/>
        </p:nvSpPr>
        <p:spPr>
          <a:xfrm>
            <a:off x="11113618" y="3817734"/>
            <a:ext cx="803758" cy="671284"/>
          </a:xfrm>
          <a:prstGeom prst="rect">
            <a:avLst/>
          </a:prstGeom>
          <a:solidFill>
            <a:srgbClr val="FFFFFF">
              <a:alpha val="688"/>
            </a:srgbClr>
          </a:solidFill>
          <a:ln/>
        </p:spPr>
      </p:sp>
      <p:sp>
        <p:nvSpPr>
          <p:cNvPr id="65" name="Shape 63"/>
          <p:cNvSpPr/>
          <p:nvPr/>
        </p:nvSpPr>
        <p:spPr>
          <a:xfrm>
            <a:off x="11113618" y="4479874"/>
            <a:ext cx="803758" cy="671284"/>
          </a:xfrm>
          <a:prstGeom prst="rect">
            <a:avLst/>
          </a:prstGeom>
          <a:solidFill>
            <a:srgbClr val="FFFFFF">
              <a:alpha val="1031"/>
            </a:srgbClr>
          </a:solidFill>
          <a:ln/>
        </p:spPr>
      </p:sp>
      <p:sp>
        <p:nvSpPr>
          <p:cNvPr id="66" name="Shape 64"/>
          <p:cNvSpPr/>
          <p:nvPr/>
        </p:nvSpPr>
        <p:spPr>
          <a:xfrm>
            <a:off x="11113618" y="5142014"/>
            <a:ext cx="803758" cy="671284"/>
          </a:xfrm>
          <a:prstGeom prst="rect">
            <a:avLst/>
          </a:prstGeom>
          <a:solidFill>
            <a:srgbClr val="FFFFFF">
              <a:alpha val="1375"/>
            </a:srgbClr>
          </a:solidFill>
          <a:ln/>
        </p:spPr>
      </p:sp>
      <p:sp>
        <p:nvSpPr>
          <p:cNvPr id="67" name="Shape 65"/>
          <p:cNvSpPr/>
          <p:nvPr/>
        </p:nvSpPr>
        <p:spPr>
          <a:xfrm>
            <a:off x="11113618" y="5804154"/>
            <a:ext cx="803758" cy="671284"/>
          </a:xfrm>
          <a:prstGeom prst="rect">
            <a:avLst/>
          </a:prstGeom>
          <a:solidFill>
            <a:srgbClr val="FFFFFF">
              <a:alpha val="1719"/>
            </a:srgbClr>
          </a:solidFill>
          <a:ln/>
        </p:spPr>
      </p:sp>
      <p:sp>
        <p:nvSpPr>
          <p:cNvPr id="68" name="Shape 66"/>
          <p:cNvSpPr/>
          <p:nvPr/>
        </p:nvSpPr>
        <p:spPr>
          <a:xfrm>
            <a:off x="11113618" y="6466294"/>
            <a:ext cx="803758" cy="671284"/>
          </a:xfrm>
          <a:prstGeom prst="rect">
            <a:avLst/>
          </a:prstGeom>
          <a:solidFill>
            <a:srgbClr val="FFFFFF">
              <a:alpha val="2063"/>
            </a:srgbClr>
          </a:solidFill>
          <a:ln/>
        </p:spPr>
      </p:sp>
      <p:sp>
        <p:nvSpPr>
          <p:cNvPr id="69" name="Shape 67"/>
          <p:cNvSpPr/>
          <p:nvPr/>
        </p:nvSpPr>
        <p:spPr>
          <a:xfrm>
            <a:off x="11113618" y="7128434"/>
            <a:ext cx="803758" cy="671284"/>
          </a:xfrm>
          <a:prstGeom prst="rect">
            <a:avLst/>
          </a:prstGeom>
          <a:solidFill>
            <a:srgbClr val="FFFFFF">
              <a:alpha val="2406"/>
            </a:srgbClr>
          </a:solidFill>
          <a:ln/>
        </p:spPr>
      </p:sp>
      <p:sp>
        <p:nvSpPr>
          <p:cNvPr id="70" name="Shape 68"/>
          <p:cNvSpPr/>
          <p:nvPr/>
        </p:nvSpPr>
        <p:spPr>
          <a:xfrm>
            <a:off x="11113618" y="7790574"/>
            <a:ext cx="803758" cy="671284"/>
          </a:xfrm>
          <a:prstGeom prst="rect">
            <a:avLst/>
          </a:prstGeom>
          <a:solidFill>
            <a:srgbClr val="FFFFFF">
              <a:alpha val="2750"/>
            </a:srgbClr>
          </a:solidFill>
          <a:ln/>
        </p:spPr>
      </p:sp>
      <p:sp>
        <p:nvSpPr>
          <p:cNvPr id="71" name="Shape 69"/>
          <p:cNvSpPr/>
          <p:nvPr/>
        </p:nvSpPr>
        <p:spPr>
          <a:xfrm>
            <a:off x="3628339" y="1728216"/>
            <a:ext cx="803758" cy="849706"/>
          </a:xfrm>
          <a:prstGeom prst="rect">
            <a:avLst/>
          </a:prstGeom>
          <a:solidFill>
            <a:srgbClr val="FFFFFF">
              <a:alpha val="1031"/>
            </a:srgbClr>
          </a:solidFill>
          <a:ln/>
        </p:spPr>
      </p:sp>
      <p:sp>
        <p:nvSpPr>
          <p:cNvPr id="72" name="Shape 70"/>
          <p:cNvSpPr/>
          <p:nvPr/>
        </p:nvSpPr>
        <p:spPr>
          <a:xfrm>
            <a:off x="3628339" y="2568778"/>
            <a:ext cx="803758" cy="849706"/>
          </a:xfrm>
          <a:prstGeom prst="rect">
            <a:avLst/>
          </a:prstGeom>
          <a:solidFill>
            <a:srgbClr val="FFFFFF">
              <a:alpha val="2063"/>
            </a:srgbClr>
          </a:solidFill>
          <a:ln/>
        </p:spPr>
      </p:sp>
      <p:sp>
        <p:nvSpPr>
          <p:cNvPr id="73" name="Shape 71"/>
          <p:cNvSpPr/>
          <p:nvPr/>
        </p:nvSpPr>
        <p:spPr>
          <a:xfrm>
            <a:off x="3628339" y="3409340"/>
            <a:ext cx="803758" cy="849706"/>
          </a:xfrm>
          <a:prstGeom prst="rect">
            <a:avLst/>
          </a:prstGeom>
          <a:solidFill>
            <a:srgbClr val="FFFFFF">
              <a:alpha val="3094"/>
            </a:srgbClr>
          </a:solidFill>
          <a:ln/>
        </p:spPr>
      </p:sp>
      <p:sp>
        <p:nvSpPr>
          <p:cNvPr id="74" name="Shape 72"/>
          <p:cNvSpPr/>
          <p:nvPr/>
        </p:nvSpPr>
        <p:spPr>
          <a:xfrm>
            <a:off x="3628339" y="4249903"/>
            <a:ext cx="803758" cy="849706"/>
          </a:xfrm>
          <a:prstGeom prst="rect">
            <a:avLst/>
          </a:prstGeom>
          <a:solidFill>
            <a:srgbClr val="FFFFFF">
              <a:alpha val="4125"/>
            </a:srgbClr>
          </a:solidFill>
          <a:ln/>
        </p:spPr>
      </p:sp>
      <p:sp>
        <p:nvSpPr>
          <p:cNvPr id="75" name="Shape 73"/>
          <p:cNvSpPr/>
          <p:nvPr/>
        </p:nvSpPr>
        <p:spPr>
          <a:xfrm>
            <a:off x="3628339" y="5090465"/>
            <a:ext cx="803758" cy="849706"/>
          </a:xfrm>
          <a:prstGeom prst="rect">
            <a:avLst/>
          </a:prstGeom>
          <a:solidFill>
            <a:srgbClr val="FFFFFF">
              <a:alpha val="5156"/>
            </a:srgbClr>
          </a:solidFill>
          <a:ln/>
        </p:spPr>
      </p:sp>
      <p:sp>
        <p:nvSpPr>
          <p:cNvPr id="76" name="Shape 74"/>
          <p:cNvSpPr/>
          <p:nvPr/>
        </p:nvSpPr>
        <p:spPr>
          <a:xfrm>
            <a:off x="3628339" y="5931027"/>
            <a:ext cx="803758" cy="849706"/>
          </a:xfrm>
          <a:prstGeom prst="rect">
            <a:avLst/>
          </a:prstGeom>
          <a:solidFill>
            <a:srgbClr val="FFFFFF">
              <a:alpha val="6188"/>
            </a:srgbClr>
          </a:solidFill>
          <a:ln/>
        </p:spPr>
      </p:sp>
      <p:sp>
        <p:nvSpPr>
          <p:cNvPr id="77" name="Shape 75"/>
          <p:cNvSpPr/>
          <p:nvPr/>
        </p:nvSpPr>
        <p:spPr>
          <a:xfrm>
            <a:off x="3628339" y="6771589"/>
            <a:ext cx="803758" cy="849706"/>
          </a:xfrm>
          <a:prstGeom prst="rect">
            <a:avLst/>
          </a:prstGeom>
          <a:solidFill>
            <a:srgbClr val="FFFFFF">
              <a:alpha val="7219"/>
            </a:srgbClr>
          </a:solidFill>
          <a:ln/>
        </p:spPr>
      </p:sp>
      <p:sp>
        <p:nvSpPr>
          <p:cNvPr id="78" name="Shape 76"/>
          <p:cNvSpPr/>
          <p:nvPr/>
        </p:nvSpPr>
        <p:spPr>
          <a:xfrm>
            <a:off x="3628339" y="7612151"/>
            <a:ext cx="803758" cy="849706"/>
          </a:xfrm>
          <a:prstGeom prst="rect">
            <a:avLst/>
          </a:prstGeom>
          <a:solidFill>
            <a:srgbClr val="FFFFFF">
              <a:alpha val="8250"/>
            </a:srgbClr>
          </a:solidFill>
          <a:ln/>
        </p:spPr>
      </p:sp>
      <p:sp>
        <p:nvSpPr>
          <p:cNvPr id="79" name="Shape 77"/>
          <p:cNvSpPr/>
          <p:nvPr/>
        </p:nvSpPr>
        <p:spPr>
          <a:xfrm>
            <a:off x="2258568" y="4336999"/>
            <a:ext cx="803758" cy="523723"/>
          </a:xfrm>
          <a:prstGeom prst="rect">
            <a:avLst/>
          </a:prstGeom>
          <a:solidFill>
            <a:srgbClr val="FFFFFF">
              <a:alpha val="344"/>
            </a:srgbClr>
          </a:solidFill>
          <a:ln/>
        </p:spPr>
      </p:sp>
      <p:sp>
        <p:nvSpPr>
          <p:cNvPr id="80" name="Shape 78"/>
          <p:cNvSpPr/>
          <p:nvPr/>
        </p:nvSpPr>
        <p:spPr>
          <a:xfrm>
            <a:off x="2258568" y="4851578"/>
            <a:ext cx="803758" cy="523723"/>
          </a:xfrm>
          <a:prstGeom prst="rect">
            <a:avLst/>
          </a:prstGeom>
          <a:solidFill>
            <a:srgbClr val="FFFFFF">
              <a:alpha val="688"/>
            </a:srgbClr>
          </a:solidFill>
          <a:ln/>
        </p:spPr>
      </p:sp>
      <p:sp>
        <p:nvSpPr>
          <p:cNvPr id="81" name="Shape 79"/>
          <p:cNvSpPr/>
          <p:nvPr/>
        </p:nvSpPr>
        <p:spPr>
          <a:xfrm>
            <a:off x="2258568" y="5366156"/>
            <a:ext cx="803758" cy="523723"/>
          </a:xfrm>
          <a:prstGeom prst="rect">
            <a:avLst/>
          </a:prstGeom>
          <a:solidFill>
            <a:srgbClr val="FFFFFF">
              <a:alpha val="1031"/>
            </a:srgbClr>
          </a:solidFill>
          <a:ln/>
        </p:spPr>
      </p:sp>
      <p:sp>
        <p:nvSpPr>
          <p:cNvPr id="82" name="Shape 80"/>
          <p:cNvSpPr/>
          <p:nvPr/>
        </p:nvSpPr>
        <p:spPr>
          <a:xfrm>
            <a:off x="2258568" y="5880735"/>
            <a:ext cx="803758" cy="523723"/>
          </a:xfrm>
          <a:prstGeom prst="rect">
            <a:avLst/>
          </a:prstGeom>
          <a:solidFill>
            <a:srgbClr val="FFFFFF">
              <a:alpha val="1375"/>
            </a:srgbClr>
          </a:solidFill>
          <a:ln/>
        </p:spPr>
      </p:sp>
      <p:sp>
        <p:nvSpPr>
          <p:cNvPr id="83" name="Shape 81"/>
          <p:cNvSpPr/>
          <p:nvPr/>
        </p:nvSpPr>
        <p:spPr>
          <a:xfrm>
            <a:off x="2258568" y="6395314"/>
            <a:ext cx="803758" cy="523723"/>
          </a:xfrm>
          <a:prstGeom prst="rect">
            <a:avLst/>
          </a:prstGeom>
          <a:solidFill>
            <a:srgbClr val="FFFFFF">
              <a:alpha val="1719"/>
            </a:srgbClr>
          </a:solidFill>
          <a:ln/>
        </p:spPr>
      </p:sp>
      <p:sp>
        <p:nvSpPr>
          <p:cNvPr id="84" name="Shape 82"/>
          <p:cNvSpPr/>
          <p:nvPr/>
        </p:nvSpPr>
        <p:spPr>
          <a:xfrm>
            <a:off x="2258568" y="6909892"/>
            <a:ext cx="803758" cy="523723"/>
          </a:xfrm>
          <a:prstGeom prst="rect">
            <a:avLst/>
          </a:prstGeom>
          <a:solidFill>
            <a:srgbClr val="FFFFFF">
              <a:alpha val="2063"/>
            </a:srgbClr>
          </a:solidFill>
          <a:ln/>
        </p:spPr>
      </p:sp>
      <p:sp>
        <p:nvSpPr>
          <p:cNvPr id="85" name="Shape 83"/>
          <p:cNvSpPr/>
          <p:nvPr/>
        </p:nvSpPr>
        <p:spPr>
          <a:xfrm>
            <a:off x="2258568" y="7424471"/>
            <a:ext cx="803758" cy="523723"/>
          </a:xfrm>
          <a:prstGeom prst="rect">
            <a:avLst/>
          </a:prstGeom>
          <a:solidFill>
            <a:srgbClr val="FFFFFF">
              <a:alpha val="2406"/>
            </a:srgbClr>
          </a:solidFill>
          <a:ln/>
        </p:spPr>
      </p:sp>
      <p:sp>
        <p:nvSpPr>
          <p:cNvPr id="86" name="Shape 84"/>
          <p:cNvSpPr/>
          <p:nvPr/>
        </p:nvSpPr>
        <p:spPr>
          <a:xfrm>
            <a:off x="2258568" y="7939049"/>
            <a:ext cx="803758" cy="523723"/>
          </a:xfrm>
          <a:prstGeom prst="rect">
            <a:avLst/>
          </a:prstGeom>
          <a:solidFill>
            <a:srgbClr val="FFFFFF">
              <a:alpha val="2750"/>
            </a:srgbClr>
          </a:solidFill>
          <a:ln/>
        </p:spPr>
      </p:sp>
      <p:sp>
        <p:nvSpPr>
          <p:cNvPr id="87" name="Shape 85"/>
          <p:cNvSpPr/>
          <p:nvPr/>
        </p:nvSpPr>
        <p:spPr>
          <a:xfrm>
            <a:off x="2948026" y="3155594"/>
            <a:ext cx="803758" cy="671284"/>
          </a:xfrm>
          <a:prstGeom prst="rect">
            <a:avLst/>
          </a:prstGeom>
          <a:solidFill>
            <a:srgbClr val="FFFFFF">
              <a:alpha val="688"/>
            </a:srgbClr>
          </a:solidFill>
          <a:ln/>
        </p:spPr>
      </p:sp>
      <p:sp>
        <p:nvSpPr>
          <p:cNvPr id="88" name="Shape 86"/>
          <p:cNvSpPr/>
          <p:nvPr/>
        </p:nvSpPr>
        <p:spPr>
          <a:xfrm>
            <a:off x="2948026" y="3817734"/>
            <a:ext cx="803758" cy="671284"/>
          </a:xfrm>
          <a:prstGeom prst="rect">
            <a:avLst/>
          </a:prstGeom>
          <a:solidFill>
            <a:srgbClr val="FFFFFF">
              <a:alpha val="1375"/>
            </a:srgbClr>
          </a:solidFill>
          <a:ln/>
        </p:spPr>
      </p:sp>
      <p:sp>
        <p:nvSpPr>
          <p:cNvPr id="89" name="Shape 87"/>
          <p:cNvSpPr/>
          <p:nvPr/>
        </p:nvSpPr>
        <p:spPr>
          <a:xfrm>
            <a:off x="2948026" y="4479874"/>
            <a:ext cx="803758" cy="671284"/>
          </a:xfrm>
          <a:prstGeom prst="rect">
            <a:avLst/>
          </a:prstGeom>
          <a:solidFill>
            <a:srgbClr val="FFFFFF">
              <a:alpha val="2063"/>
            </a:srgbClr>
          </a:solidFill>
          <a:ln/>
        </p:spPr>
      </p:sp>
      <p:sp>
        <p:nvSpPr>
          <p:cNvPr id="90" name="Shape 88"/>
          <p:cNvSpPr/>
          <p:nvPr/>
        </p:nvSpPr>
        <p:spPr>
          <a:xfrm>
            <a:off x="2948026" y="5142014"/>
            <a:ext cx="803758" cy="671284"/>
          </a:xfrm>
          <a:prstGeom prst="rect">
            <a:avLst/>
          </a:prstGeom>
          <a:solidFill>
            <a:srgbClr val="FFFFFF">
              <a:alpha val="2750"/>
            </a:srgbClr>
          </a:solidFill>
          <a:ln/>
        </p:spPr>
      </p:sp>
      <p:sp>
        <p:nvSpPr>
          <p:cNvPr id="91" name="Shape 89"/>
          <p:cNvSpPr/>
          <p:nvPr/>
        </p:nvSpPr>
        <p:spPr>
          <a:xfrm>
            <a:off x="2948026" y="5804154"/>
            <a:ext cx="803758" cy="671284"/>
          </a:xfrm>
          <a:prstGeom prst="rect">
            <a:avLst/>
          </a:prstGeom>
          <a:solidFill>
            <a:srgbClr val="FFFFFF">
              <a:alpha val="3438"/>
            </a:srgbClr>
          </a:solidFill>
          <a:ln/>
        </p:spPr>
      </p:sp>
      <p:sp>
        <p:nvSpPr>
          <p:cNvPr id="92" name="Shape 90"/>
          <p:cNvSpPr/>
          <p:nvPr/>
        </p:nvSpPr>
        <p:spPr>
          <a:xfrm>
            <a:off x="2948026" y="6466294"/>
            <a:ext cx="803758" cy="671284"/>
          </a:xfrm>
          <a:prstGeom prst="rect">
            <a:avLst/>
          </a:prstGeom>
          <a:solidFill>
            <a:srgbClr val="FFFFFF">
              <a:alpha val="4125"/>
            </a:srgbClr>
          </a:solidFill>
          <a:ln/>
        </p:spPr>
      </p:sp>
      <p:sp>
        <p:nvSpPr>
          <p:cNvPr id="93" name="Shape 91"/>
          <p:cNvSpPr/>
          <p:nvPr/>
        </p:nvSpPr>
        <p:spPr>
          <a:xfrm>
            <a:off x="2948026" y="7128434"/>
            <a:ext cx="803758" cy="671284"/>
          </a:xfrm>
          <a:prstGeom prst="rect">
            <a:avLst/>
          </a:prstGeom>
          <a:solidFill>
            <a:srgbClr val="FFFFFF">
              <a:alpha val="4813"/>
            </a:srgbClr>
          </a:solidFill>
          <a:ln/>
        </p:spPr>
      </p:sp>
      <p:sp>
        <p:nvSpPr>
          <p:cNvPr id="94" name="Shape 92"/>
          <p:cNvSpPr/>
          <p:nvPr/>
        </p:nvSpPr>
        <p:spPr>
          <a:xfrm>
            <a:off x="2948026" y="7790574"/>
            <a:ext cx="803758" cy="671284"/>
          </a:xfrm>
          <a:prstGeom prst="rect">
            <a:avLst/>
          </a:prstGeom>
          <a:solidFill>
            <a:srgbClr val="FFFFFF">
              <a:alpha val="5500"/>
            </a:srgbClr>
          </a:solidFill>
          <a:ln/>
        </p:spPr>
      </p:sp>
      <p:sp>
        <p:nvSpPr>
          <p:cNvPr id="95" name="Shape 93"/>
          <p:cNvSpPr/>
          <p:nvPr/>
        </p:nvSpPr>
        <p:spPr>
          <a:xfrm>
            <a:off x="4300423" y="3525926"/>
            <a:ext cx="803758" cy="625107"/>
          </a:xfrm>
          <a:prstGeom prst="rect">
            <a:avLst/>
          </a:prstGeom>
          <a:solidFill>
            <a:srgbClr val="FFFFFF">
              <a:alpha val="688"/>
            </a:srgbClr>
          </a:solidFill>
          <a:ln/>
        </p:spPr>
      </p:sp>
      <p:sp>
        <p:nvSpPr>
          <p:cNvPr id="96" name="Shape 94"/>
          <p:cNvSpPr/>
          <p:nvPr/>
        </p:nvSpPr>
        <p:spPr>
          <a:xfrm>
            <a:off x="4300423" y="4141889"/>
            <a:ext cx="803758" cy="625107"/>
          </a:xfrm>
          <a:prstGeom prst="rect">
            <a:avLst/>
          </a:prstGeom>
          <a:solidFill>
            <a:srgbClr val="FFFFFF">
              <a:alpha val="1375"/>
            </a:srgbClr>
          </a:solidFill>
          <a:ln/>
        </p:spPr>
      </p:sp>
      <p:sp>
        <p:nvSpPr>
          <p:cNvPr id="97" name="Shape 95"/>
          <p:cNvSpPr/>
          <p:nvPr/>
        </p:nvSpPr>
        <p:spPr>
          <a:xfrm>
            <a:off x="4300423" y="4757852"/>
            <a:ext cx="803758" cy="625107"/>
          </a:xfrm>
          <a:prstGeom prst="rect">
            <a:avLst/>
          </a:prstGeom>
          <a:solidFill>
            <a:srgbClr val="FFFFFF">
              <a:alpha val="2063"/>
            </a:srgbClr>
          </a:solidFill>
          <a:ln/>
        </p:spPr>
      </p:sp>
      <p:sp>
        <p:nvSpPr>
          <p:cNvPr id="98" name="Shape 96"/>
          <p:cNvSpPr/>
          <p:nvPr/>
        </p:nvSpPr>
        <p:spPr>
          <a:xfrm>
            <a:off x="4300423" y="5373815"/>
            <a:ext cx="803758" cy="625107"/>
          </a:xfrm>
          <a:prstGeom prst="rect">
            <a:avLst/>
          </a:prstGeom>
          <a:solidFill>
            <a:srgbClr val="FFFFFF">
              <a:alpha val="2750"/>
            </a:srgbClr>
          </a:solidFill>
          <a:ln/>
        </p:spPr>
      </p:sp>
      <p:sp>
        <p:nvSpPr>
          <p:cNvPr id="99" name="Shape 97"/>
          <p:cNvSpPr/>
          <p:nvPr/>
        </p:nvSpPr>
        <p:spPr>
          <a:xfrm>
            <a:off x="4300423" y="5989777"/>
            <a:ext cx="803758" cy="625107"/>
          </a:xfrm>
          <a:prstGeom prst="rect">
            <a:avLst/>
          </a:prstGeom>
          <a:solidFill>
            <a:srgbClr val="FFFFFF">
              <a:alpha val="3438"/>
            </a:srgbClr>
          </a:solidFill>
          <a:ln/>
        </p:spPr>
      </p:sp>
      <p:sp>
        <p:nvSpPr>
          <p:cNvPr id="100" name="Shape 98"/>
          <p:cNvSpPr/>
          <p:nvPr/>
        </p:nvSpPr>
        <p:spPr>
          <a:xfrm>
            <a:off x="4300423" y="6605740"/>
            <a:ext cx="803758" cy="625107"/>
          </a:xfrm>
          <a:prstGeom prst="rect">
            <a:avLst/>
          </a:prstGeom>
          <a:solidFill>
            <a:srgbClr val="FFFFFF">
              <a:alpha val="4125"/>
            </a:srgbClr>
          </a:solidFill>
          <a:ln/>
        </p:spPr>
      </p:sp>
      <p:sp>
        <p:nvSpPr>
          <p:cNvPr id="101" name="Shape 99"/>
          <p:cNvSpPr/>
          <p:nvPr/>
        </p:nvSpPr>
        <p:spPr>
          <a:xfrm>
            <a:off x="4300423" y="7221703"/>
            <a:ext cx="803758" cy="625107"/>
          </a:xfrm>
          <a:prstGeom prst="rect">
            <a:avLst/>
          </a:prstGeom>
          <a:solidFill>
            <a:srgbClr val="FFFFFF">
              <a:alpha val="4813"/>
            </a:srgbClr>
          </a:solidFill>
          <a:ln/>
        </p:spPr>
      </p:sp>
      <p:sp>
        <p:nvSpPr>
          <p:cNvPr id="102" name="Shape 100"/>
          <p:cNvSpPr/>
          <p:nvPr/>
        </p:nvSpPr>
        <p:spPr>
          <a:xfrm>
            <a:off x="4300423" y="7837665"/>
            <a:ext cx="803758" cy="625107"/>
          </a:xfrm>
          <a:prstGeom prst="rect">
            <a:avLst/>
          </a:prstGeom>
          <a:solidFill>
            <a:srgbClr val="FFFFFF">
              <a:alpha val="5500"/>
            </a:srgbClr>
          </a:solidFill>
          <a:ln/>
        </p:spPr>
      </p:sp>
      <p:sp>
        <p:nvSpPr>
          <p:cNvPr id="103" name="Shape 101"/>
          <p:cNvSpPr/>
          <p:nvPr/>
        </p:nvSpPr>
        <p:spPr>
          <a:xfrm>
            <a:off x="4992624" y="5362956"/>
            <a:ext cx="803758" cy="395364"/>
          </a:xfrm>
          <a:prstGeom prst="rect">
            <a:avLst/>
          </a:prstGeom>
          <a:solidFill>
            <a:srgbClr val="FFFFFF">
              <a:alpha val="344"/>
            </a:srgbClr>
          </a:solidFill>
          <a:ln/>
        </p:spPr>
      </p:sp>
      <p:sp>
        <p:nvSpPr>
          <p:cNvPr id="104" name="Shape 102"/>
          <p:cNvSpPr/>
          <p:nvPr/>
        </p:nvSpPr>
        <p:spPr>
          <a:xfrm>
            <a:off x="4992624" y="5749176"/>
            <a:ext cx="803758" cy="395364"/>
          </a:xfrm>
          <a:prstGeom prst="rect">
            <a:avLst/>
          </a:prstGeom>
          <a:solidFill>
            <a:srgbClr val="FFFFFF">
              <a:alpha val="688"/>
            </a:srgbClr>
          </a:solidFill>
          <a:ln/>
        </p:spPr>
      </p:sp>
      <p:sp>
        <p:nvSpPr>
          <p:cNvPr id="105" name="Shape 103"/>
          <p:cNvSpPr/>
          <p:nvPr/>
        </p:nvSpPr>
        <p:spPr>
          <a:xfrm>
            <a:off x="4992624" y="6135395"/>
            <a:ext cx="803758" cy="395364"/>
          </a:xfrm>
          <a:prstGeom prst="rect">
            <a:avLst/>
          </a:prstGeom>
          <a:solidFill>
            <a:srgbClr val="FFFFFF">
              <a:alpha val="1031"/>
            </a:srgbClr>
          </a:solidFill>
          <a:ln/>
        </p:spPr>
      </p:sp>
      <p:sp>
        <p:nvSpPr>
          <p:cNvPr id="106" name="Shape 104"/>
          <p:cNvSpPr/>
          <p:nvPr/>
        </p:nvSpPr>
        <p:spPr>
          <a:xfrm>
            <a:off x="4992624" y="6521615"/>
            <a:ext cx="803758" cy="395364"/>
          </a:xfrm>
          <a:prstGeom prst="rect">
            <a:avLst/>
          </a:prstGeom>
          <a:solidFill>
            <a:srgbClr val="FFFFFF">
              <a:alpha val="1375"/>
            </a:srgbClr>
          </a:solidFill>
          <a:ln/>
        </p:spPr>
      </p:sp>
      <p:sp>
        <p:nvSpPr>
          <p:cNvPr id="107" name="Shape 105"/>
          <p:cNvSpPr/>
          <p:nvPr/>
        </p:nvSpPr>
        <p:spPr>
          <a:xfrm>
            <a:off x="4992624" y="6907835"/>
            <a:ext cx="803758" cy="395364"/>
          </a:xfrm>
          <a:prstGeom prst="rect">
            <a:avLst/>
          </a:prstGeom>
          <a:solidFill>
            <a:srgbClr val="FFFFFF">
              <a:alpha val="1719"/>
            </a:srgbClr>
          </a:solidFill>
          <a:ln/>
        </p:spPr>
      </p:sp>
      <p:sp>
        <p:nvSpPr>
          <p:cNvPr id="108" name="Shape 106"/>
          <p:cNvSpPr/>
          <p:nvPr/>
        </p:nvSpPr>
        <p:spPr>
          <a:xfrm>
            <a:off x="4992624" y="7294055"/>
            <a:ext cx="803758" cy="395364"/>
          </a:xfrm>
          <a:prstGeom prst="rect">
            <a:avLst/>
          </a:prstGeom>
          <a:solidFill>
            <a:srgbClr val="FFFFFF">
              <a:alpha val="2063"/>
            </a:srgbClr>
          </a:solidFill>
          <a:ln/>
        </p:spPr>
      </p:sp>
      <p:sp>
        <p:nvSpPr>
          <p:cNvPr id="109" name="Shape 107"/>
          <p:cNvSpPr/>
          <p:nvPr/>
        </p:nvSpPr>
        <p:spPr>
          <a:xfrm>
            <a:off x="4992624" y="7680274"/>
            <a:ext cx="803758" cy="395364"/>
          </a:xfrm>
          <a:prstGeom prst="rect">
            <a:avLst/>
          </a:prstGeom>
          <a:solidFill>
            <a:srgbClr val="FFFFFF">
              <a:alpha val="2406"/>
            </a:srgbClr>
          </a:solidFill>
          <a:ln/>
        </p:spPr>
      </p:sp>
      <p:sp>
        <p:nvSpPr>
          <p:cNvPr id="110" name="Shape 108"/>
          <p:cNvSpPr/>
          <p:nvPr/>
        </p:nvSpPr>
        <p:spPr>
          <a:xfrm>
            <a:off x="4992624" y="8066494"/>
            <a:ext cx="803758" cy="395364"/>
          </a:xfrm>
          <a:prstGeom prst="rect">
            <a:avLst/>
          </a:prstGeom>
          <a:solidFill>
            <a:srgbClr val="FFFFFF">
              <a:alpha val="2750"/>
            </a:srgbClr>
          </a:solidFill>
          <a:ln/>
        </p:spPr>
      </p:sp>
      <p:sp>
        <p:nvSpPr>
          <p:cNvPr id="111" name="Shape 109"/>
          <p:cNvSpPr/>
          <p:nvPr/>
        </p:nvSpPr>
        <p:spPr>
          <a:xfrm>
            <a:off x="-515722" y="1728216"/>
            <a:ext cx="803758" cy="849706"/>
          </a:xfrm>
          <a:prstGeom prst="rect">
            <a:avLst/>
          </a:prstGeom>
          <a:solidFill>
            <a:srgbClr val="FFFFFF">
              <a:alpha val="688"/>
            </a:srgbClr>
          </a:solidFill>
          <a:ln/>
        </p:spPr>
      </p:sp>
      <p:sp>
        <p:nvSpPr>
          <p:cNvPr id="112" name="Shape 110"/>
          <p:cNvSpPr/>
          <p:nvPr/>
        </p:nvSpPr>
        <p:spPr>
          <a:xfrm>
            <a:off x="-515722" y="2568778"/>
            <a:ext cx="803758" cy="849706"/>
          </a:xfrm>
          <a:prstGeom prst="rect">
            <a:avLst/>
          </a:prstGeom>
          <a:solidFill>
            <a:srgbClr val="FFFFFF">
              <a:alpha val="1375"/>
            </a:srgbClr>
          </a:solidFill>
          <a:ln/>
        </p:spPr>
      </p:sp>
      <p:sp>
        <p:nvSpPr>
          <p:cNvPr id="113" name="Shape 111"/>
          <p:cNvSpPr/>
          <p:nvPr/>
        </p:nvSpPr>
        <p:spPr>
          <a:xfrm>
            <a:off x="-515722" y="3409340"/>
            <a:ext cx="803758" cy="849706"/>
          </a:xfrm>
          <a:prstGeom prst="rect">
            <a:avLst/>
          </a:prstGeom>
          <a:solidFill>
            <a:srgbClr val="FFFFFF">
              <a:alpha val="2063"/>
            </a:srgbClr>
          </a:solidFill>
          <a:ln/>
        </p:spPr>
      </p:sp>
      <p:sp>
        <p:nvSpPr>
          <p:cNvPr id="114" name="Shape 112"/>
          <p:cNvSpPr/>
          <p:nvPr/>
        </p:nvSpPr>
        <p:spPr>
          <a:xfrm>
            <a:off x="-515722" y="4249903"/>
            <a:ext cx="803758" cy="849706"/>
          </a:xfrm>
          <a:prstGeom prst="rect">
            <a:avLst/>
          </a:prstGeom>
          <a:solidFill>
            <a:srgbClr val="FFFFFF">
              <a:alpha val="2750"/>
            </a:srgbClr>
          </a:solidFill>
          <a:ln/>
        </p:spPr>
      </p:sp>
      <p:sp>
        <p:nvSpPr>
          <p:cNvPr id="115" name="Shape 113"/>
          <p:cNvSpPr/>
          <p:nvPr/>
        </p:nvSpPr>
        <p:spPr>
          <a:xfrm>
            <a:off x="-515722" y="5090465"/>
            <a:ext cx="803758" cy="849706"/>
          </a:xfrm>
          <a:prstGeom prst="rect">
            <a:avLst/>
          </a:prstGeom>
          <a:solidFill>
            <a:srgbClr val="FFFFFF">
              <a:alpha val="3438"/>
            </a:srgbClr>
          </a:solidFill>
          <a:ln/>
        </p:spPr>
      </p:sp>
      <p:sp>
        <p:nvSpPr>
          <p:cNvPr id="116" name="Shape 114"/>
          <p:cNvSpPr/>
          <p:nvPr/>
        </p:nvSpPr>
        <p:spPr>
          <a:xfrm>
            <a:off x="-515722" y="5931027"/>
            <a:ext cx="803758" cy="849706"/>
          </a:xfrm>
          <a:prstGeom prst="rect">
            <a:avLst/>
          </a:prstGeom>
          <a:solidFill>
            <a:srgbClr val="FFFFFF">
              <a:alpha val="4125"/>
            </a:srgbClr>
          </a:solidFill>
          <a:ln/>
        </p:spPr>
      </p:sp>
      <p:sp>
        <p:nvSpPr>
          <p:cNvPr id="117" name="Shape 115"/>
          <p:cNvSpPr/>
          <p:nvPr/>
        </p:nvSpPr>
        <p:spPr>
          <a:xfrm>
            <a:off x="-515722" y="6771589"/>
            <a:ext cx="803758" cy="849706"/>
          </a:xfrm>
          <a:prstGeom prst="rect">
            <a:avLst/>
          </a:prstGeom>
          <a:solidFill>
            <a:srgbClr val="FFFFFF">
              <a:alpha val="4813"/>
            </a:srgbClr>
          </a:solidFill>
          <a:ln/>
        </p:spPr>
      </p:sp>
      <p:sp>
        <p:nvSpPr>
          <p:cNvPr id="118" name="Shape 116"/>
          <p:cNvSpPr/>
          <p:nvPr/>
        </p:nvSpPr>
        <p:spPr>
          <a:xfrm>
            <a:off x="-515722" y="7612151"/>
            <a:ext cx="803758" cy="849706"/>
          </a:xfrm>
          <a:prstGeom prst="rect">
            <a:avLst/>
          </a:prstGeom>
          <a:solidFill>
            <a:srgbClr val="FFFFFF">
              <a:alpha val="5500"/>
            </a:srgbClr>
          </a:solidFill>
          <a:ln/>
        </p:spPr>
      </p:sp>
      <p:sp>
        <p:nvSpPr>
          <p:cNvPr id="119" name="Shape 117"/>
          <p:cNvSpPr/>
          <p:nvPr/>
        </p:nvSpPr>
        <p:spPr>
          <a:xfrm>
            <a:off x="170993" y="3525926"/>
            <a:ext cx="803758" cy="625107"/>
          </a:xfrm>
          <a:prstGeom prst="rect">
            <a:avLst/>
          </a:prstGeom>
          <a:solidFill>
            <a:srgbClr val="FFFFFF">
              <a:alpha val="344"/>
            </a:srgbClr>
          </a:solidFill>
          <a:ln/>
        </p:spPr>
      </p:sp>
      <p:sp>
        <p:nvSpPr>
          <p:cNvPr id="120" name="Shape 118"/>
          <p:cNvSpPr/>
          <p:nvPr/>
        </p:nvSpPr>
        <p:spPr>
          <a:xfrm>
            <a:off x="170993" y="4141889"/>
            <a:ext cx="803758" cy="625107"/>
          </a:xfrm>
          <a:prstGeom prst="rect">
            <a:avLst/>
          </a:prstGeom>
          <a:solidFill>
            <a:srgbClr val="FFFFFF">
              <a:alpha val="688"/>
            </a:srgbClr>
          </a:solidFill>
          <a:ln/>
        </p:spPr>
      </p:sp>
      <p:sp>
        <p:nvSpPr>
          <p:cNvPr id="121" name="Shape 119"/>
          <p:cNvSpPr/>
          <p:nvPr/>
        </p:nvSpPr>
        <p:spPr>
          <a:xfrm>
            <a:off x="170993" y="4757852"/>
            <a:ext cx="803758" cy="625107"/>
          </a:xfrm>
          <a:prstGeom prst="rect">
            <a:avLst/>
          </a:prstGeom>
          <a:solidFill>
            <a:srgbClr val="FFFFFF">
              <a:alpha val="1031"/>
            </a:srgbClr>
          </a:solidFill>
          <a:ln/>
        </p:spPr>
      </p:sp>
      <p:sp>
        <p:nvSpPr>
          <p:cNvPr id="122" name="Shape 120"/>
          <p:cNvSpPr/>
          <p:nvPr/>
        </p:nvSpPr>
        <p:spPr>
          <a:xfrm>
            <a:off x="170993" y="5373815"/>
            <a:ext cx="803758" cy="625107"/>
          </a:xfrm>
          <a:prstGeom prst="rect">
            <a:avLst/>
          </a:prstGeom>
          <a:solidFill>
            <a:srgbClr val="FFFFFF">
              <a:alpha val="1375"/>
            </a:srgbClr>
          </a:solidFill>
          <a:ln/>
        </p:spPr>
      </p:sp>
      <p:sp>
        <p:nvSpPr>
          <p:cNvPr id="123" name="Shape 121"/>
          <p:cNvSpPr/>
          <p:nvPr/>
        </p:nvSpPr>
        <p:spPr>
          <a:xfrm>
            <a:off x="170993" y="5989777"/>
            <a:ext cx="803758" cy="625107"/>
          </a:xfrm>
          <a:prstGeom prst="rect">
            <a:avLst/>
          </a:prstGeom>
          <a:solidFill>
            <a:srgbClr val="FFFFFF">
              <a:alpha val="1719"/>
            </a:srgbClr>
          </a:solidFill>
          <a:ln/>
        </p:spPr>
      </p:sp>
      <p:sp>
        <p:nvSpPr>
          <p:cNvPr id="124" name="Shape 122"/>
          <p:cNvSpPr/>
          <p:nvPr/>
        </p:nvSpPr>
        <p:spPr>
          <a:xfrm>
            <a:off x="170993" y="6605740"/>
            <a:ext cx="803758" cy="625107"/>
          </a:xfrm>
          <a:prstGeom prst="rect">
            <a:avLst/>
          </a:prstGeom>
          <a:solidFill>
            <a:srgbClr val="FFFFFF">
              <a:alpha val="2063"/>
            </a:srgbClr>
          </a:solidFill>
          <a:ln/>
        </p:spPr>
      </p:sp>
      <p:sp>
        <p:nvSpPr>
          <p:cNvPr id="125" name="Shape 123"/>
          <p:cNvSpPr/>
          <p:nvPr/>
        </p:nvSpPr>
        <p:spPr>
          <a:xfrm>
            <a:off x="170993" y="7221703"/>
            <a:ext cx="803758" cy="625107"/>
          </a:xfrm>
          <a:prstGeom prst="rect">
            <a:avLst/>
          </a:prstGeom>
          <a:solidFill>
            <a:srgbClr val="FFFFFF">
              <a:alpha val="2406"/>
            </a:srgbClr>
          </a:solidFill>
          <a:ln/>
        </p:spPr>
      </p:sp>
      <p:sp>
        <p:nvSpPr>
          <p:cNvPr id="126" name="Shape 124"/>
          <p:cNvSpPr/>
          <p:nvPr/>
        </p:nvSpPr>
        <p:spPr>
          <a:xfrm>
            <a:off x="170993" y="7837665"/>
            <a:ext cx="803758" cy="625107"/>
          </a:xfrm>
          <a:prstGeom prst="rect">
            <a:avLst/>
          </a:prstGeom>
          <a:solidFill>
            <a:srgbClr val="FFFFFF">
              <a:alpha val="2750"/>
            </a:srgbClr>
          </a:solidFill>
          <a:ln/>
        </p:spPr>
      </p:sp>
      <p:sp>
        <p:nvSpPr>
          <p:cNvPr id="127" name="Shape 125"/>
          <p:cNvSpPr/>
          <p:nvPr/>
        </p:nvSpPr>
        <p:spPr>
          <a:xfrm>
            <a:off x="862279" y="5362956"/>
            <a:ext cx="803758" cy="395364"/>
          </a:xfrm>
          <a:prstGeom prst="rect">
            <a:avLst/>
          </a:prstGeom>
          <a:solidFill>
            <a:srgbClr val="FFFFFF">
              <a:alpha val="138"/>
            </a:srgbClr>
          </a:solidFill>
          <a:ln/>
        </p:spPr>
      </p:sp>
      <p:sp>
        <p:nvSpPr>
          <p:cNvPr id="128" name="Shape 126"/>
          <p:cNvSpPr/>
          <p:nvPr/>
        </p:nvSpPr>
        <p:spPr>
          <a:xfrm>
            <a:off x="862279" y="5749176"/>
            <a:ext cx="803758" cy="395364"/>
          </a:xfrm>
          <a:prstGeom prst="rect">
            <a:avLst/>
          </a:prstGeom>
          <a:solidFill>
            <a:srgbClr val="FFFFFF">
              <a:alpha val="275"/>
            </a:srgbClr>
          </a:solidFill>
          <a:ln/>
        </p:spPr>
      </p:sp>
      <p:sp>
        <p:nvSpPr>
          <p:cNvPr id="129" name="Shape 127"/>
          <p:cNvSpPr/>
          <p:nvPr/>
        </p:nvSpPr>
        <p:spPr>
          <a:xfrm>
            <a:off x="862279" y="6135395"/>
            <a:ext cx="803758" cy="395364"/>
          </a:xfrm>
          <a:prstGeom prst="rect">
            <a:avLst/>
          </a:prstGeom>
          <a:solidFill>
            <a:srgbClr val="FFFFFF">
              <a:alpha val="412"/>
            </a:srgbClr>
          </a:solidFill>
          <a:ln/>
        </p:spPr>
      </p:sp>
      <p:sp>
        <p:nvSpPr>
          <p:cNvPr id="130" name="Shape 128"/>
          <p:cNvSpPr/>
          <p:nvPr/>
        </p:nvSpPr>
        <p:spPr>
          <a:xfrm>
            <a:off x="862279" y="6521615"/>
            <a:ext cx="803758" cy="395364"/>
          </a:xfrm>
          <a:prstGeom prst="rect">
            <a:avLst/>
          </a:prstGeom>
          <a:solidFill>
            <a:srgbClr val="FFFFFF">
              <a:alpha val="550"/>
            </a:srgbClr>
          </a:solidFill>
          <a:ln/>
        </p:spPr>
      </p:sp>
      <p:sp>
        <p:nvSpPr>
          <p:cNvPr id="131" name="Shape 129"/>
          <p:cNvSpPr/>
          <p:nvPr/>
        </p:nvSpPr>
        <p:spPr>
          <a:xfrm>
            <a:off x="862279" y="6907835"/>
            <a:ext cx="803758" cy="395364"/>
          </a:xfrm>
          <a:prstGeom prst="rect">
            <a:avLst/>
          </a:prstGeom>
          <a:solidFill>
            <a:srgbClr val="FFFFFF">
              <a:alpha val="688"/>
            </a:srgbClr>
          </a:solidFill>
          <a:ln/>
        </p:spPr>
      </p:sp>
      <p:sp>
        <p:nvSpPr>
          <p:cNvPr id="132" name="Shape 130"/>
          <p:cNvSpPr/>
          <p:nvPr/>
        </p:nvSpPr>
        <p:spPr>
          <a:xfrm>
            <a:off x="862279" y="7294055"/>
            <a:ext cx="803758" cy="395364"/>
          </a:xfrm>
          <a:prstGeom prst="rect">
            <a:avLst/>
          </a:prstGeom>
          <a:solidFill>
            <a:srgbClr val="FFFFFF">
              <a:alpha val="825"/>
            </a:srgbClr>
          </a:solidFill>
          <a:ln/>
        </p:spPr>
      </p:sp>
      <p:sp>
        <p:nvSpPr>
          <p:cNvPr id="133" name="Shape 131"/>
          <p:cNvSpPr/>
          <p:nvPr/>
        </p:nvSpPr>
        <p:spPr>
          <a:xfrm>
            <a:off x="862279" y="7680274"/>
            <a:ext cx="803758" cy="395364"/>
          </a:xfrm>
          <a:prstGeom prst="rect">
            <a:avLst/>
          </a:prstGeom>
          <a:solidFill>
            <a:srgbClr val="FFFFFF">
              <a:alpha val="963"/>
            </a:srgbClr>
          </a:solidFill>
          <a:ln/>
        </p:spPr>
      </p:sp>
      <p:sp>
        <p:nvSpPr>
          <p:cNvPr id="134" name="Shape 132"/>
          <p:cNvSpPr/>
          <p:nvPr/>
        </p:nvSpPr>
        <p:spPr>
          <a:xfrm>
            <a:off x="862279" y="8066494"/>
            <a:ext cx="803758" cy="395364"/>
          </a:xfrm>
          <a:prstGeom prst="rect">
            <a:avLst/>
          </a:prstGeom>
          <a:solidFill>
            <a:srgbClr val="FFFFFF">
              <a:alpha val="1100"/>
            </a:srgbClr>
          </a:solidFill>
          <a:ln/>
        </p:spPr>
      </p:sp>
      <p:sp>
        <p:nvSpPr>
          <p:cNvPr id="135" name="Shape 133"/>
          <p:cNvSpPr/>
          <p:nvPr/>
        </p:nvSpPr>
        <p:spPr>
          <a:xfrm>
            <a:off x="1435608" y="-1775765"/>
            <a:ext cx="803758" cy="849706"/>
          </a:xfrm>
          <a:prstGeom prst="rect">
            <a:avLst/>
          </a:prstGeom>
          <a:solidFill>
            <a:srgbClr val="F8FE05">
              <a:alpha val="8250"/>
            </a:srgbClr>
          </a:solidFill>
          <a:ln/>
        </p:spPr>
      </p:sp>
      <p:sp>
        <p:nvSpPr>
          <p:cNvPr id="136" name="Shape 134"/>
          <p:cNvSpPr/>
          <p:nvPr/>
        </p:nvSpPr>
        <p:spPr>
          <a:xfrm>
            <a:off x="1435608" y="-935203"/>
            <a:ext cx="803758" cy="849706"/>
          </a:xfrm>
          <a:prstGeom prst="rect">
            <a:avLst/>
          </a:prstGeom>
          <a:solidFill>
            <a:srgbClr val="F8FE05">
              <a:alpha val="7219"/>
            </a:srgbClr>
          </a:solidFill>
          <a:ln/>
        </p:spPr>
      </p:sp>
      <p:sp>
        <p:nvSpPr>
          <p:cNvPr id="137" name="Shape 135"/>
          <p:cNvSpPr/>
          <p:nvPr/>
        </p:nvSpPr>
        <p:spPr>
          <a:xfrm>
            <a:off x="1435608" y="-94640"/>
            <a:ext cx="803758" cy="849706"/>
          </a:xfrm>
          <a:prstGeom prst="rect">
            <a:avLst/>
          </a:prstGeom>
          <a:solidFill>
            <a:srgbClr val="F8FE05">
              <a:alpha val="6188"/>
            </a:srgbClr>
          </a:solidFill>
          <a:ln/>
        </p:spPr>
      </p:sp>
      <p:sp>
        <p:nvSpPr>
          <p:cNvPr id="138" name="Shape 136"/>
          <p:cNvSpPr/>
          <p:nvPr/>
        </p:nvSpPr>
        <p:spPr>
          <a:xfrm>
            <a:off x="1435608" y="745922"/>
            <a:ext cx="803758" cy="849706"/>
          </a:xfrm>
          <a:prstGeom prst="rect">
            <a:avLst/>
          </a:prstGeom>
          <a:solidFill>
            <a:srgbClr val="F8FE05">
              <a:alpha val="5156"/>
            </a:srgbClr>
          </a:solidFill>
          <a:ln/>
        </p:spPr>
      </p:sp>
      <p:sp>
        <p:nvSpPr>
          <p:cNvPr id="139" name="Shape 137"/>
          <p:cNvSpPr/>
          <p:nvPr/>
        </p:nvSpPr>
        <p:spPr>
          <a:xfrm>
            <a:off x="1435608" y="1586484"/>
            <a:ext cx="803758" cy="849706"/>
          </a:xfrm>
          <a:prstGeom prst="rect">
            <a:avLst/>
          </a:prstGeom>
          <a:solidFill>
            <a:srgbClr val="F8FE05">
              <a:alpha val="4125"/>
            </a:srgbClr>
          </a:solidFill>
          <a:ln/>
        </p:spPr>
      </p:sp>
      <p:sp>
        <p:nvSpPr>
          <p:cNvPr id="140" name="Shape 138"/>
          <p:cNvSpPr/>
          <p:nvPr/>
        </p:nvSpPr>
        <p:spPr>
          <a:xfrm>
            <a:off x="1435608" y="2427046"/>
            <a:ext cx="803758" cy="849706"/>
          </a:xfrm>
          <a:prstGeom prst="rect">
            <a:avLst/>
          </a:prstGeom>
          <a:solidFill>
            <a:srgbClr val="F8FE05">
              <a:alpha val="3094"/>
            </a:srgbClr>
          </a:solidFill>
          <a:ln/>
        </p:spPr>
      </p:sp>
      <p:sp>
        <p:nvSpPr>
          <p:cNvPr id="141" name="Shape 139"/>
          <p:cNvSpPr/>
          <p:nvPr/>
        </p:nvSpPr>
        <p:spPr>
          <a:xfrm>
            <a:off x="1435608" y="3267608"/>
            <a:ext cx="803758" cy="849706"/>
          </a:xfrm>
          <a:prstGeom prst="rect">
            <a:avLst/>
          </a:prstGeom>
          <a:solidFill>
            <a:srgbClr val="F8FE05">
              <a:alpha val="2063"/>
            </a:srgbClr>
          </a:solidFill>
          <a:ln/>
        </p:spPr>
      </p:sp>
      <p:sp>
        <p:nvSpPr>
          <p:cNvPr id="142" name="Shape 140"/>
          <p:cNvSpPr/>
          <p:nvPr/>
        </p:nvSpPr>
        <p:spPr>
          <a:xfrm>
            <a:off x="1435608" y="4108171"/>
            <a:ext cx="803758" cy="849706"/>
          </a:xfrm>
          <a:prstGeom prst="rect">
            <a:avLst/>
          </a:prstGeom>
          <a:solidFill>
            <a:srgbClr val="F8FE05">
              <a:alpha val="1031"/>
            </a:srgbClr>
          </a:solidFill>
          <a:ln/>
        </p:spPr>
      </p:sp>
      <p:sp>
        <p:nvSpPr>
          <p:cNvPr id="143" name="Shape 141"/>
          <p:cNvSpPr/>
          <p:nvPr/>
        </p:nvSpPr>
        <p:spPr>
          <a:xfrm>
            <a:off x="2806294" y="-1775765"/>
            <a:ext cx="803758" cy="523723"/>
          </a:xfrm>
          <a:prstGeom prst="rect">
            <a:avLst/>
          </a:prstGeom>
          <a:solidFill>
            <a:srgbClr val="F8FE05">
              <a:alpha val="3850"/>
            </a:srgbClr>
          </a:solidFill>
          <a:ln/>
        </p:spPr>
      </p:sp>
      <p:sp>
        <p:nvSpPr>
          <p:cNvPr id="144" name="Shape 142"/>
          <p:cNvSpPr/>
          <p:nvPr/>
        </p:nvSpPr>
        <p:spPr>
          <a:xfrm>
            <a:off x="2806294" y="-1261186"/>
            <a:ext cx="803758" cy="523723"/>
          </a:xfrm>
          <a:prstGeom prst="rect">
            <a:avLst/>
          </a:prstGeom>
          <a:solidFill>
            <a:srgbClr val="F8FE05">
              <a:alpha val="3369"/>
            </a:srgbClr>
          </a:solidFill>
          <a:ln/>
        </p:spPr>
      </p:sp>
      <p:sp>
        <p:nvSpPr>
          <p:cNvPr id="145" name="Shape 143"/>
          <p:cNvSpPr/>
          <p:nvPr/>
        </p:nvSpPr>
        <p:spPr>
          <a:xfrm>
            <a:off x="2806294" y="-746608"/>
            <a:ext cx="803758" cy="523723"/>
          </a:xfrm>
          <a:prstGeom prst="rect">
            <a:avLst/>
          </a:prstGeom>
          <a:solidFill>
            <a:srgbClr val="F8FE05">
              <a:alpha val="2888"/>
            </a:srgbClr>
          </a:solidFill>
          <a:ln/>
        </p:spPr>
      </p:sp>
      <p:sp>
        <p:nvSpPr>
          <p:cNvPr id="146" name="Shape 144"/>
          <p:cNvSpPr/>
          <p:nvPr/>
        </p:nvSpPr>
        <p:spPr>
          <a:xfrm>
            <a:off x="2806294" y="-232029"/>
            <a:ext cx="803758" cy="523723"/>
          </a:xfrm>
          <a:prstGeom prst="rect">
            <a:avLst/>
          </a:prstGeom>
          <a:solidFill>
            <a:srgbClr val="F8FE05">
              <a:alpha val="2406"/>
            </a:srgbClr>
          </a:solidFill>
          <a:ln/>
        </p:spPr>
      </p:sp>
      <p:sp>
        <p:nvSpPr>
          <p:cNvPr id="147" name="Shape 145"/>
          <p:cNvSpPr/>
          <p:nvPr/>
        </p:nvSpPr>
        <p:spPr>
          <a:xfrm>
            <a:off x="2806294" y="282550"/>
            <a:ext cx="803758" cy="523723"/>
          </a:xfrm>
          <a:prstGeom prst="rect">
            <a:avLst/>
          </a:prstGeom>
          <a:solidFill>
            <a:srgbClr val="F8FE05">
              <a:alpha val="1925"/>
            </a:srgbClr>
          </a:solidFill>
          <a:ln/>
        </p:spPr>
      </p:sp>
      <p:sp>
        <p:nvSpPr>
          <p:cNvPr id="148" name="Shape 146"/>
          <p:cNvSpPr/>
          <p:nvPr/>
        </p:nvSpPr>
        <p:spPr>
          <a:xfrm>
            <a:off x="2806294" y="797128"/>
            <a:ext cx="803758" cy="523723"/>
          </a:xfrm>
          <a:prstGeom prst="rect">
            <a:avLst/>
          </a:prstGeom>
          <a:solidFill>
            <a:srgbClr val="F8FE05">
              <a:alpha val="1444"/>
            </a:srgbClr>
          </a:solidFill>
          <a:ln/>
        </p:spPr>
      </p:sp>
      <p:sp>
        <p:nvSpPr>
          <p:cNvPr id="149" name="Shape 147"/>
          <p:cNvSpPr/>
          <p:nvPr/>
        </p:nvSpPr>
        <p:spPr>
          <a:xfrm>
            <a:off x="2806294" y="1311707"/>
            <a:ext cx="803758" cy="523723"/>
          </a:xfrm>
          <a:prstGeom prst="rect">
            <a:avLst/>
          </a:prstGeom>
          <a:solidFill>
            <a:srgbClr val="F8FE05">
              <a:alpha val="963"/>
            </a:srgbClr>
          </a:solidFill>
          <a:ln/>
        </p:spPr>
      </p:sp>
      <p:sp>
        <p:nvSpPr>
          <p:cNvPr id="150" name="Shape 148"/>
          <p:cNvSpPr/>
          <p:nvPr/>
        </p:nvSpPr>
        <p:spPr>
          <a:xfrm>
            <a:off x="2806294" y="1826285"/>
            <a:ext cx="803758" cy="523723"/>
          </a:xfrm>
          <a:prstGeom prst="rect">
            <a:avLst/>
          </a:prstGeom>
          <a:solidFill>
            <a:srgbClr val="F8FE05">
              <a:alpha val="481"/>
            </a:srgbClr>
          </a:solidFill>
          <a:ln/>
        </p:spPr>
      </p:sp>
      <p:sp>
        <p:nvSpPr>
          <p:cNvPr id="151" name="Shape 149"/>
          <p:cNvSpPr/>
          <p:nvPr/>
        </p:nvSpPr>
        <p:spPr>
          <a:xfrm>
            <a:off x="2115922" y="-1775765"/>
            <a:ext cx="803758" cy="671284"/>
          </a:xfrm>
          <a:prstGeom prst="rect">
            <a:avLst/>
          </a:prstGeom>
          <a:solidFill>
            <a:srgbClr val="F8FE05">
              <a:alpha val="5500"/>
            </a:srgbClr>
          </a:solidFill>
          <a:ln/>
        </p:spPr>
      </p:sp>
      <p:sp>
        <p:nvSpPr>
          <p:cNvPr id="152" name="Shape 150"/>
          <p:cNvSpPr/>
          <p:nvPr/>
        </p:nvSpPr>
        <p:spPr>
          <a:xfrm>
            <a:off x="2115922" y="-1113625"/>
            <a:ext cx="803758" cy="671284"/>
          </a:xfrm>
          <a:prstGeom prst="rect">
            <a:avLst/>
          </a:prstGeom>
          <a:solidFill>
            <a:srgbClr val="F8FE05">
              <a:alpha val="4813"/>
            </a:srgbClr>
          </a:solidFill>
          <a:ln/>
        </p:spPr>
      </p:sp>
      <p:sp>
        <p:nvSpPr>
          <p:cNvPr id="153" name="Shape 151"/>
          <p:cNvSpPr/>
          <p:nvPr/>
        </p:nvSpPr>
        <p:spPr>
          <a:xfrm>
            <a:off x="2115922" y="-451485"/>
            <a:ext cx="803758" cy="671284"/>
          </a:xfrm>
          <a:prstGeom prst="rect">
            <a:avLst/>
          </a:prstGeom>
          <a:solidFill>
            <a:srgbClr val="F8FE05">
              <a:alpha val="4125"/>
            </a:srgbClr>
          </a:solidFill>
          <a:ln/>
        </p:spPr>
      </p:sp>
      <p:sp>
        <p:nvSpPr>
          <p:cNvPr id="154" name="Shape 152"/>
          <p:cNvSpPr/>
          <p:nvPr/>
        </p:nvSpPr>
        <p:spPr>
          <a:xfrm>
            <a:off x="2115922" y="210655"/>
            <a:ext cx="803758" cy="671284"/>
          </a:xfrm>
          <a:prstGeom prst="rect">
            <a:avLst/>
          </a:prstGeom>
          <a:solidFill>
            <a:srgbClr val="F8FE05">
              <a:alpha val="3438"/>
            </a:srgbClr>
          </a:solidFill>
          <a:ln/>
        </p:spPr>
      </p:sp>
      <p:sp>
        <p:nvSpPr>
          <p:cNvPr id="155" name="Shape 153"/>
          <p:cNvSpPr/>
          <p:nvPr/>
        </p:nvSpPr>
        <p:spPr>
          <a:xfrm>
            <a:off x="2115922" y="872795"/>
            <a:ext cx="803758" cy="671284"/>
          </a:xfrm>
          <a:prstGeom prst="rect">
            <a:avLst/>
          </a:prstGeom>
          <a:solidFill>
            <a:srgbClr val="F8FE05">
              <a:alpha val="2750"/>
            </a:srgbClr>
          </a:solidFill>
          <a:ln/>
        </p:spPr>
      </p:sp>
      <p:sp>
        <p:nvSpPr>
          <p:cNvPr id="156" name="Shape 154"/>
          <p:cNvSpPr/>
          <p:nvPr/>
        </p:nvSpPr>
        <p:spPr>
          <a:xfrm>
            <a:off x="2115922" y="1534935"/>
            <a:ext cx="803758" cy="671284"/>
          </a:xfrm>
          <a:prstGeom prst="rect">
            <a:avLst/>
          </a:prstGeom>
          <a:solidFill>
            <a:srgbClr val="F8FE05">
              <a:alpha val="2063"/>
            </a:srgbClr>
          </a:solidFill>
          <a:ln/>
        </p:spPr>
      </p:sp>
      <p:sp>
        <p:nvSpPr>
          <p:cNvPr id="157" name="Shape 155"/>
          <p:cNvSpPr/>
          <p:nvPr/>
        </p:nvSpPr>
        <p:spPr>
          <a:xfrm>
            <a:off x="2115922" y="2197075"/>
            <a:ext cx="803758" cy="671284"/>
          </a:xfrm>
          <a:prstGeom prst="rect">
            <a:avLst/>
          </a:prstGeom>
          <a:solidFill>
            <a:srgbClr val="F8FE05">
              <a:alpha val="1375"/>
            </a:srgbClr>
          </a:solidFill>
          <a:ln/>
        </p:spPr>
      </p:sp>
      <p:sp>
        <p:nvSpPr>
          <p:cNvPr id="158" name="Shape 156"/>
          <p:cNvSpPr/>
          <p:nvPr/>
        </p:nvSpPr>
        <p:spPr>
          <a:xfrm>
            <a:off x="2115922" y="2859215"/>
            <a:ext cx="803758" cy="671284"/>
          </a:xfrm>
          <a:prstGeom prst="rect">
            <a:avLst/>
          </a:prstGeom>
          <a:solidFill>
            <a:srgbClr val="F8FE05">
              <a:alpha val="688"/>
            </a:srgbClr>
          </a:solidFill>
          <a:ln/>
        </p:spPr>
      </p:sp>
      <p:sp>
        <p:nvSpPr>
          <p:cNvPr id="159" name="Shape 157"/>
          <p:cNvSpPr/>
          <p:nvPr/>
        </p:nvSpPr>
        <p:spPr>
          <a:xfrm>
            <a:off x="742493" y="-1775765"/>
            <a:ext cx="803758" cy="625107"/>
          </a:xfrm>
          <a:prstGeom prst="rect">
            <a:avLst/>
          </a:prstGeom>
          <a:solidFill>
            <a:srgbClr val="F8FE05">
              <a:alpha val="5500"/>
            </a:srgbClr>
          </a:solidFill>
          <a:ln/>
        </p:spPr>
      </p:sp>
      <p:sp>
        <p:nvSpPr>
          <p:cNvPr id="160" name="Shape 158"/>
          <p:cNvSpPr/>
          <p:nvPr/>
        </p:nvSpPr>
        <p:spPr>
          <a:xfrm>
            <a:off x="742493" y="-1159802"/>
            <a:ext cx="803758" cy="625107"/>
          </a:xfrm>
          <a:prstGeom prst="rect">
            <a:avLst/>
          </a:prstGeom>
          <a:solidFill>
            <a:srgbClr val="F8FE05">
              <a:alpha val="4813"/>
            </a:srgbClr>
          </a:solidFill>
          <a:ln/>
        </p:spPr>
      </p:sp>
      <p:sp>
        <p:nvSpPr>
          <p:cNvPr id="161" name="Shape 159"/>
          <p:cNvSpPr/>
          <p:nvPr/>
        </p:nvSpPr>
        <p:spPr>
          <a:xfrm>
            <a:off x="742493" y="-543839"/>
            <a:ext cx="803758" cy="625107"/>
          </a:xfrm>
          <a:prstGeom prst="rect">
            <a:avLst/>
          </a:prstGeom>
          <a:solidFill>
            <a:srgbClr val="F8FE05">
              <a:alpha val="4125"/>
            </a:srgbClr>
          </a:solidFill>
          <a:ln/>
        </p:spPr>
      </p:sp>
      <p:sp>
        <p:nvSpPr>
          <p:cNvPr id="162" name="Shape 160"/>
          <p:cNvSpPr/>
          <p:nvPr/>
        </p:nvSpPr>
        <p:spPr>
          <a:xfrm>
            <a:off x="742493" y="72123"/>
            <a:ext cx="803758" cy="625107"/>
          </a:xfrm>
          <a:prstGeom prst="rect">
            <a:avLst/>
          </a:prstGeom>
          <a:solidFill>
            <a:srgbClr val="F8FE05">
              <a:alpha val="3438"/>
            </a:srgbClr>
          </a:solidFill>
          <a:ln/>
        </p:spPr>
      </p:sp>
      <p:sp>
        <p:nvSpPr>
          <p:cNvPr id="163" name="Shape 161"/>
          <p:cNvSpPr/>
          <p:nvPr/>
        </p:nvSpPr>
        <p:spPr>
          <a:xfrm>
            <a:off x="742493" y="688086"/>
            <a:ext cx="803758" cy="625107"/>
          </a:xfrm>
          <a:prstGeom prst="rect">
            <a:avLst/>
          </a:prstGeom>
          <a:solidFill>
            <a:srgbClr val="F8FE05">
              <a:alpha val="2750"/>
            </a:srgbClr>
          </a:solidFill>
          <a:ln/>
        </p:spPr>
      </p:sp>
      <p:sp>
        <p:nvSpPr>
          <p:cNvPr id="164" name="Shape 162"/>
          <p:cNvSpPr/>
          <p:nvPr/>
        </p:nvSpPr>
        <p:spPr>
          <a:xfrm>
            <a:off x="742493" y="1304049"/>
            <a:ext cx="803758" cy="625107"/>
          </a:xfrm>
          <a:prstGeom prst="rect">
            <a:avLst/>
          </a:prstGeom>
          <a:solidFill>
            <a:srgbClr val="F8FE05">
              <a:alpha val="2063"/>
            </a:srgbClr>
          </a:solidFill>
          <a:ln/>
        </p:spPr>
      </p:sp>
      <p:sp>
        <p:nvSpPr>
          <p:cNvPr id="165" name="Shape 163"/>
          <p:cNvSpPr/>
          <p:nvPr/>
        </p:nvSpPr>
        <p:spPr>
          <a:xfrm>
            <a:off x="742493" y="1920011"/>
            <a:ext cx="803758" cy="625107"/>
          </a:xfrm>
          <a:prstGeom prst="rect">
            <a:avLst/>
          </a:prstGeom>
          <a:solidFill>
            <a:srgbClr val="F8FE05">
              <a:alpha val="1375"/>
            </a:srgbClr>
          </a:solidFill>
          <a:ln/>
        </p:spPr>
      </p:sp>
      <p:sp>
        <p:nvSpPr>
          <p:cNvPr id="166" name="Shape 164"/>
          <p:cNvSpPr/>
          <p:nvPr/>
        </p:nvSpPr>
        <p:spPr>
          <a:xfrm>
            <a:off x="742493" y="2535974"/>
            <a:ext cx="803758" cy="625107"/>
          </a:xfrm>
          <a:prstGeom prst="rect">
            <a:avLst/>
          </a:prstGeom>
          <a:solidFill>
            <a:srgbClr val="F8FE05">
              <a:alpha val="688"/>
            </a:srgbClr>
          </a:solidFill>
          <a:ln/>
        </p:spPr>
      </p:sp>
      <p:sp>
        <p:nvSpPr>
          <p:cNvPr id="167" name="Shape 165"/>
          <p:cNvSpPr/>
          <p:nvPr/>
        </p:nvSpPr>
        <p:spPr>
          <a:xfrm>
            <a:off x="57607" y="-1775765"/>
            <a:ext cx="803758" cy="395364"/>
          </a:xfrm>
          <a:prstGeom prst="rect">
            <a:avLst/>
          </a:prstGeom>
          <a:solidFill>
            <a:srgbClr val="F8FE05">
              <a:alpha val="3850"/>
            </a:srgbClr>
          </a:solidFill>
          <a:ln/>
        </p:spPr>
      </p:sp>
      <p:sp>
        <p:nvSpPr>
          <p:cNvPr id="168" name="Shape 166"/>
          <p:cNvSpPr/>
          <p:nvPr/>
        </p:nvSpPr>
        <p:spPr>
          <a:xfrm>
            <a:off x="57607" y="-1389545"/>
            <a:ext cx="803758" cy="395364"/>
          </a:xfrm>
          <a:prstGeom prst="rect">
            <a:avLst/>
          </a:prstGeom>
          <a:solidFill>
            <a:srgbClr val="F8FE05">
              <a:alpha val="3369"/>
            </a:srgbClr>
          </a:solidFill>
          <a:ln/>
        </p:spPr>
      </p:sp>
      <p:sp>
        <p:nvSpPr>
          <p:cNvPr id="169" name="Shape 167"/>
          <p:cNvSpPr/>
          <p:nvPr/>
        </p:nvSpPr>
        <p:spPr>
          <a:xfrm>
            <a:off x="57607" y="-1003325"/>
            <a:ext cx="803758" cy="395364"/>
          </a:xfrm>
          <a:prstGeom prst="rect">
            <a:avLst/>
          </a:prstGeom>
          <a:solidFill>
            <a:srgbClr val="F8FE05">
              <a:alpha val="2888"/>
            </a:srgbClr>
          </a:solidFill>
          <a:ln/>
        </p:spPr>
      </p:sp>
      <p:sp>
        <p:nvSpPr>
          <p:cNvPr id="170" name="Shape 168"/>
          <p:cNvSpPr/>
          <p:nvPr/>
        </p:nvSpPr>
        <p:spPr>
          <a:xfrm>
            <a:off x="57607" y="-617106"/>
            <a:ext cx="803758" cy="395364"/>
          </a:xfrm>
          <a:prstGeom prst="rect">
            <a:avLst/>
          </a:prstGeom>
          <a:solidFill>
            <a:srgbClr val="F8FE05">
              <a:alpha val="2406"/>
            </a:srgbClr>
          </a:solidFill>
          <a:ln/>
        </p:spPr>
      </p:sp>
      <p:sp>
        <p:nvSpPr>
          <p:cNvPr id="171" name="Shape 169"/>
          <p:cNvSpPr/>
          <p:nvPr/>
        </p:nvSpPr>
        <p:spPr>
          <a:xfrm>
            <a:off x="57607" y="-230886"/>
            <a:ext cx="803758" cy="395364"/>
          </a:xfrm>
          <a:prstGeom prst="rect">
            <a:avLst/>
          </a:prstGeom>
          <a:solidFill>
            <a:srgbClr val="F8FE05">
              <a:alpha val="1925"/>
            </a:srgbClr>
          </a:solidFill>
          <a:ln/>
        </p:spPr>
      </p:sp>
      <p:sp>
        <p:nvSpPr>
          <p:cNvPr id="172" name="Shape 170"/>
          <p:cNvSpPr/>
          <p:nvPr/>
        </p:nvSpPr>
        <p:spPr>
          <a:xfrm>
            <a:off x="57607" y="155334"/>
            <a:ext cx="803758" cy="395364"/>
          </a:xfrm>
          <a:prstGeom prst="rect">
            <a:avLst/>
          </a:prstGeom>
          <a:solidFill>
            <a:srgbClr val="F8FE05">
              <a:alpha val="1444"/>
            </a:srgbClr>
          </a:solidFill>
          <a:ln/>
        </p:spPr>
      </p:sp>
      <p:sp>
        <p:nvSpPr>
          <p:cNvPr id="173" name="Shape 171"/>
          <p:cNvSpPr/>
          <p:nvPr/>
        </p:nvSpPr>
        <p:spPr>
          <a:xfrm>
            <a:off x="57607" y="541553"/>
            <a:ext cx="803758" cy="395364"/>
          </a:xfrm>
          <a:prstGeom prst="rect">
            <a:avLst/>
          </a:prstGeom>
          <a:solidFill>
            <a:srgbClr val="F8FE05">
              <a:alpha val="963"/>
            </a:srgbClr>
          </a:solidFill>
          <a:ln/>
        </p:spPr>
      </p:sp>
      <p:sp>
        <p:nvSpPr>
          <p:cNvPr id="174" name="Shape 172"/>
          <p:cNvSpPr/>
          <p:nvPr/>
        </p:nvSpPr>
        <p:spPr>
          <a:xfrm>
            <a:off x="57607" y="927773"/>
            <a:ext cx="803758" cy="395364"/>
          </a:xfrm>
          <a:prstGeom prst="rect">
            <a:avLst/>
          </a:prstGeom>
          <a:solidFill>
            <a:srgbClr val="F8FE05">
              <a:alpha val="481"/>
            </a:srgbClr>
          </a:solidFill>
          <a:ln/>
        </p:spPr>
      </p:sp>
      <p:sp>
        <p:nvSpPr>
          <p:cNvPr id="175" name="Shape 173"/>
          <p:cNvSpPr/>
          <p:nvPr/>
        </p:nvSpPr>
        <p:spPr>
          <a:xfrm>
            <a:off x="5578754" y="-1775765"/>
            <a:ext cx="803758" cy="849706"/>
          </a:xfrm>
          <a:prstGeom prst="rect">
            <a:avLst/>
          </a:prstGeom>
          <a:solidFill>
            <a:srgbClr val="F8FE05">
              <a:alpha val="8250"/>
            </a:srgbClr>
          </a:solidFill>
          <a:ln/>
        </p:spPr>
      </p:sp>
      <p:sp>
        <p:nvSpPr>
          <p:cNvPr id="176" name="Shape 174"/>
          <p:cNvSpPr/>
          <p:nvPr/>
        </p:nvSpPr>
        <p:spPr>
          <a:xfrm>
            <a:off x="5578754" y="-935203"/>
            <a:ext cx="803758" cy="849706"/>
          </a:xfrm>
          <a:prstGeom prst="rect">
            <a:avLst/>
          </a:prstGeom>
          <a:solidFill>
            <a:srgbClr val="F8FE05">
              <a:alpha val="7219"/>
            </a:srgbClr>
          </a:solidFill>
          <a:ln/>
        </p:spPr>
      </p:sp>
      <p:sp>
        <p:nvSpPr>
          <p:cNvPr id="177" name="Shape 175"/>
          <p:cNvSpPr/>
          <p:nvPr/>
        </p:nvSpPr>
        <p:spPr>
          <a:xfrm>
            <a:off x="5578754" y="-94640"/>
            <a:ext cx="803758" cy="849706"/>
          </a:xfrm>
          <a:prstGeom prst="rect">
            <a:avLst/>
          </a:prstGeom>
          <a:solidFill>
            <a:srgbClr val="F8FE05">
              <a:alpha val="6188"/>
            </a:srgbClr>
          </a:solidFill>
          <a:ln/>
        </p:spPr>
      </p:sp>
      <p:sp>
        <p:nvSpPr>
          <p:cNvPr id="178" name="Shape 176"/>
          <p:cNvSpPr/>
          <p:nvPr/>
        </p:nvSpPr>
        <p:spPr>
          <a:xfrm>
            <a:off x="5578754" y="745922"/>
            <a:ext cx="803758" cy="849706"/>
          </a:xfrm>
          <a:prstGeom prst="rect">
            <a:avLst/>
          </a:prstGeom>
          <a:solidFill>
            <a:srgbClr val="F8FE05">
              <a:alpha val="5156"/>
            </a:srgbClr>
          </a:solidFill>
          <a:ln/>
        </p:spPr>
      </p:sp>
      <p:sp>
        <p:nvSpPr>
          <p:cNvPr id="179" name="Shape 177"/>
          <p:cNvSpPr/>
          <p:nvPr/>
        </p:nvSpPr>
        <p:spPr>
          <a:xfrm>
            <a:off x="5578754" y="1586484"/>
            <a:ext cx="803758" cy="849706"/>
          </a:xfrm>
          <a:prstGeom prst="rect">
            <a:avLst/>
          </a:prstGeom>
          <a:solidFill>
            <a:srgbClr val="F8FE05">
              <a:alpha val="4125"/>
            </a:srgbClr>
          </a:solidFill>
          <a:ln/>
        </p:spPr>
      </p:sp>
      <p:sp>
        <p:nvSpPr>
          <p:cNvPr id="180" name="Shape 178"/>
          <p:cNvSpPr/>
          <p:nvPr/>
        </p:nvSpPr>
        <p:spPr>
          <a:xfrm>
            <a:off x="5578754" y="2427046"/>
            <a:ext cx="803758" cy="849706"/>
          </a:xfrm>
          <a:prstGeom prst="rect">
            <a:avLst/>
          </a:prstGeom>
          <a:solidFill>
            <a:srgbClr val="F8FE05">
              <a:alpha val="3094"/>
            </a:srgbClr>
          </a:solidFill>
          <a:ln/>
        </p:spPr>
      </p:sp>
      <p:sp>
        <p:nvSpPr>
          <p:cNvPr id="181" name="Shape 179"/>
          <p:cNvSpPr/>
          <p:nvPr/>
        </p:nvSpPr>
        <p:spPr>
          <a:xfrm>
            <a:off x="5578754" y="3267608"/>
            <a:ext cx="803758" cy="849706"/>
          </a:xfrm>
          <a:prstGeom prst="rect">
            <a:avLst/>
          </a:prstGeom>
          <a:solidFill>
            <a:srgbClr val="F8FE05">
              <a:alpha val="2063"/>
            </a:srgbClr>
          </a:solidFill>
          <a:ln/>
        </p:spPr>
      </p:sp>
      <p:sp>
        <p:nvSpPr>
          <p:cNvPr id="182" name="Shape 180"/>
          <p:cNvSpPr/>
          <p:nvPr/>
        </p:nvSpPr>
        <p:spPr>
          <a:xfrm>
            <a:off x="5578754" y="4108171"/>
            <a:ext cx="803758" cy="849706"/>
          </a:xfrm>
          <a:prstGeom prst="rect">
            <a:avLst/>
          </a:prstGeom>
          <a:solidFill>
            <a:srgbClr val="F8FE05">
              <a:alpha val="1031"/>
            </a:srgbClr>
          </a:solidFill>
          <a:ln/>
        </p:spPr>
      </p:sp>
      <p:sp>
        <p:nvSpPr>
          <p:cNvPr id="183" name="Shape 181"/>
          <p:cNvSpPr/>
          <p:nvPr/>
        </p:nvSpPr>
        <p:spPr>
          <a:xfrm>
            <a:off x="6948526" y="-1775765"/>
            <a:ext cx="803758" cy="523723"/>
          </a:xfrm>
          <a:prstGeom prst="rect">
            <a:avLst/>
          </a:prstGeom>
          <a:solidFill>
            <a:srgbClr val="F8FE05">
              <a:alpha val="3850"/>
            </a:srgbClr>
          </a:solidFill>
          <a:ln/>
        </p:spPr>
      </p:sp>
      <p:sp>
        <p:nvSpPr>
          <p:cNvPr id="184" name="Shape 182"/>
          <p:cNvSpPr/>
          <p:nvPr/>
        </p:nvSpPr>
        <p:spPr>
          <a:xfrm>
            <a:off x="6948526" y="-1261186"/>
            <a:ext cx="803758" cy="523723"/>
          </a:xfrm>
          <a:prstGeom prst="rect">
            <a:avLst/>
          </a:prstGeom>
          <a:solidFill>
            <a:srgbClr val="F8FE05">
              <a:alpha val="3369"/>
            </a:srgbClr>
          </a:solidFill>
          <a:ln/>
        </p:spPr>
      </p:sp>
      <p:sp>
        <p:nvSpPr>
          <p:cNvPr id="185" name="Shape 183"/>
          <p:cNvSpPr/>
          <p:nvPr/>
        </p:nvSpPr>
        <p:spPr>
          <a:xfrm>
            <a:off x="6948526" y="-746608"/>
            <a:ext cx="803758" cy="523723"/>
          </a:xfrm>
          <a:prstGeom prst="rect">
            <a:avLst/>
          </a:prstGeom>
          <a:solidFill>
            <a:srgbClr val="F8FE05">
              <a:alpha val="2888"/>
            </a:srgbClr>
          </a:solidFill>
          <a:ln/>
        </p:spPr>
      </p:sp>
      <p:sp>
        <p:nvSpPr>
          <p:cNvPr id="186" name="Shape 184"/>
          <p:cNvSpPr/>
          <p:nvPr/>
        </p:nvSpPr>
        <p:spPr>
          <a:xfrm>
            <a:off x="6948526" y="-232029"/>
            <a:ext cx="803758" cy="523723"/>
          </a:xfrm>
          <a:prstGeom prst="rect">
            <a:avLst/>
          </a:prstGeom>
          <a:solidFill>
            <a:srgbClr val="F8FE05">
              <a:alpha val="2406"/>
            </a:srgbClr>
          </a:solidFill>
          <a:ln/>
        </p:spPr>
      </p:sp>
      <p:sp>
        <p:nvSpPr>
          <p:cNvPr id="187" name="Shape 185"/>
          <p:cNvSpPr/>
          <p:nvPr/>
        </p:nvSpPr>
        <p:spPr>
          <a:xfrm>
            <a:off x="6948526" y="282550"/>
            <a:ext cx="803758" cy="523723"/>
          </a:xfrm>
          <a:prstGeom prst="rect">
            <a:avLst/>
          </a:prstGeom>
          <a:solidFill>
            <a:srgbClr val="F8FE05">
              <a:alpha val="1925"/>
            </a:srgbClr>
          </a:solidFill>
          <a:ln/>
        </p:spPr>
      </p:sp>
      <p:sp>
        <p:nvSpPr>
          <p:cNvPr id="188" name="Shape 186"/>
          <p:cNvSpPr/>
          <p:nvPr/>
        </p:nvSpPr>
        <p:spPr>
          <a:xfrm>
            <a:off x="6948526" y="797128"/>
            <a:ext cx="803758" cy="523723"/>
          </a:xfrm>
          <a:prstGeom prst="rect">
            <a:avLst/>
          </a:prstGeom>
          <a:solidFill>
            <a:srgbClr val="F8FE05">
              <a:alpha val="1444"/>
            </a:srgbClr>
          </a:solidFill>
          <a:ln/>
        </p:spPr>
      </p:sp>
      <p:sp>
        <p:nvSpPr>
          <p:cNvPr id="189" name="Shape 187"/>
          <p:cNvSpPr/>
          <p:nvPr/>
        </p:nvSpPr>
        <p:spPr>
          <a:xfrm>
            <a:off x="6948526" y="1311707"/>
            <a:ext cx="803758" cy="523723"/>
          </a:xfrm>
          <a:prstGeom prst="rect">
            <a:avLst/>
          </a:prstGeom>
          <a:solidFill>
            <a:srgbClr val="F8FE05">
              <a:alpha val="963"/>
            </a:srgbClr>
          </a:solidFill>
          <a:ln/>
        </p:spPr>
      </p:sp>
      <p:sp>
        <p:nvSpPr>
          <p:cNvPr id="190" name="Shape 188"/>
          <p:cNvSpPr/>
          <p:nvPr/>
        </p:nvSpPr>
        <p:spPr>
          <a:xfrm>
            <a:off x="6948526" y="1826285"/>
            <a:ext cx="803758" cy="523723"/>
          </a:xfrm>
          <a:prstGeom prst="rect">
            <a:avLst/>
          </a:prstGeom>
          <a:solidFill>
            <a:srgbClr val="F8FE05">
              <a:alpha val="481"/>
            </a:srgbClr>
          </a:solidFill>
          <a:ln/>
        </p:spPr>
      </p:sp>
      <p:sp>
        <p:nvSpPr>
          <p:cNvPr id="191" name="Shape 189"/>
          <p:cNvSpPr/>
          <p:nvPr/>
        </p:nvSpPr>
        <p:spPr>
          <a:xfrm>
            <a:off x="6259068" y="-1775765"/>
            <a:ext cx="803758" cy="671284"/>
          </a:xfrm>
          <a:prstGeom prst="rect">
            <a:avLst/>
          </a:prstGeom>
          <a:solidFill>
            <a:srgbClr val="F8FE05">
              <a:alpha val="5500"/>
            </a:srgbClr>
          </a:solidFill>
          <a:ln/>
        </p:spPr>
      </p:sp>
      <p:sp>
        <p:nvSpPr>
          <p:cNvPr id="192" name="Shape 190"/>
          <p:cNvSpPr/>
          <p:nvPr/>
        </p:nvSpPr>
        <p:spPr>
          <a:xfrm>
            <a:off x="6259068" y="-1113625"/>
            <a:ext cx="803758" cy="671284"/>
          </a:xfrm>
          <a:prstGeom prst="rect">
            <a:avLst/>
          </a:prstGeom>
          <a:solidFill>
            <a:srgbClr val="F8FE05">
              <a:alpha val="4813"/>
            </a:srgbClr>
          </a:solidFill>
          <a:ln/>
        </p:spPr>
      </p:sp>
      <p:sp>
        <p:nvSpPr>
          <p:cNvPr id="193" name="Shape 191"/>
          <p:cNvSpPr/>
          <p:nvPr/>
        </p:nvSpPr>
        <p:spPr>
          <a:xfrm>
            <a:off x="6259068" y="-451485"/>
            <a:ext cx="803758" cy="671284"/>
          </a:xfrm>
          <a:prstGeom prst="rect">
            <a:avLst/>
          </a:prstGeom>
          <a:solidFill>
            <a:srgbClr val="F8FE05">
              <a:alpha val="4125"/>
            </a:srgbClr>
          </a:solidFill>
          <a:ln/>
        </p:spPr>
      </p:sp>
      <p:sp>
        <p:nvSpPr>
          <p:cNvPr id="194" name="Shape 192"/>
          <p:cNvSpPr/>
          <p:nvPr/>
        </p:nvSpPr>
        <p:spPr>
          <a:xfrm>
            <a:off x="6259068" y="210655"/>
            <a:ext cx="803758" cy="671284"/>
          </a:xfrm>
          <a:prstGeom prst="rect">
            <a:avLst/>
          </a:prstGeom>
          <a:solidFill>
            <a:srgbClr val="F8FE05">
              <a:alpha val="3438"/>
            </a:srgbClr>
          </a:solidFill>
          <a:ln/>
        </p:spPr>
      </p:sp>
      <p:sp>
        <p:nvSpPr>
          <p:cNvPr id="195" name="Shape 193"/>
          <p:cNvSpPr/>
          <p:nvPr/>
        </p:nvSpPr>
        <p:spPr>
          <a:xfrm>
            <a:off x="6259068" y="872795"/>
            <a:ext cx="803758" cy="671284"/>
          </a:xfrm>
          <a:prstGeom prst="rect">
            <a:avLst/>
          </a:prstGeom>
          <a:solidFill>
            <a:srgbClr val="F8FE05">
              <a:alpha val="2750"/>
            </a:srgbClr>
          </a:solidFill>
          <a:ln/>
        </p:spPr>
      </p:sp>
      <p:sp>
        <p:nvSpPr>
          <p:cNvPr id="196" name="Shape 194"/>
          <p:cNvSpPr/>
          <p:nvPr/>
        </p:nvSpPr>
        <p:spPr>
          <a:xfrm>
            <a:off x="6259068" y="1534935"/>
            <a:ext cx="803758" cy="671284"/>
          </a:xfrm>
          <a:prstGeom prst="rect">
            <a:avLst/>
          </a:prstGeom>
          <a:solidFill>
            <a:srgbClr val="F8FE05">
              <a:alpha val="2063"/>
            </a:srgbClr>
          </a:solidFill>
          <a:ln/>
        </p:spPr>
      </p:sp>
      <p:sp>
        <p:nvSpPr>
          <p:cNvPr id="197" name="Shape 195"/>
          <p:cNvSpPr/>
          <p:nvPr/>
        </p:nvSpPr>
        <p:spPr>
          <a:xfrm>
            <a:off x="6259068" y="2197075"/>
            <a:ext cx="803758" cy="671284"/>
          </a:xfrm>
          <a:prstGeom prst="rect">
            <a:avLst/>
          </a:prstGeom>
          <a:solidFill>
            <a:srgbClr val="F8FE05">
              <a:alpha val="1375"/>
            </a:srgbClr>
          </a:solidFill>
          <a:ln/>
        </p:spPr>
      </p:sp>
      <p:sp>
        <p:nvSpPr>
          <p:cNvPr id="198" name="Shape 196"/>
          <p:cNvSpPr/>
          <p:nvPr/>
        </p:nvSpPr>
        <p:spPr>
          <a:xfrm>
            <a:off x="6259068" y="2859215"/>
            <a:ext cx="803758" cy="671284"/>
          </a:xfrm>
          <a:prstGeom prst="rect">
            <a:avLst/>
          </a:prstGeom>
          <a:solidFill>
            <a:srgbClr val="F8FE05">
              <a:alpha val="688"/>
            </a:srgbClr>
          </a:solidFill>
          <a:ln/>
        </p:spPr>
      </p:sp>
      <p:sp>
        <p:nvSpPr>
          <p:cNvPr id="199" name="Shape 197"/>
          <p:cNvSpPr/>
          <p:nvPr/>
        </p:nvSpPr>
        <p:spPr>
          <a:xfrm>
            <a:off x="4892040" y="-1775765"/>
            <a:ext cx="803758" cy="625107"/>
          </a:xfrm>
          <a:prstGeom prst="rect">
            <a:avLst/>
          </a:prstGeom>
          <a:solidFill>
            <a:srgbClr val="F8FE05">
              <a:alpha val="5500"/>
            </a:srgbClr>
          </a:solidFill>
          <a:ln/>
        </p:spPr>
      </p:sp>
      <p:sp>
        <p:nvSpPr>
          <p:cNvPr id="200" name="Shape 198"/>
          <p:cNvSpPr/>
          <p:nvPr/>
        </p:nvSpPr>
        <p:spPr>
          <a:xfrm>
            <a:off x="4892040" y="-1159802"/>
            <a:ext cx="803758" cy="625107"/>
          </a:xfrm>
          <a:prstGeom prst="rect">
            <a:avLst/>
          </a:prstGeom>
          <a:solidFill>
            <a:srgbClr val="F8FE05">
              <a:alpha val="4813"/>
            </a:srgbClr>
          </a:solidFill>
          <a:ln/>
        </p:spPr>
      </p:sp>
      <p:sp>
        <p:nvSpPr>
          <p:cNvPr id="201" name="Shape 199"/>
          <p:cNvSpPr/>
          <p:nvPr/>
        </p:nvSpPr>
        <p:spPr>
          <a:xfrm>
            <a:off x="4892040" y="-543839"/>
            <a:ext cx="803758" cy="625107"/>
          </a:xfrm>
          <a:prstGeom prst="rect">
            <a:avLst/>
          </a:prstGeom>
          <a:solidFill>
            <a:srgbClr val="F8FE05">
              <a:alpha val="4125"/>
            </a:srgbClr>
          </a:solidFill>
          <a:ln/>
        </p:spPr>
      </p:sp>
      <p:sp>
        <p:nvSpPr>
          <p:cNvPr id="202" name="Shape 200"/>
          <p:cNvSpPr/>
          <p:nvPr/>
        </p:nvSpPr>
        <p:spPr>
          <a:xfrm>
            <a:off x="4892040" y="72123"/>
            <a:ext cx="803758" cy="625107"/>
          </a:xfrm>
          <a:prstGeom prst="rect">
            <a:avLst/>
          </a:prstGeom>
          <a:solidFill>
            <a:srgbClr val="F8FE05">
              <a:alpha val="3438"/>
            </a:srgbClr>
          </a:solidFill>
          <a:ln/>
        </p:spPr>
      </p:sp>
      <p:sp>
        <p:nvSpPr>
          <p:cNvPr id="203" name="Shape 201"/>
          <p:cNvSpPr/>
          <p:nvPr/>
        </p:nvSpPr>
        <p:spPr>
          <a:xfrm>
            <a:off x="4892040" y="688086"/>
            <a:ext cx="803758" cy="625107"/>
          </a:xfrm>
          <a:prstGeom prst="rect">
            <a:avLst/>
          </a:prstGeom>
          <a:solidFill>
            <a:srgbClr val="F8FE05">
              <a:alpha val="2750"/>
            </a:srgbClr>
          </a:solidFill>
          <a:ln/>
        </p:spPr>
      </p:sp>
      <p:sp>
        <p:nvSpPr>
          <p:cNvPr id="204" name="Shape 202"/>
          <p:cNvSpPr/>
          <p:nvPr/>
        </p:nvSpPr>
        <p:spPr>
          <a:xfrm>
            <a:off x="4892040" y="1304049"/>
            <a:ext cx="803758" cy="625107"/>
          </a:xfrm>
          <a:prstGeom prst="rect">
            <a:avLst/>
          </a:prstGeom>
          <a:solidFill>
            <a:srgbClr val="F8FE05">
              <a:alpha val="2063"/>
            </a:srgbClr>
          </a:solidFill>
          <a:ln/>
        </p:spPr>
      </p:sp>
      <p:sp>
        <p:nvSpPr>
          <p:cNvPr id="205" name="Shape 203"/>
          <p:cNvSpPr/>
          <p:nvPr/>
        </p:nvSpPr>
        <p:spPr>
          <a:xfrm>
            <a:off x="4892040" y="1920011"/>
            <a:ext cx="803758" cy="625107"/>
          </a:xfrm>
          <a:prstGeom prst="rect">
            <a:avLst/>
          </a:prstGeom>
          <a:solidFill>
            <a:srgbClr val="F8FE05">
              <a:alpha val="1375"/>
            </a:srgbClr>
          </a:solidFill>
          <a:ln/>
        </p:spPr>
      </p:sp>
      <p:sp>
        <p:nvSpPr>
          <p:cNvPr id="206" name="Shape 204"/>
          <p:cNvSpPr/>
          <p:nvPr/>
        </p:nvSpPr>
        <p:spPr>
          <a:xfrm>
            <a:off x="4892040" y="2535974"/>
            <a:ext cx="803758" cy="625107"/>
          </a:xfrm>
          <a:prstGeom prst="rect">
            <a:avLst/>
          </a:prstGeom>
          <a:solidFill>
            <a:srgbClr val="F8FE05">
              <a:alpha val="688"/>
            </a:srgbClr>
          </a:solidFill>
          <a:ln/>
        </p:spPr>
      </p:sp>
      <p:sp>
        <p:nvSpPr>
          <p:cNvPr id="207" name="Shape 205"/>
          <p:cNvSpPr/>
          <p:nvPr/>
        </p:nvSpPr>
        <p:spPr>
          <a:xfrm>
            <a:off x="4200754" y="-1775765"/>
            <a:ext cx="803758" cy="395364"/>
          </a:xfrm>
          <a:prstGeom prst="rect">
            <a:avLst/>
          </a:prstGeom>
          <a:solidFill>
            <a:srgbClr val="F8FE05">
              <a:alpha val="3850"/>
            </a:srgbClr>
          </a:solidFill>
          <a:ln/>
        </p:spPr>
      </p:sp>
      <p:sp>
        <p:nvSpPr>
          <p:cNvPr id="208" name="Shape 206"/>
          <p:cNvSpPr/>
          <p:nvPr/>
        </p:nvSpPr>
        <p:spPr>
          <a:xfrm>
            <a:off x="4200754" y="-1389545"/>
            <a:ext cx="803758" cy="395364"/>
          </a:xfrm>
          <a:prstGeom prst="rect">
            <a:avLst/>
          </a:prstGeom>
          <a:solidFill>
            <a:srgbClr val="F8FE05">
              <a:alpha val="3369"/>
            </a:srgbClr>
          </a:solidFill>
          <a:ln/>
        </p:spPr>
      </p:sp>
      <p:sp>
        <p:nvSpPr>
          <p:cNvPr id="209" name="Shape 207"/>
          <p:cNvSpPr/>
          <p:nvPr/>
        </p:nvSpPr>
        <p:spPr>
          <a:xfrm>
            <a:off x="4200754" y="-1003325"/>
            <a:ext cx="803758" cy="395364"/>
          </a:xfrm>
          <a:prstGeom prst="rect">
            <a:avLst/>
          </a:prstGeom>
          <a:solidFill>
            <a:srgbClr val="F8FE05">
              <a:alpha val="2888"/>
            </a:srgbClr>
          </a:solidFill>
          <a:ln/>
        </p:spPr>
      </p:sp>
      <p:sp>
        <p:nvSpPr>
          <p:cNvPr id="210" name="Shape 208"/>
          <p:cNvSpPr/>
          <p:nvPr/>
        </p:nvSpPr>
        <p:spPr>
          <a:xfrm>
            <a:off x="4200754" y="-617106"/>
            <a:ext cx="803758" cy="395364"/>
          </a:xfrm>
          <a:prstGeom prst="rect">
            <a:avLst/>
          </a:prstGeom>
          <a:solidFill>
            <a:srgbClr val="F8FE05">
              <a:alpha val="2406"/>
            </a:srgbClr>
          </a:solidFill>
          <a:ln/>
        </p:spPr>
      </p:sp>
      <p:sp>
        <p:nvSpPr>
          <p:cNvPr id="211" name="Shape 209"/>
          <p:cNvSpPr/>
          <p:nvPr/>
        </p:nvSpPr>
        <p:spPr>
          <a:xfrm>
            <a:off x="4200754" y="-230886"/>
            <a:ext cx="803758" cy="395364"/>
          </a:xfrm>
          <a:prstGeom prst="rect">
            <a:avLst/>
          </a:prstGeom>
          <a:solidFill>
            <a:srgbClr val="F8FE05">
              <a:alpha val="1925"/>
            </a:srgbClr>
          </a:solidFill>
          <a:ln/>
        </p:spPr>
      </p:sp>
      <p:sp>
        <p:nvSpPr>
          <p:cNvPr id="212" name="Shape 210"/>
          <p:cNvSpPr/>
          <p:nvPr/>
        </p:nvSpPr>
        <p:spPr>
          <a:xfrm>
            <a:off x="4200754" y="155334"/>
            <a:ext cx="803758" cy="395364"/>
          </a:xfrm>
          <a:prstGeom prst="rect">
            <a:avLst/>
          </a:prstGeom>
          <a:solidFill>
            <a:srgbClr val="F8FE05">
              <a:alpha val="1444"/>
            </a:srgbClr>
          </a:solidFill>
          <a:ln/>
        </p:spPr>
      </p:sp>
      <p:sp>
        <p:nvSpPr>
          <p:cNvPr id="213" name="Shape 211"/>
          <p:cNvSpPr/>
          <p:nvPr/>
        </p:nvSpPr>
        <p:spPr>
          <a:xfrm>
            <a:off x="4200754" y="541553"/>
            <a:ext cx="803758" cy="395364"/>
          </a:xfrm>
          <a:prstGeom prst="rect">
            <a:avLst/>
          </a:prstGeom>
          <a:solidFill>
            <a:srgbClr val="F8FE05">
              <a:alpha val="963"/>
            </a:srgbClr>
          </a:solidFill>
          <a:ln/>
        </p:spPr>
      </p:sp>
      <p:sp>
        <p:nvSpPr>
          <p:cNvPr id="214" name="Shape 212"/>
          <p:cNvSpPr/>
          <p:nvPr/>
        </p:nvSpPr>
        <p:spPr>
          <a:xfrm>
            <a:off x="4200754" y="927773"/>
            <a:ext cx="803758" cy="395364"/>
          </a:xfrm>
          <a:prstGeom prst="rect">
            <a:avLst/>
          </a:prstGeom>
          <a:solidFill>
            <a:srgbClr val="F8FE05">
              <a:alpha val="481"/>
            </a:srgbClr>
          </a:solidFill>
          <a:ln/>
        </p:spPr>
      </p:sp>
      <p:sp>
        <p:nvSpPr>
          <p:cNvPr id="215" name="Shape 213"/>
          <p:cNvSpPr/>
          <p:nvPr/>
        </p:nvSpPr>
        <p:spPr>
          <a:xfrm>
            <a:off x="9720986" y="-1775765"/>
            <a:ext cx="803758" cy="849706"/>
          </a:xfrm>
          <a:prstGeom prst="rect">
            <a:avLst/>
          </a:prstGeom>
          <a:solidFill>
            <a:srgbClr val="F8FE05">
              <a:alpha val="8250"/>
            </a:srgbClr>
          </a:solidFill>
          <a:ln/>
        </p:spPr>
      </p:sp>
      <p:sp>
        <p:nvSpPr>
          <p:cNvPr id="216" name="Shape 214"/>
          <p:cNvSpPr/>
          <p:nvPr/>
        </p:nvSpPr>
        <p:spPr>
          <a:xfrm>
            <a:off x="9720986" y="-935203"/>
            <a:ext cx="803758" cy="849706"/>
          </a:xfrm>
          <a:prstGeom prst="rect">
            <a:avLst/>
          </a:prstGeom>
          <a:solidFill>
            <a:srgbClr val="F8FE05">
              <a:alpha val="7219"/>
            </a:srgbClr>
          </a:solidFill>
          <a:ln/>
        </p:spPr>
      </p:sp>
      <p:sp>
        <p:nvSpPr>
          <p:cNvPr id="217" name="Shape 215"/>
          <p:cNvSpPr/>
          <p:nvPr/>
        </p:nvSpPr>
        <p:spPr>
          <a:xfrm>
            <a:off x="9720986" y="-94640"/>
            <a:ext cx="803758" cy="849706"/>
          </a:xfrm>
          <a:prstGeom prst="rect">
            <a:avLst/>
          </a:prstGeom>
          <a:solidFill>
            <a:srgbClr val="F8FE05">
              <a:alpha val="6188"/>
            </a:srgbClr>
          </a:solidFill>
          <a:ln/>
        </p:spPr>
      </p:sp>
      <p:sp>
        <p:nvSpPr>
          <p:cNvPr id="218" name="Shape 216"/>
          <p:cNvSpPr/>
          <p:nvPr/>
        </p:nvSpPr>
        <p:spPr>
          <a:xfrm>
            <a:off x="9720986" y="745922"/>
            <a:ext cx="803758" cy="849706"/>
          </a:xfrm>
          <a:prstGeom prst="rect">
            <a:avLst/>
          </a:prstGeom>
          <a:solidFill>
            <a:srgbClr val="F8FE05">
              <a:alpha val="5156"/>
            </a:srgbClr>
          </a:solidFill>
          <a:ln/>
        </p:spPr>
      </p:sp>
      <p:sp>
        <p:nvSpPr>
          <p:cNvPr id="219" name="Shape 217"/>
          <p:cNvSpPr/>
          <p:nvPr/>
        </p:nvSpPr>
        <p:spPr>
          <a:xfrm>
            <a:off x="9720986" y="1586484"/>
            <a:ext cx="803758" cy="849706"/>
          </a:xfrm>
          <a:prstGeom prst="rect">
            <a:avLst/>
          </a:prstGeom>
          <a:solidFill>
            <a:srgbClr val="F8FE05">
              <a:alpha val="4125"/>
            </a:srgbClr>
          </a:solidFill>
          <a:ln/>
        </p:spPr>
      </p:sp>
      <p:sp>
        <p:nvSpPr>
          <p:cNvPr id="220" name="Shape 218"/>
          <p:cNvSpPr/>
          <p:nvPr/>
        </p:nvSpPr>
        <p:spPr>
          <a:xfrm>
            <a:off x="9720986" y="2427046"/>
            <a:ext cx="803758" cy="849706"/>
          </a:xfrm>
          <a:prstGeom prst="rect">
            <a:avLst/>
          </a:prstGeom>
          <a:solidFill>
            <a:srgbClr val="F8FE05">
              <a:alpha val="3094"/>
            </a:srgbClr>
          </a:solidFill>
          <a:ln/>
        </p:spPr>
      </p:sp>
      <p:sp>
        <p:nvSpPr>
          <p:cNvPr id="221" name="Shape 219"/>
          <p:cNvSpPr/>
          <p:nvPr/>
        </p:nvSpPr>
        <p:spPr>
          <a:xfrm>
            <a:off x="9720986" y="3267608"/>
            <a:ext cx="803758" cy="849706"/>
          </a:xfrm>
          <a:prstGeom prst="rect">
            <a:avLst/>
          </a:prstGeom>
          <a:solidFill>
            <a:srgbClr val="F8FE05">
              <a:alpha val="2063"/>
            </a:srgbClr>
          </a:solidFill>
          <a:ln/>
        </p:spPr>
      </p:sp>
      <p:sp>
        <p:nvSpPr>
          <p:cNvPr id="222" name="Shape 220"/>
          <p:cNvSpPr/>
          <p:nvPr/>
        </p:nvSpPr>
        <p:spPr>
          <a:xfrm>
            <a:off x="9720986" y="4108171"/>
            <a:ext cx="803758" cy="849706"/>
          </a:xfrm>
          <a:prstGeom prst="rect">
            <a:avLst/>
          </a:prstGeom>
          <a:solidFill>
            <a:srgbClr val="F8FE05">
              <a:alpha val="1031"/>
            </a:srgbClr>
          </a:solidFill>
          <a:ln/>
        </p:spPr>
      </p:sp>
      <p:sp>
        <p:nvSpPr>
          <p:cNvPr id="223" name="Shape 221"/>
          <p:cNvSpPr/>
          <p:nvPr/>
        </p:nvSpPr>
        <p:spPr>
          <a:xfrm>
            <a:off x="11090758" y="-1775765"/>
            <a:ext cx="803758" cy="523723"/>
          </a:xfrm>
          <a:prstGeom prst="rect">
            <a:avLst/>
          </a:prstGeom>
          <a:solidFill>
            <a:srgbClr val="F8FE05">
              <a:alpha val="3850"/>
            </a:srgbClr>
          </a:solidFill>
          <a:ln/>
        </p:spPr>
      </p:sp>
      <p:sp>
        <p:nvSpPr>
          <p:cNvPr id="224" name="Shape 222"/>
          <p:cNvSpPr/>
          <p:nvPr/>
        </p:nvSpPr>
        <p:spPr>
          <a:xfrm>
            <a:off x="11090758" y="-1261186"/>
            <a:ext cx="803758" cy="523723"/>
          </a:xfrm>
          <a:prstGeom prst="rect">
            <a:avLst/>
          </a:prstGeom>
          <a:solidFill>
            <a:srgbClr val="F8FE05">
              <a:alpha val="3369"/>
            </a:srgbClr>
          </a:solidFill>
          <a:ln/>
        </p:spPr>
      </p:sp>
      <p:sp>
        <p:nvSpPr>
          <p:cNvPr id="225" name="Shape 223"/>
          <p:cNvSpPr/>
          <p:nvPr/>
        </p:nvSpPr>
        <p:spPr>
          <a:xfrm>
            <a:off x="11090758" y="-746608"/>
            <a:ext cx="803758" cy="523723"/>
          </a:xfrm>
          <a:prstGeom prst="rect">
            <a:avLst/>
          </a:prstGeom>
          <a:solidFill>
            <a:srgbClr val="F8FE05">
              <a:alpha val="2888"/>
            </a:srgbClr>
          </a:solidFill>
          <a:ln/>
        </p:spPr>
      </p:sp>
      <p:sp>
        <p:nvSpPr>
          <p:cNvPr id="226" name="Shape 224"/>
          <p:cNvSpPr/>
          <p:nvPr/>
        </p:nvSpPr>
        <p:spPr>
          <a:xfrm>
            <a:off x="11090758" y="-232029"/>
            <a:ext cx="803758" cy="523723"/>
          </a:xfrm>
          <a:prstGeom prst="rect">
            <a:avLst/>
          </a:prstGeom>
          <a:solidFill>
            <a:srgbClr val="F8FE05">
              <a:alpha val="2406"/>
            </a:srgbClr>
          </a:solidFill>
          <a:ln/>
        </p:spPr>
      </p:sp>
      <p:sp>
        <p:nvSpPr>
          <p:cNvPr id="227" name="Shape 225"/>
          <p:cNvSpPr/>
          <p:nvPr/>
        </p:nvSpPr>
        <p:spPr>
          <a:xfrm>
            <a:off x="11090758" y="282550"/>
            <a:ext cx="803758" cy="523723"/>
          </a:xfrm>
          <a:prstGeom prst="rect">
            <a:avLst/>
          </a:prstGeom>
          <a:solidFill>
            <a:srgbClr val="F8FE05">
              <a:alpha val="1925"/>
            </a:srgbClr>
          </a:solidFill>
          <a:ln/>
        </p:spPr>
      </p:sp>
      <p:sp>
        <p:nvSpPr>
          <p:cNvPr id="228" name="Shape 226"/>
          <p:cNvSpPr/>
          <p:nvPr/>
        </p:nvSpPr>
        <p:spPr>
          <a:xfrm>
            <a:off x="11090758" y="797128"/>
            <a:ext cx="803758" cy="523723"/>
          </a:xfrm>
          <a:prstGeom prst="rect">
            <a:avLst/>
          </a:prstGeom>
          <a:solidFill>
            <a:srgbClr val="F8FE05">
              <a:alpha val="1444"/>
            </a:srgbClr>
          </a:solidFill>
          <a:ln/>
        </p:spPr>
      </p:sp>
      <p:sp>
        <p:nvSpPr>
          <p:cNvPr id="229" name="Shape 227"/>
          <p:cNvSpPr/>
          <p:nvPr/>
        </p:nvSpPr>
        <p:spPr>
          <a:xfrm>
            <a:off x="11090758" y="1311707"/>
            <a:ext cx="803758" cy="523723"/>
          </a:xfrm>
          <a:prstGeom prst="rect">
            <a:avLst/>
          </a:prstGeom>
          <a:solidFill>
            <a:srgbClr val="F8FE05">
              <a:alpha val="963"/>
            </a:srgbClr>
          </a:solidFill>
          <a:ln/>
        </p:spPr>
      </p:sp>
      <p:sp>
        <p:nvSpPr>
          <p:cNvPr id="230" name="Shape 228"/>
          <p:cNvSpPr/>
          <p:nvPr/>
        </p:nvSpPr>
        <p:spPr>
          <a:xfrm>
            <a:off x="11090758" y="1826285"/>
            <a:ext cx="803758" cy="523723"/>
          </a:xfrm>
          <a:prstGeom prst="rect">
            <a:avLst/>
          </a:prstGeom>
          <a:solidFill>
            <a:srgbClr val="F8FE05">
              <a:alpha val="481"/>
            </a:srgbClr>
          </a:solidFill>
          <a:ln/>
        </p:spPr>
      </p:sp>
      <p:sp>
        <p:nvSpPr>
          <p:cNvPr id="231" name="Shape 229"/>
          <p:cNvSpPr/>
          <p:nvPr/>
        </p:nvSpPr>
        <p:spPr>
          <a:xfrm>
            <a:off x="10401300" y="-1775765"/>
            <a:ext cx="803758" cy="671284"/>
          </a:xfrm>
          <a:prstGeom prst="rect">
            <a:avLst/>
          </a:prstGeom>
          <a:solidFill>
            <a:srgbClr val="F8FE05">
              <a:alpha val="5500"/>
            </a:srgbClr>
          </a:solidFill>
          <a:ln/>
        </p:spPr>
      </p:sp>
      <p:sp>
        <p:nvSpPr>
          <p:cNvPr id="232" name="Shape 230"/>
          <p:cNvSpPr/>
          <p:nvPr/>
        </p:nvSpPr>
        <p:spPr>
          <a:xfrm>
            <a:off x="10401300" y="-1113625"/>
            <a:ext cx="803758" cy="671284"/>
          </a:xfrm>
          <a:prstGeom prst="rect">
            <a:avLst/>
          </a:prstGeom>
          <a:solidFill>
            <a:srgbClr val="F8FE05">
              <a:alpha val="4813"/>
            </a:srgbClr>
          </a:solidFill>
          <a:ln/>
        </p:spPr>
      </p:sp>
      <p:sp>
        <p:nvSpPr>
          <p:cNvPr id="233" name="Shape 231"/>
          <p:cNvSpPr/>
          <p:nvPr/>
        </p:nvSpPr>
        <p:spPr>
          <a:xfrm>
            <a:off x="10401300" y="-451485"/>
            <a:ext cx="803758" cy="671284"/>
          </a:xfrm>
          <a:prstGeom prst="rect">
            <a:avLst/>
          </a:prstGeom>
          <a:solidFill>
            <a:srgbClr val="F8FE05">
              <a:alpha val="4125"/>
            </a:srgbClr>
          </a:solidFill>
          <a:ln/>
        </p:spPr>
      </p:sp>
      <p:sp>
        <p:nvSpPr>
          <p:cNvPr id="234" name="Shape 232"/>
          <p:cNvSpPr/>
          <p:nvPr/>
        </p:nvSpPr>
        <p:spPr>
          <a:xfrm>
            <a:off x="10401300" y="210655"/>
            <a:ext cx="803758" cy="671284"/>
          </a:xfrm>
          <a:prstGeom prst="rect">
            <a:avLst/>
          </a:prstGeom>
          <a:solidFill>
            <a:srgbClr val="F8FE05">
              <a:alpha val="3438"/>
            </a:srgbClr>
          </a:solidFill>
          <a:ln/>
        </p:spPr>
      </p:sp>
      <p:sp>
        <p:nvSpPr>
          <p:cNvPr id="235" name="Shape 233"/>
          <p:cNvSpPr/>
          <p:nvPr/>
        </p:nvSpPr>
        <p:spPr>
          <a:xfrm>
            <a:off x="10401300" y="872795"/>
            <a:ext cx="803758" cy="671284"/>
          </a:xfrm>
          <a:prstGeom prst="rect">
            <a:avLst/>
          </a:prstGeom>
          <a:solidFill>
            <a:srgbClr val="F8FE05">
              <a:alpha val="2750"/>
            </a:srgbClr>
          </a:solidFill>
          <a:ln/>
        </p:spPr>
      </p:sp>
      <p:sp>
        <p:nvSpPr>
          <p:cNvPr id="236" name="Shape 234"/>
          <p:cNvSpPr/>
          <p:nvPr/>
        </p:nvSpPr>
        <p:spPr>
          <a:xfrm>
            <a:off x="10401300" y="1534935"/>
            <a:ext cx="803758" cy="671284"/>
          </a:xfrm>
          <a:prstGeom prst="rect">
            <a:avLst/>
          </a:prstGeom>
          <a:solidFill>
            <a:srgbClr val="F8FE05">
              <a:alpha val="2063"/>
            </a:srgbClr>
          </a:solidFill>
          <a:ln/>
        </p:spPr>
      </p:sp>
      <p:sp>
        <p:nvSpPr>
          <p:cNvPr id="237" name="Shape 235"/>
          <p:cNvSpPr/>
          <p:nvPr/>
        </p:nvSpPr>
        <p:spPr>
          <a:xfrm>
            <a:off x="10401300" y="2197075"/>
            <a:ext cx="803758" cy="671284"/>
          </a:xfrm>
          <a:prstGeom prst="rect">
            <a:avLst/>
          </a:prstGeom>
          <a:solidFill>
            <a:srgbClr val="F8FE05">
              <a:alpha val="1375"/>
            </a:srgbClr>
          </a:solidFill>
          <a:ln/>
        </p:spPr>
      </p:sp>
      <p:sp>
        <p:nvSpPr>
          <p:cNvPr id="238" name="Shape 236"/>
          <p:cNvSpPr/>
          <p:nvPr/>
        </p:nvSpPr>
        <p:spPr>
          <a:xfrm>
            <a:off x="10401300" y="2859215"/>
            <a:ext cx="803758" cy="671284"/>
          </a:xfrm>
          <a:prstGeom prst="rect">
            <a:avLst/>
          </a:prstGeom>
          <a:solidFill>
            <a:srgbClr val="F8FE05">
              <a:alpha val="688"/>
            </a:srgbClr>
          </a:solidFill>
          <a:ln/>
        </p:spPr>
      </p:sp>
      <p:sp>
        <p:nvSpPr>
          <p:cNvPr id="239" name="Shape 237"/>
          <p:cNvSpPr/>
          <p:nvPr/>
        </p:nvSpPr>
        <p:spPr>
          <a:xfrm>
            <a:off x="9034272" y="-1775765"/>
            <a:ext cx="803758" cy="625107"/>
          </a:xfrm>
          <a:prstGeom prst="rect">
            <a:avLst/>
          </a:prstGeom>
          <a:solidFill>
            <a:srgbClr val="F8FE05">
              <a:alpha val="5500"/>
            </a:srgbClr>
          </a:solidFill>
          <a:ln/>
        </p:spPr>
      </p:sp>
      <p:sp>
        <p:nvSpPr>
          <p:cNvPr id="240" name="Shape 238"/>
          <p:cNvSpPr/>
          <p:nvPr/>
        </p:nvSpPr>
        <p:spPr>
          <a:xfrm>
            <a:off x="9034272" y="-1159802"/>
            <a:ext cx="803758" cy="625107"/>
          </a:xfrm>
          <a:prstGeom prst="rect">
            <a:avLst/>
          </a:prstGeom>
          <a:solidFill>
            <a:srgbClr val="F8FE05">
              <a:alpha val="4813"/>
            </a:srgbClr>
          </a:solidFill>
          <a:ln/>
        </p:spPr>
      </p:sp>
      <p:sp>
        <p:nvSpPr>
          <p:cNvPr id="241" name="Shape 239"/>
          <p:cNvSpPr/>
          <p:nvPr/>
        </p:nvSpPr>
        <p:spPr>
          <a:xfrm>
            <a:off x="9034272" y="-543839"/>
            <a:ext cx="803758" cy="625107"/>
          </a:xfrm>
          <a:prstGeom prst="rect">
            <a:avLst/>
          </a:prstGeom>
          <a:solidFill>
            <a:srgbClr val="F8FE05">
              <a:alpha val="4125"/>
            </a:srgbClr>
          </a:solidFill>
          <a:ln/>
        </p:spPr>
      </p:sp>
      <p:sp>
        <p:nvSpPr>
          <p:cNvPr id="242" name="Shape 240"/>
          <p:cNvSpPr/>
          <p:nvPr/>
        </p:nvSpPr>
        <p:spPr>
          <a:xfrm>
            <a:off x="9034272" y="72123"/>
            <a:ext cx="803758" cy="625107"/>
          </a:xfrm>
          <a:prstGeom prst="rect">
            <a:avLst/>
          </a:prstGeom>
          <a:solidFill>
            <a:srgbClr val="F8FE05">
              <a:alpha val="3438"/>
            </a:srgbClr>
          </a:solidFill>
          <a:ln/>
        </p:spPr>
      </p:sp>
      <p:sp>
        <p:nvSpPr>
          <p:cNvPr id="243" name="Shape 241"/>
          <p:cNvSpPr/>
          <p:nvPr/>
        </p:nvSpPr>
        <p:spPr>
          <a:xfrm>
            <a:off x="9034272" y="688086"/>
            <a:ext cx="803758" cy="625107"/>
          </a:xfrm>
          <a:prstGeom prst="rect">
            <a:avLst/>
          </a:prstGeom>
          <a:solidFill>
            <a:srgbClr val="F8FE05">
              <a:alpha val="2750"/>
            </a:srgbClr>
          </a:solidFill>
          <a:ln/>
        </p:spPr>
      </p:sp>
      <p:sp>
        <p:nvSpPr>
          <p:cNvPr id="244" name="Shape 242"/>
          <p:cNvSpPr/>
          <p:nvPr/>
        </p:nvSpPr>
        <p:spPr>
          <a:xfrm>
            <a:off x="9034272" y="1304049"/>
            <a:ext cx="803758" cy="625107"/>
          </a:xfrm>
          <a:prstGeom prst="rect">
            <a:avLst/>
          </a:prstGeom>
          <a:solidFill>
            <a:srgbClr val="F8FE05">
              <a:alpha val="2063"/>
            </a:srgbClr>
          </a:solidFill>
          <a:ln/>
        </p:spPr>
      </p:sp>
      <p:sp>
        <p:nvSpPr>
          <p:cNvPr id="245" name="Shape 243"/>
          <p:cNvSpPr/>
          <p:nvPr/>
        </p:nvSpPr>
        <p:spPr>
          <a:xfrm>
            <a:off x="9034272" y="1920011"/>
            <a:ext cx="803758" cy="625107"/>
          </a:xfrm>
          <a:prstGeom prst="rect">
            <a:avLst/>
          </a:prstGeom>
          <a:solidFill>
            <a:srgbClr val="F8FE05">
              <a:alpha val="1375"/>
            </a:srgbClr>
          </a:solidFill>
          <a:ln/>
        </p:spPr>
      </p:sp>
      <p:sp>
        <p:nvSpPr>
          <p:cNvPr id="246" name="Shape 244"/>
          <p:cNvSpPr/>
          <p:nvPr/>
        </p:nvSpPr>
        <p:spPr>
          <a:xfrm>
            <a:off x="9034272" y="2535974"/>
            <a:ext cx="803758" cy="625107"/>
          </a:xfrm>
          <a:prstGeom prst="rect">
            <a:avLst/>
          </a:prstGeom>
          <a:solidFill>
            <a:srgbClr val="F8FE05">
              <a:alpha val="688"/>
            </a:srgbClr>
          </a:solidFill>
          <a:ln/>
        </p:spPr>
      </p:sp>
      <p:sp>
        <p:nvSpPr>
          <p:cNvPr id="247" name="Shape 245"/>
          <p:cNvSpPr/>
          <p:nvPr/>
        </p:nvSpPr>
        <p:spPr>
          <a:xfrm>
            <a:off x="8342986" y="-1775765"/>
            <a:ext cx="803758" cy="395364"/>
          </a:xfrm>
          <a:prstGeom prst="rect">
            <a:avLst/>
          </a:prstGeom>
          <a:solidFill>
            <a:srgbClr val="F8FE05">
              <a:alpha val="3850"/>
            </a:srgbClr>
          </a:solidFill>
          <a:ln/>
        </p:spPr>
      </p:sp>
      <p:sp>
        <p:nvSpPr>
          <p:cNvPr id="248" name="Shape 246"/>
          <p:cNvSpPr/>
          <p:nvPr/>
        </p:nvSpPr>
        <p:spPr>
          <a:xfrm>
            <a:off x="8342986" y="-1389545"/>
            <a:ext cx="803758" cy="395364"/>
          </a:xfrm>
          <a:prstGeom prst="rect">
            <a:avLst/>
          </a:prstGeom>
          <a:solidFill>
            <a:srgbClr val="F8FE05">
              <a:alpha val="3369"/>
            </a:srgbClr>
          </a:solidFill>
          <a:ln/>
        </p:spPr>
      </p:sp>
      <p:sp>
        <p:nvSpPr>
          <p:cNvPr id="249" name="Shape 247"/>
          <p:cNvSpPr/>
          <p:nvPr/>
        </p:nvSpPr>
        <p:spPr>
          <a:xfrm>
            <a:off x="8342986" y="-1003325"/>
            <a:ext cx="803758" cy="395364"/>
          </a:xfrm>
          <a:prstGeom prst="rect">
            <a:avLst/>
          </a:prstGeom>
          <a:solidFill>
            <a:srgbClr val="F8FE05">
              <a:alpha val="2888"/>
            </a:srgbClr>
          </a:solidFill>
          <a:ln/>
        </p:spPr>
      </p:sp>
      <p:sp>
        <p:nvSpPr>
          <p:cNvPr id="250" name="Shape 248"/>
          <p:cNvSpPr/>
          <p:nvPr/>
        </p:nvSpPr>
        <p:spPr>
          <a:xfrm>
            <a:off x="8342986" y="-617106"/>
            <a:ext cx="803758" cy="395364"/>
          </a:xfrm>
          <a:prstGeom prst="rect">
            <a:avLst/>
          </a:prstGeom>
          <a:solidFill>
            <a:srgbClr val="F8FE05">
              <a:alpha val="2406"/>
            </a:srgbClr>
          </a:solidFill>
          <a:ln/>
        </p:spPr>
      </p:sp>
      <p:sp>
        <p:nvSpPr>
          <p:cNvPr id="251" name="Shape 249"/>
          <p:cNvSpPr/>
          <p:nvPr/>
        </p:nvSpPr>
        <p:spPr>
          <a:xfrm>
            <a:off x="8342986" y="-230886"/>
            <a:ext cx="803758" cy="395364"/>
          </a:xfrm>
          <a:prstGeom prst="rect">
            <a:avLst/>
          </a:prstGeom>
          <a:solidFill>
            <a:srgbClr val="F8FE05">
              <a:alpha val="1925"/>
            </a:srgbClr>
          </a:solidFill>
          <a:ln/>
        </p:spPr>
      </p:sp>
      <p:sp>
        <p:nvSpPr>
          <p:cNvPr id="252" name="Shape 250"/>
          <p:cNvSpPr/>
          <p:nvPr/>
        </p:nvSpPr>
        <p:spPr>
          <a:xfrm>
            <a:off x="8342986" y="155334"/>
            <a:ext cx="803758" cy="395364"/>
          </a:xfrm>
          <a:prstGeom prst="rect">
            <a:avLst/>
          </a:prstGeom>
          <a:solidFill>
            <a:srgbClr val="F8FE05">
              <a:alpha val="1444"/>
            </a:srgbClr>
          </a:solidFill>
          <a:ln/>
        </p:spPr>
      </p:sp>
      <p:sp>
        <p:nvSpPr>
          <p:cNvPr id="253" name="Shape 251"/>
          <p:cNvSpPr/>
          <p:nvPr/>
        </p:nvSpPr>
        <p:spPr>
          <a:xfrm>
            <a:off x="8342986" y="541553"/>
            <a:ext cx="803758" cy="395364"/>
          </a:xfrm>
          <a:prstGeom prst="rect">
            <a:avLst/>
          </a:prstGeom>
          <a:solidFill>
            <a:srgbClr val="F8FE05">
              <a:alpha val="963"/>
            </a:srgbClr>
          </a:solidFill>
          <a:ln/>
        </p:spPr>
      </p:sp>
      <p:sp>
        <p:nvSpPr>
          <p:cNvPr id="254" name="Shape 252"/>
          <p:cNvSpPr/>
          <p:nvPr/>
        </p:nvSpPr>
        <p:spPr>
          <a:xfrm>
            <a:off x="8342986" y="927773"/>
            <a:ext cx="803758" cy="395364"/>
          </a:xfrm>
          <a:prstGeom prst="rect">
            <a:avLst/>
          </a:prstGeom>
          <a:solidFill>
            <a:srgbClr val="F8FE05">
              <a:alpha val="481"/>
            </a:srgbClr>
          </a:solidFill>
          <a:ln/>
        </p:spPr>
      </p:sp>
      <p:sp>
        <p:nvSpPr>
          <p:cNvPr id="255" name="Text 253"/>
          <p:cNvSpPr/>
          <p:nvPr/>
        </p:nvSpPr>
        <p:spPr>
          <a:xfrm>
            <a:off x="5896051" y="1143000"/>
            <a:ext cx="5852160" cy="1737360"/>
          </a:xfrm>
          <a:prstGeom prst="rect">
            <a:avLst/>
          </a:prstGeom>
          <a:noFill/>
          <a:ln/>
        </p:spPr>
        <p:txBody>
          <a:bodyPr wrap="square" rtlCol="0" anchor="t"/>
          <a:lstStyle/>
          <a:p>
            <a:pPr indent="0" marL="0">
              <a:lnSpc>
                <a:spcPct val="90000"/>
              </a:lnSpc>
              <a:buNone/>
            </a:pPr>
            <a:r>
              <a:rPr lang="en-US" sz="4800" spc="-150" kern="0" dirty="0">
                <a:solidFill>
                  <a:srgbClr val="FFFFFF"/>
                </a:solidFill>
                <a:latin typeface="Manrope" pitchFamily="34" charset="0"/>
                <a:ea typeface="Manrope" pitchFamily="34" charset="-122"/>
                <a:cs typeface="Manrope" pitchFamily="34" charset="-120"/>
              </a:rPr>
              <a:t>Building AI agents </a:t>
            </a:r>
            <a:r>
              <a:rPr lang="en-US" sz="4800" spc="-150" kern="0" dirty="0">
                <a:solidFill>
                  <a:srgbClr val="C0DAB4"/>
                </a:solidFill>
                <a:latin typeface="Manrope" pitchFamily="34" charset="0"/>
                <a:ea typeface="Manrope" pitchFamily="34" charset="-122"/>
                <a:cs typeface="Manrope" pitchFamily="34" charset="-120"/>
              </a:rPr>
              <a:t>from zero</a:t>
            </a:r>
          </a:p>
        </p:txBody>
      </p:sp>
      <p:sp>
        <p:nvSpPr>
          <p:cNvPr id="256" name="Text 254"/>
          <p:cNvSpPr/>
          <p:nvPr/>
        </p:nvSpPr>
        <p:spPr>
          <a:xfrm>
            <a:off x="5923483" y="3017520"/>
            <a:ext cx="5669280" cy="868680"/>
          </a:xfrm>
          <a:prstGeom prst="rect">
            <a:avLst/>
          </a:prstGeom>
          <a:noFill/>
          <a:ln/>
        </p:spPr>
        <p:txBody>
          <a:bodyPr wrap="square" rtlCol="0" anchor="t"/>
          <a:lstStyle/>
          <a:p>
            <a:pPr indent="0" marL="0">
              <a:lnSpc>
                <a:spcPct val="125000"/>
              </a:lnSpc>
              <a:spcAft>
                <a:spcPts val="600"/>
              </a:spcAft>
              <a:buNone/>
            </a:pPr>
            <a:r>
              <a:rPr lang="en-US" sz="2000" dirty="0">
                <a:solidFill>
                  <a:srgbClr val="FFFFFF"/>
                </a:solidFill>
                <a:latin typeface="Manrope" pitchFamily="34" charset="0"/>
                <a:ea typeface="Manrope" pitchFamily="34" charset="-122"/>
                <a:cs typeface="Manrope" pitchFamily="34" charset="-120"/>
              </a:rPr>
              <a:t>A beginner's edition, for people who have never written a line of code</a:t>
            </a:r>
          </a:p>
        </p:txBody>
      </p:sp>
      <p:sp>
        <p:nvSpPr>
          <p:cNvPr id="258" name="Stage strip line"/>
          <p:cNvSpPr/>
          <p:nvPr/>
        </p:nvSpPr>
        <p:spPr>
          <a:xfrm>
            <a:off x="6245352" y="4718304"/>
            <a:ext cx="5212080" cy="0"/>
          </a:xfrm>
          <a:prstGeom prst="line">
            <a:avLst/>
          </a:prstGeom>
          <a:noFill/>
          <a:ln w="19050">
            <a:solidFill>
              <a:srgbClr val="C0DAB4"/>
            </a:solidFill>
          </a:ln>
        </p:spPr>
        <p:txBody>
          <a:bodyPr wrap="square" lIns="73152" rIns="73152" tIns="0" bIns="0" anchor="ctr" rtlCol="0"/>
          <a:lstStyle/>
          <a:p>
            <a:pPr algn="l"/>
            <a:endParaRPr lang="en-US" sz="1600"/>
          </a:p>
        </p:txBody>
      </p:sp>
      <p:sp>
        <p:nvSpPr>
          <p:cNvPr id="259" name="Stage dot 0"/>
          <p:cNvSpPr/>
          <p:nvPr/>
        </p:nvSpPr>
        <p:spPr>
          <a:xfrm>
            <a:off x="6053328" y="4526280"/>
            <a:ext cx="384048" cy="384048"/>
          </a:xfrm>
          <a:prstGeom prst="ellipse">
            <a:avLst/>
          </a:prstGeom>
          <a:solidFill>
            <a:srgbClr val="A9C022"/>
          </a:solidFill>
          <a:ln w="15875">
            <a:solidFill>
              <a:srgbClr val="A9C022"/>
            </a:solidFill>
          </a:ln>
        </p:spPr>
        <p:txBody>
          <a:bodyPr wrap="square" lIns="0" rIns="0" tIns="0" bIns="0" anchor="ctr" rtlCol="0"/>
          <a:lstStyle/>
          <a:p>
            <a:pPr algn="ctr"/>
            <a:r>
              <a:rPr lang="en-US" sz="1300" b="1" dirty="0">
                <a:solidFill>
                  <a:srgbClr val="16302A"/>
                </a:solidFill>
                <a:latin typeface="Manrope"/>
                <a:cs typeface="Manrope"/>
              </a:rPr>
              <a:t>0</a:t>
            </a:r>
            <a:endParaRPr lang="en-US" sz="1300"/>
          </a:p>
        </p:txBody>
      </p:sp>
      <p:sp>
        <p:nvSpPr>
          <p:cNvPr id="260" name="Stage dot 1"/>
          <p:cNvSpPr/>
          <p:nvPr/>
        </p:nvSpPr>
        <p:spPr>
          <a:xfrm>
            <a:off x="6574536" y="4526280"/>
            <a:ext cx="384048" cy="384048"/>
          </a:xfrm>
          <a:prstGeom prst="ellipse">
            <a:avLst/>
          </a:prstGeom>
          <a:solidFill>
            <a:srgbClr val="16302A"/>
          </a:solidFill>
          <a:ln w="15875">
            <a:solidFill>
              <a:srgbClr val="A9C022"/>
            </a:solidFill>
          </a:ln>
        </p:spPr>
        <p:txBody>
          <a:bodyPr wrap="square" lIns="0" rIns="0" tIns="0" bIns="0" anchor="ctr" rtlCol="0"/>
          <a:lstStyle/>
          <a:p>
            <a:pPr algn="ctr"/>
            <a:r>
              <a:rPr lang="en-US" sz="1300" b="1" dirty="0">
                <a:solidFill>
                  <a:srgbClr val="FFFFFF"/>
                </a:solidFill>
                <a:latin typeface="Manrope"/>
                <a:cs typeface="Manrope"/>
              </a:rPr>
              <a:t>1</a:t>
            </a:r>
            <a:endParaRPr lang="en-US" sz="1300"/>
          </a:p>
        </p:txBody>
      </p:sp>
      <p:sp>
        <p:nvSpPr>
          <p:cNvPr id="261" name="Stage dot 2"/>
          <p:cNvSpPr/>
          <p:nvPr/>
        </p:nvSpPr>
        <p:spPr>
          <a:xfrm>
            <a:off x="7095744" y="4526280"/>
            <a:ext cx="384048" cy="384048"/>
          </a:xfrm>
          <a:prstGeom prst="ellipse">
            <a:avLst/>
          </a:prstGeom>
          <a:solidFill>
            <a:srgbClr val="16302A"/>
          </a:solidFill>
          <a:ln w="15875">
            <a:solidFill>
              <a:srgbClr val="A9C022"/>
            </a:solidFill>
          </a:ln>
        </p:spPr>
        <p:txBody>
          <a:bodyPr wrap="square" lIns="0" rIns="0" tIns="0" bIns="0" anchor="ctr" rtlCol="0"/>
          <a:lstStyle/>
          <a:p>
            <a:pPr algn="ctr"/>
            <a:r>
              <a:rPr lang="en-US" sz="1300" b="1" dirty="0">
                <a:solidFill>
                  <a:srgbClr val="FFFFFF"/>
                </a:solidFill>
                <a:latin typeface="Manrope"/>
                <a:cs typeface="Manrope"/>
              </a:rPr>
              <a:t>2</a:t>
            </a:r>
            <a:endParaRPr lang="en-US" sz="1300"/>
          </a:p>
        </p:txBody>
      </p:sp>
      <p:sp>
        <p:nvSpPr>
          <p:cNvPr id="262" name="Stage dot 3"/>
          <p:cNvSpPr/>
          <p:nvPr/>
        </p:nvSpPr>
        <p:spPr>
          <a:xfrm>
            <a:off x="7616952" y="4526280"/>
            <a:ext cx="384048" cy="384048"/>
          </a:xfrm>
          <a:prstGeom prst="ellipse">
            <a:avLst/>
          </a:prstGeom>
          <a:solidFill>
            <a:srgbClr val="16302A"/>
          </a:solidFill>
          <a:ln w="15875">
            <a:solidFill>
              <a:srgbClr val="A9C022"/>
            </a:solidFill>
          </a:ln>
        </p:spPr>
        <p:txBody>
          <a:bodyPr wrap="square" lIns="0" rIns="0" tIns="0" bIns="0" anchor="ctr" rtlCol="0"/>
          <a:lstStyle/>
          <a:p>
            <a:pPr algn="ctr"/>
            <a:r>
              <a:rPr lang="en-US" sz="1300" b="1" dirty="0">
                <a:solidFill>
                  <a:srgbClr val="FFFFFF"/>
                </a:solidFill>
                <a:latin typeface="Manrope"/>
                <a:cs typeface="Manrope"/>
              </a:rPr>
              <a:t>3</a:t>
            </a:r>
            <a:endParaRPr lang="en-US" sz="1300"/>
          </a:p>
        </p:txBody>
      </p:sp>
      <p:sp>
        <p:nvSpPr>
          <p:cNvPr id="263" name="Stage dot 4"/>
          <p:cNvSpPr/>
          <p:nvPr/>
        </p:nvSpPr>
        <p:spPr>
          <a:xfrm>
            <a:off x="8138160" y="4526280"/>
            <a:ext cx="384048" cy="384048"/>
          </a:xfrm>
          <a:prstGeom prst="ellipse">
            <a:avLst/>
          </a:prstGeom>
          <a:solidFill>
            <a:srgbClr val="16302A"/>
          </a:solidFill>
          <a:ln w="15875">
            <a:solidFill>
              <a:srgbClr val="A9C022"/>
            </a:solidFill>
          </a:ln>
        </p:spPr>
        <p:txBody>
          <a:bodyPr wrap="square" lIns="0" rIns="0" tIns="0" bIns="0" anchor="ctr" rtlCol="0"/>
          <a:lstStyle/>
          <a:p>
            <a:pPr algn="ctr"/>
            <a:r>
              <a:rPr lang="en-US" sz="1300" b="1" dirty="0">
                <a:solidFill>
                  <a:srgbClr val="FFFFFF"/>
                </a:solidFill>
                <a:latin typeface="Manrope"/>
                <a:cs typeface="Manrope"/>
              </a:rPr>
              <a:t>4</a:t>
            </a:r>
            <a:endParaRPr lang="en-US" sz="1300"/>
          </a:p>
        </p:txBody>
      </p:sp>
      <p:sp>
        <p:nvSpPr>
          <p:cNvPr id="264" name="Stage dot 5"/>
          <p:cNvSpPr/>
          <p:nvPr/>
        </p:nvSpPr>
        <p:spPr>
          <a:xfrm>
            <a:off x="8659368" y="4526280"/>
            <a:ext cx="384048" cy="384048"/>
          </a:xfrm>
          <a:prstGeom prst="ellipse">
            <a:avLst/>
          </a:prstGeom>
          <a:solidFill>
            <a:srgbClr val="16302A"/>
          </a:solidFill>
          <a:ln w="15875">
            <a:solidFill>
              <a:srgbClr val="A9C022"/>
            </a:solidFill>
          </a:ln>
        </p:spPr>
        <p:txBody>
          <a:bodyPr wrap="square" lIns="0" rIns="0" tIns="0" bIns="0" anchor="ctr" rtlCol="0"/>
          <a:lstStyle/>
          <a:p>
            <a:pPr algn="ctr"/>
            <a:r>
              <a:rPr lang="en-US" sz="1300" b="1" dirty="0">
                <a:solidFill>
                  <a:srgbClr val="FFFFFF"/>
                </a:solidFill>
                <a:latin typeface="Manrope"/>
                <a:cs typeface="Manrope"/>
              </a:rPr>
              <a:t>5</a:t>
            </a:r>
            <a:endParaRPr lang="en-US" sz="1300"/>
          </a:p>
        </p:txBody>
      </p:sp>
      <p:sp>
        <p:nvSpPr>
          <p:cNvPr id="265" name="Stage dot 6"/>
          <p:cNvSpPr/>
          <p:nvPr/>
        </p:nvSpPr>
        <p:spPr>
          <a:xfrm>
            <a:off x="9180576" y="4526280"/>
            <a:ext cx="384048" cy="384048"/>
          </a:xfrm>
          <a:prstGeom prst="ellipse">
            <a:avLst/>
          </a:prstGeom>
          <a:solidFill>
            <a:srgbClr val="16302A"/>
          </a:solidFill>
          <a:ln w="15875">
            <a:solidFill>
              <a:srgbClr val="A9C022"/>
            </a:solidFill>
          </a:ln>
        </p:spPr>
        <p:txBody>
          <a:bodyPr wrap="square" lIns="0" rIns="0" tIns="0" bIns="0" anchor="ctr" rtlCol="0"/>
          <a:lstStyle/>
          <a:p>
            <a:pPr algn="ctr"/>
            <a:r>
              <a:rPr lang="en-US" sz="1300" b="1" dirty="0">
                <a:solidFill>
                  <a:srgbClr val="FFFFFF"/>
                </a:solidFill>
                <a:latin typeface="Manrope"/>
                <a:cs typeface="Manrope"/>
              </a:rPr>
              <a:t>6</a:t>
            </a:r>
            <a:endParaRPr lang="en-US" sz="1300"/>
          </a:p>
        </p:txBody>
      </p:sp>
      <p:sp>
        <p:nvSpPr>
          <p:cNvPr id="266" name="Stage dot 7"/>
          <p:cNvSpPr/>
          <p:nvPr/>
        </p:nvSpPr>
        <p:spPr>
          <a:xfrm>
            <a:off x="9701784" y="4526280"/>
            <a:ext cx="384048" cy="384048"/>
          </a:xfrm>
          <a:prstGeom prst="ellipse">
            <a:avLst/>
          </a:prstGeom>
          <a:solidFill>
            <a:srgbClr val="16302A"/>
          </a:solidFill>
          <a:ln w="15875">
            <a:solidFill>
              <a:srgbClr val="A9C022"/>
            </a:solidFill>
          </a:ln>
        </p:spPr>
        <p:txBody>
          <a:bodyPr wrap="square" lIns="0" rIns="0" tIns="0" bIns="0" anchor="ctr" rtlCol="0"/>
          <a:lstStyle/>
          <a:p>
            <a:pPr algn="ctr"/>
            <a:r>
              <a:rPr lang="en-US" sz="1300" b="1" dirty="0">
                <a:solidFill>
                  <a:srgbClr val="FFFFFF"/>
                </a:solidFill>
                <a:latin typeface="Manrope"/>
                <a:cs typeface="Manrope"/>
              </a:rPr>
              <a:t>7</a:t>
            </a:r>
            <a:endParaRPr lang="en-US" sz="1300"/>
          </a:p>
        </p:txBody>
      </p:sp>
      <p:sp>
        <p:nvSpPr>
          <p:cNvPr id="267" name="Stage dot 8"/>
          <p:cNvSpPr/>
          <p:nvPr/>
        </p:nvSpPr>
        <p:spPr>
          <a:xfrm>
            <a:off x="10222992" y="4526280"/>
            <a:ext cx="384048" cy="384048"/>
          </a:xfrm>
          <a:prstGeom prst="ellipse">
            <a:avLst/>
          </a:prstGeom>
          <a:solidFill>
            <a:srgbClr val="16302A"/>
          </a:solidFill>
          <a:ln w="15875">
            <a:solidFill>
              <a:srgbClr val="A9C022"/>
            </a:solidFill>
          </a:ln>
        </p:spPr>
        <p:txBody>
          <a:bodyPr wrap="square" lIns="0" rIns="0" tIns="0" bIns="0" anchor="ctr" rtlCol="0"/>
          <a:lstStyle/>
          <a:p>
            <a:pPr algn="ctr"/>
            <a:r>
              <a:rPr lang="en-US" sz="1300" b="1" dirty="0">
                <a:solidFill>
                  <a:srgbClr val="FFFFFF"/>
                </a:solidFill>
                <a:latin typeface="Manrope"/>
                <a:cs typeface="Manrope"/>
              </a:rPr>
              <a:t>8</a:t>
            </a:r>
            <a:endParaRPr lang="en-US" sz="1300"/>
          </a:p>
        </p:txBody>
      </p:sp>
      <p:sp>
        <p:nvSpPr>
          <p:cNvPr id="268" name="Stage dot 9"/>
          <p:cNvSpPr/>
          <p:nvPr/>
        </p:nvSpPr>
        <p:spPr>
          <a:xfrm>
            <a:off x="10744200" y="4526280"/>
            <a:ext cx="384048" cy="384048"/>
          </a:xfrm>
          <a:prstGeom prst="ellipse">
            <a:avLst/>
          </a:prstGeom>
          <a:solidFill>
            <a:srgbClr val="16302A"/>
          </a:solidFill>
          <a:ln w="15875">
            <a:solidFill>
              <a:srgbClr val="A9C022"/>
            </a:solidFill>
          </a:ln>
        </p:spPr>
        <p:txBody>
          <a:bodyPr wrap="square" lIns="0" rIns="0" tIns="0" bIns="0" anchor="ctr" rtlCol="0"/>
          <a:lstStyle/>
          <a:p>
            <a:pPr algn="ctr"/>
            <a:r>
              <a:rPr lang="en-US" sz="1300" b="1" dirty="0">
                <a:solidFill>
                  <a:srgbClr val="FFFFFF"/>
                </a:solidFill>
                <a:latin typeface="Manrope"/>
                <a:cs typeface="Manrope"/>
              </a:rPr>
              <a:t>9</a:t>
            </a:r>
            <a:endParaRPr lang="en-US" sz="1300"/>
          </a:p>
        </p:txBody>
      </p:sp>
      <p:sp>
        <p:nvSpPr>
          <p:cNvPr id="269" name="Stage dot 10"/>
          <p:cNvSpPr/>
          <p:nvPr/>
        </p:nvSpPr>
        <p:spPr>
          <a:xfrm>
            <a:off x="11265408" y="4526280"/>
            <a:ext cx="384048" cy="384048"/>
          </a:xfrm>
          <a:prstGeom prst="ellipse">
            <a:avLst/>
          </a:prstGeom>
          <a:solidFill>
            <a:srgbClr val="16302A"/>
          </a:solidFill>
          <a:ln w="15875">
            <a:solidFill>
              <a:srgbClr val="A9C022"/>
            </a:solidFill>
          </a:ln>
        </p:spPr>
        <p:txBody>
          <a:bodyPr wrap="square" lIns="0" rIns="0" tIns="0" bIns="0" anchor="ctr" rtlCol="0"/>
          <a:lstStyle/>
          <a:p>
            <a:pPr algn="ctr"/>
            <a:r>
              <a:rPr lang="en-US" sz="1300" b="1" dirty="0">
                <a:solidFill>
                  <a:srgbClr val="FFFFFF"/>
                </a:solidFill>
                <a:latin typeface="Manrope"/>
                <a:cs typeface="Manrope"/>
              </a:rPr>
              <a:t>10</a:t>
            </a:r>
            <a:endParaRPr lang="en-US" sz="1300"/>
          </a:p>
        </p:txBody>
      </p:sp>
      <p:sp>
        <p:nvSpPr>
          <p:cNvPr id="270" name="Stage strip caption"/>
          <p:cNvSpPr/>
          <p:nvPr/>
        </p:nvSpPr>
        <p:spPr>
          <a:xfrm>
            <a:off x="5923483" y="5120640"/>
            <a:ext cx="5760720" cy="822960"/>
          </a:xfrm>
          <a:prstGeom prst="rect">
            <a:avLst/>
          </a:prstGeom>
          <a:noFill/>
          <a:ln w="12700">
            <a:noFill/>
          </a:ln>
        </p:spPr>
        <p:txBody>
          <a:bodyPr wrap="square" lIns="0" rIns="0" tIns="0" bIns="0" anchor="t" rtlCol="0"/>
          <a:lstStyle/>
          <a:p>
            <a:pPr algn="l"/>
            <a:r>
              <a:rPr lang="en-US" sz="1600" b="1" dirty="0">
                <a:solidFill>
                  <a:srgbClr val="C0DAB4"/>
                </a:solidFill>
                <a:latin typeface="Manrope"/>
                <a:cs typeface="Manrope"/>
              </a:rPr>
              <a:t>Stage 0 to Stage 10: </a:t>
            </a:r>
            <a:r>
              <a:rPr lang="en-US" sz="1600" b="0" dirty="0">
                <a:solidFill>
                  <a:srgbClr val="FFFFFF"/>
                </a:solidFill>
                <a:latin typeface="Manrope"/>
                <a:cs typeface="Manrope"/>
              </a:rPr>
              <a:t>your first program to a launched agent</a:t>
            </a:r>
            <a:endParaRPr lang="en-US" sz="1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0" y="0"/>
            <a:ext cx="5729630" cy="6858000"/>
          </a:xfrm>
          <a:prstGeom prst="rect">
            <a:avLst/>
          </a:prstGeom>
          <a:solidFill>
            <a:srgbClr val="0C4441"/>
          </a:solidFill>
          <a:ln/>
        </p:spPr>
      </p:sp>
      <p:sp>
        <p:nvSpPr>
          <p:cNvPr id="3" name="Shape 1"/>
          <p:cNvSpPr/>
          <p:nvPr/>
        </p:nvSpPr>
        <p:spPr>
          <a:xfrm>
            <a:off x="626364" y="-74066"/>
            <a:ext cx="803758" cy="753809"/>
          </a:xfrm>
          <a:prstGeom prst="rect">
            <a:avLst/>
          </a:prstGeom>
          <a:solidFill>
            <a:srgbClr val="F8FE05">
              <a:alpha val="8250"/>
            </a:srgbClr>
          </a:solidFill>
          <a:ln/>
        </p:spPr>
      </p:sp>
      <p:sp>
        <p:nvSpPr>
          <p:cNvPr id="4" name="Shape 2"/>
          <p:cNvSpPr/>
          <p:nvPr/>
        </p:nvSpPr>
        <p:spPr>
          <a:xfrm>
            <a:off x="626364" y="670598"/>
            <a:ext cx="803758" cy="753809"/>
          </a:xfrm>
          <a:prstGeom prst="rect">
            <a:avLst/>
          </a:prstGeom>
          <a:solidFill>
            <a:srgbClr val="F8FE05">
              <a:alpha val="7219"/>
            </a:srgbClr>
          </a:solidFill>
          <a:ln/>
        </p:spPr>
      </p:sp>
      <p:sp>
        <p:nvSpPr>
          <p:cNvPr id="5" name="Shape 3"/>
          <p:cNvSpPr/>
          <p:nvPr/>
        </p:nvSpPr>
        <p:spPr>
          <a:xfrm>
            <a:off x="626364" y="1415263"/>
            <a:ext cx="803758" cy="753809"/>
          </a:xfrm>
          <a:prstGeom prst="rect">
            <a:avLst/>
          </a:prstGeom>
          <a:solidFill>
            <a:srgbClr val="F8FE05">
              <a:alpha val="6188"/>
            </a:srgbClr>
          </a:solidFill>
          <a:ln/>
        </p:spPr>
      </p:sp>
      <p:sp>
        <p:nvSpPr>
          <p:cNvPr id="6" name="Shape 4"/>
          <p:cNvSpPr/>
          <p:nvPr/>
        </p:nvSpPr>
        <p:spPr>
          <a:xfrm>
            <a:off x="626364" y="2159927"/>
            <a:ext cx="803758" cy="753809"/>
          </a:xfrm>
          <a:prstGeom prst="rect">
            <a:avLst/>
          </a:prstGeom>
          <a:solidFill>
            <a:srgbClr val="F8FE05">
              <a:alpha val="5156"/>
            </a:srgbClr>
          </a:solidFill>
          <a:ln/>
        </p:spPr>
      </p:sp>
      <p:sp>
        <p:nvSpPr>
          <p:cNvPr id="7" name="Shape 5"/>
          <p:cNvSpPr/>
          <p:nvPr/>
        </p:nvSpPr>
        <p:spPr>
          <a:xfrm>
            <a:off x="626364" y="2904592"/>
            <a:ext cx="803758" cy="753809"/>
          </a:xfrm>
          <a:prstGeom prst="rect">
            <a:avLst/>
          </a:prstGeom>
          <a:solidFill>
            <a:srgbClr val="F8FE05">
              <a:alpha val="4125"/>
            </a:srgbClr>
          </a:solidFill>
          <a:ln/>
        </p:spPr>
      </p:sp>
      <p:sp>
        <p:nvSpPr>
          <p:cNvPr id="8" name="Shape 6"/>
          <p:cNvSpPr/>
          <p:nvPr/>
        </p:nvSpPr>
        <p:spPr>
          <a:xfrm>
            <a:off x="626364" y="3649256"/>
            <a:ext cx="803758" cy="753809"/>
          </a:xfrm>
          <a:prstGeom prst="rect">
            <a:avLst/>
          </a:prstGeom>
          <a:solidFill>
            <a:srgbClr val="F8FE05">
              <a:alpha val="3094"/>
            </a:srgbClr>
          </a:solidFill>
          <a:ln/>
        </p:spPr>
      </p:sp>
      <p:sp>
        <p:nvSpPr>
          <p:cNvPr id="9" name="Shape 7"/>
          <p:cNvSpPr/>
          <p:nvPr/>
        </p:nvSpPr>
        <p:spPr>
          <a:xfrm>
            <a:off x="626364" y="4393921"/>
            <a:ext cx="803758" cy="753809"/>
          </a:xfrm>
          <a:prstGeom prst="rect">
            <a:avLst/>
          </a:prstGeom>
          <a:solidFill>
            <a:srgbClr val="F8FE05">
              <a:alpha val="2063"/>
            </a:srgbClr>
          </a:solidFill>
          <a:ln/>
        </p:spPr>
      </p:sp>
      <p:sp>
        <p:nvSpPr>
          <p:cNvPr id="10" name="Shape 8"/>
          <p:cNvSpPr/>
          <p:nvPr/>
        </p:nvSpPr>
        <p:spPr>
          <a:xfrm>
            <a:off x="626364" y="5138585"/>
            <a:ext cx="803758" cy="753809"/>
          </a:xfrm>
          <a:prstGeom prst="rect">
            <a:avLst/>
          </a:prstGeom>
          <a:solidFill>
            <a:srgbClr val="F8FE05">
              <a:alpha val="1031"/>
            </a:srgbClr>
          </a:solidFill>
          <a:ln/>
        </p:spPr>
      </p:sp>
      <p:sp>
        <p:nvSpPr>
          <p:cNvPr id="11" name="Shape 9"/>
          <p:cNvSpPr/>
          <p:nvPr/>
        </p:nvSpPr>
        <p:spPr>
          <a:xfrm>
            <a:off x="1997050" y="-74066"/>
            <a:ext cx="803758" cy="427825"/>
          </a:xfrm>
          <a:prstGeom prst="rect">
            <a:avLst/>
          </a:prstGeom>
          <a:solidFill>
            <a:srgbClr val="F8FE05">
              <a:alpha val="3850"/>
            </a:srgbClr>
          </a:solidFill>
          <a:ln/>
        </p:spPr>
      </p:sp>
      <p:sp>
        <p:nvSpPr>
          <p:cNvPr id="12" name="Shape 10"/>
          <p:cNvSpPr/>
          <p:nvPr/>
        </p:nvSpPr>
        <p:spPr>
          <a:xfrm>
            <a:off x="1997050" y="344614"/>
            <a:ext cx="803758" cy="427825"/>
          </a:xfrm>
          <a:prstGeom prst="rect">
            <a:avLst/>
          </a:prstGeom>
          <a:solidFill>
            <a:srgbClr val="F8FE05">
              <a:alpha val="3369"/>
            </a:srgbClr>
          </a:solidFill>
          <a:ln/>
        </p:spPr>
      </p:sp>
      <p:sp>
        <p:nvSpPr>
          <p:cNvPr id="13" name="Shape 11"/>
          <p:cNvSpPr/>
          <p:nvPr/>
        </p:nvSpPr>
        <p:spPr>
          <a:xfrm>
            <a:off x="1997050" y="763295"/>
            <a:ext cx="803758" cy="427825"/>
          </a:xfrm>
          <a:prstGeom prst="rect">
            <a:avLst/>
          </a:prstGeom>
          <a:solidFill>
            <a:srgbClr val="F8FE05">
              <a:alpha val="2888"/>
            </a:srgbClr>
          </a:solidFill>
          <a:ln/>
        </p:spPr>
      </p:sp>
      <p:sp>
        <p:nvSpPr>
          <p:cNvPr id="14" name="Shape 12"/>
          <p:cNvSpPr/>
          <p:nvPr/>
        </p:nvSpPr>
        <p:spPr>
          <a:xfrm>
            <a:off x="1997050" y="1181976"/>
            <a:ext cx="803758" cy="427825"/>
          </a:xfrm>
          <a:prstGeom prst="rect">
            <a:avLst/>
          </a:prstGeom>
          <a:solidFill>
            <a:srgbClr val="F8FE05">
              <a:alpha val="2406"/>
            </a:srgbClr>
          </a:solidFill>
          <a:ln/>
        </p:spPr>
      </p:sp>
      <p:sp>
        <p:nvSpPr>
          <p:cNvPr id="15" name="Shape 13"/>
          <p:cNvSpPr/>
          <p:nvPr/>
        </p:nvSpPr>
        <p:spPr>
          <a:xfrm>
            <a:off x="1997050" y="1600657"/>
            <a:ext cx="803758" cy="427825"/>
          </a:xfrm>
          <a:prstGeom prst="rect">
            <a:avLst/>
          </a:prstGeom>
          <a:solidFill>
            <a:srgbClr val="F8FE05">
              <a:alpha val="1925"/>
            </a:srgbClr>
          </a:solidFill>
          <a:ln/>
        </p:spPr>
      </p:sp>
      <p:sp>
        <p:nvSpPr>
          <p:cNvPr id="16" name="Shape 14"/>
          <p:cNvSpPr/>
          <p:nvPr/>
        </p:nvSpPr>
        <p:spPr>
          <a:xfrm>
            <a:off x="1997050" y="2019338"/>
            <a:ext cx="803758" cy="427825"/>
          </a:xfrm>
          <a:prstGeom prst="rect">
            <a:avLst/>
          </a:prstGeom>
          <a:solidFill>
            <a:srgbClr val="F8FE05">
              <a:alpha val="1444"/>
            </a:srgbClr>
          </a:solidFill>
          <a:ln/>
        </p:spPr>
      </p:sp>
      <p:sp>
        <p:nvSpPr>
          <p:cNvPr id="17" name="Shape 15"/>
          <p:cNvSpPr/>
          <p:nvPr/>
        </p:nvSpPr>
        <p:spPr>
          <a:xfrm>
            <a:off x="1997050" y="2438019"/>
            <a:ext cx="803758" cy="427825"/>
          </a:xfrm>
          <a:prstGeom prst="rect">
            <a:avLst/>
          </a:prstGeom>
          <a:solidFill>
            <a:srgbClr val="F8FE05">
              <a:alpha val="963"/>
            </a:srgbClr>
          </a:solidFill>
          <a:ln/>
        </p:spPr>
      </p:sp>
      <p:sp>
        <p:nvSpPr>
          <p:cNvPr id="18" name="Shape 16"/>
          <p:cNvSpPr/>
          <p:nvPr/>
        </p:nvSpPr>
        <p:spPr>
          <a:xfrm>
            <a:off x="1997050" y="2856700"/>
            <a:ext cx="803758" cy="427825"/>
          </a:xfrm>
          <a:prstGeom prst="rect">
            <a:avLst/>
          </a:prstGeom>
          <a:solidFill>
            <a:srgbClr val="F8FE05">
              <a:alpha val="481"/>
            </a:srgbClr>
          </a:solidFill>
          <a:ln/>
        </p:spPr>
      </p:sp>
      <p:sp>
        <p:nvSpPr>
          <p:cNvPr id="19" name="Shape 17"/>
          <p:cNvSpPr/>
          <p:nvPr/>
        </p:nvSpPr>
        <p:spPr>
          <a:xfrm>
            <a:off x="1306678" y="-48463"/>
            <a:ext cx="803758" cy="572300"/>
          </a:xfrm>
          <a:prstGeom prst="rect">
            <a:avLst/>
          </a:prstGeom>
          <a:solidFill>
            <a:srgbClr val="F8FE05">
              <a:alpha val="5500"/>
            </a:srgbClr>
          </a:solidFill>
          <a:ln/>
        </p:spPr>
      </p:sp>
      <p:sp>
        <p:nvSpPr>
          <p:cNvPr id="20" name="Shape 18"/>
          <p:cNvSpPr/>
          <p:nvPr/>
        </p:nvSpPr>
        <p:spPr>
          <a:xfrm>
            <a:off x="1306678" y="514693"/>
            <a:ext cx="803758" cy="572300"/>
          </a:xfrm>
          <a:prstGeom prst="rect">
            <a:avLst/>
          </a:prstGeom>
          <a:solidFill>
            <a:srgbClr val="F8FE05">
              <a:alpha val="4813"/>
            </a:srgbClr>
          </a:solidFill>
          <a:ln/>
        </p:spPr>
      </p:sp>
      <p:sp>
        <p:nvSpPr>
          <p:cNvPr id="21" name="Shape 19"/>
          <p:cNvSpPr/>
          <p:nvPr/>
        </p:nvSpPr>
        <p:spPr>
          <a:xfrm>
            <a:off x="1306678" y="1077849"/>
            <a:ext cx="803758" cy="572300"/>
          </a:xfrm>
          <a:prstGeom prst="rect">
            <a:avLst/>
          </a:prstGeom>
          <a:solidFill>
            <a:srgbClr val="F8FE05">
              <a:alpha val="4125"/>
            </a:srgbClr>
          </a:solidFill>
          <a:ln/>
        </p:spPr>
      </p:sp>
      <p:sp>
        <p:nvSpPr>
          <p:cNvPr id="22" name="Shape 20"/>
          <p:cNvSpPr/>
          <p:nvPr/>
        </p:nvSpPr>
        <p:spPr>
          <a:xfrm>
            <a:off x="1306678" y="1641005"/>
            <a:ext cx="803758" cy="572300"/>
          </a:xfrm>
          <a:prstGeom prst="rect">
            <a:avLst/>
          </a:prstGeom>
          <a:solidFill>
            <a:srgbClr val="F8FE05">
              <a:alpha val="3438"/>
            </a:srgbClr>
          </a:solidFill>
          <a:ln/>
        </p:spPr>
      </p:sp>
      <p:sp>
        <p:nvSpPr>
          <p:cNvPr id="23" name="Shape 21"/>
          <p:cNvSpPr/>
          <p:nvPr/>
        </p:nvSpPr>
        <p:spPr>
          <a:xfrm>
            <a:off x="1306678" y="2204161"/>
            <a:ext cx="803758" cy="572300"/>
          </a:xfrm>
          <a:prstGeom prst="rect">
            <a:avLst/>
          </a:prstGeom>
          <a:solidFill>
            <a:srgbClr val="F8FE05">
              <a:alpha val="2750"/>
            </a:srgbClr>
          </a:solidFill>
          <a:ln/>
        </p:spPr>
      </p:sp>
      <p:sp>
        <p:nvSpPr>
          <p:cNvPr id="24" name="Shape 22"/>
          <p:cNvSpPr/>
          <p:nvPr/>
        </p:nvSpPr>
        <p:spPr>
          <a:xfrm>
            <a:off x="1306678" y="2767317"/>
            <a:ext cx="803758" cy="572300"/>
          </a:xfrm>
          <a:prstGeom prst="rect">
            <a:avLst/>
          </a:prstGeom>
          <a:solidFill>
            <a:srgbClr val="F8FE05">
              <a:alpha val="2063"/>
            </a:srgbClr>
          </a:solidFill>
          <a:ln/>
        </p:spPr>
      </p:sp>
      <p:sp>
        <p:nvSpPr>
          <p:cNvPr id="25" name="Shape 23"/>
          <p:cNvSpPr/>
          <p:nvPr/>
        </p:nvSpPr>
        <p:spPr>
          <a:xfrm>
            <a:off x="1306678" y="3330473"/>
            <a:ext cx="803758" cy="572300"/>
          </a:xfrm>
          <a:prstGeom prst="rect">
            <a:avLst/>
          </a:prstGeom>
          <a:solidFill>
            <a:srgbClr val="F8FE05">
              <a:alpha val="1375"/>
            </a:srgbClr>
          </a:solidFill>
          <a:ln/>
        </p:spPr>
      </p:sp>
      <p:sp>
        <p:nvSpPr>
          <p:cNvPr id="26" name="Shape 24"/>
          <p:cNvSpPr/>
          <p:nvPr/>
        </p:nvSpPr>
        <p:spPr>
          <a:xfrm>
            <a:off x="1306678" y="3893629"/>
            <a:ext cx="803758" cy="572300"/>
          </a:xfrm>
          <a:prstGeom prst="rect">
            <a:avLst/>
          </a:prstGeom>
          <a:solidFill>
            <a:srgbClr val="F8FE05">
              <a:alpha val="688"/>
            </a:srgbClr>
          </a:solidFill>
          <a:ln/>
        </p:spPr>
      </p:sp>
      <p:sp>
        <p:nvSpPr>
          <p:cNvPr id="27" name="Shape 25"/>
          <p:cNvSpPr/>
          <p:nvPr/>
        </p:nvSpPr>
        <p:spPr>
          <a:xfrm>
            <a:off x="-60350" y="-48463"/>
            <a:ext cx="803758" cy="526009"/>
          </a:xfrm>
          <a:prstGeom prst="rect">
            <a:avLst/>
          </a:prstGeom>
          <a:solidFill>
            <a:srgbClr val="F8FE05">
              <a:alpha val="5500"/>
            </a:srgbClr>
          </a:solidFill>
          <a:ln/>
        </p:spPr>
      </p:sp>
      <p:sp>
        <p:nvSpPr>
          <p:cNvPr id="28" name="Shape 26"/>
          <p:cNvSpPr/>
          <p:nvPr/>
        </p:nvSpPr>
        <p:spPr>
          <a:xfrm>
            <a:off x="-60350" y="468401"/>
            <a:ext cx="803758" cy="526009"/>
          </a:xfrm>
          <a:prstGeom prst="rect">
            <a:avLst/>
          </a:prstGeom>
          <a:solidFill>
            <a:srgbClr val="F8FE05">
              <a:alpha val="4813"/>
            </a:srgbClr>
          </a:solidFill>
          <a:ln/>
        </p:spPr>
      </p:sp>
      <p:sp>
        <p:nvSpPr>
          <p:cNvPr id="29" name="Shape 27"/>
          <p:cNvSpPr/>
          <p:nvPr/>
        </p:nvSpPr>
        <p:spPr>
          <a:xfrm>
            <a:off x="-60350" y="985266"/>
            <a:ext cx="803758" cy="526009"/>
          </a:xfrm>
          <a:prstGeom prst="rect">
            <a:avLst/>
          </a:prstGeom>
          <a:solidFill>
            <a:srgbClr val="F8FE05">
              <a:alpha val="4125"/>
            </a:srgbClr>
          </a:solidFill>
          <a:ln/>
        </p:spPr>
      </p:sp>
      <p:sp>
        <p:nvSpPr>
          <p:cNvPr id="30" name="Shape 28"/>
          <p:cNvSpPr/>
          <p:nvPr/>
        </p:nvSpPr>
        <p:spPr>
          <a:xfrm>
            <a:off x="-60350" y="1502131"/>
            <a:ext cx="803758" cy="526009"/>
          </a:xfrm>
          <a:prstGeom prst="rect">
            <a:avLst/>
          </a:prstGeom>
          <a:solidFill>
            <a:srgbClr val="F8FE05">
              <a:alpha val="3438"/>
            </a:srgbClr>
          </a:solidFill>
          <a:ln/>
        </p:spPr>
      </p:sp>
      <p:sp>
        <p:nvSpPr>
          <p:cNvPr id="31" name="Shape 29"/>
          <p:cNvSpPr/>
          <p:nvPr/>
        </p:nvSpPr>
        <p:spPr>
          <a:xfrm>
            <a:off x="-60350" y="2018995"/>
            <a:ext cx="803758" cy="526009"/>
          </a:xfrm>
          <a:prstGeom prst="rect">
            <a:avLst/>
          </a:prstGeom>
          <a:solidFill>
            <a:srgbClr val="F8FE05">
              <a:alpha val="2750"/>
            </a:srgbClr>
          </a:solidFill>
          <a:ln/>
        </p:spPr>
      </p:sp>
      <p:sp>
        <p:nvSpPr>
          <p:cNvPr id="32" name="Shape 30"/>
          <p:cNvSpPr/>
          <p:nvPr/>
        </p:nvSpPr>
        <p:spPr>
          <a:xfrm>
            <a:off x="-60350" y="2535860"/>
            <a:ext cx="803758" cy="526009"/>
          </a:xfrm>
          <a:prstGeom prst="rect">
            <a:avLst/>
          </a:prstGeom>
          <a:solidFill>
            <a:srgbClr val="F8FE05">
              <a:alpha val="2063"/>
            </a:srgbClr>
          </a:solidFill>
          <a:ln/>
        </p:spPr>
      </p:sp>
      <p:sp>
        <p:nvSpPr>
          <p:cNvPr id="33" name="Shape 31"/>
          <p:cNvSpPr/>
          <p:nvPr/>
        </p:nvSpPr>
        <p:spPr>
          <a:xfrm>
            <a:off x="-60350" y="3052724"/>
            <a:ext cx="803758" cy="526009"/>
          </a:xfrm>
          <a:prstGeom prst="rect">
            <a:avLst/>
          </a:prstGeom>
          <a:solidFill>
            <a:srgbClr val="F8FE05">
              <a:alpha val="1375"/>
            </a:srgbClr>
          </a:solidFill>
          <a:ln/>
        </p:spPr>
      </p:sp>
      <p:sp>
        <p:nvSpPr>
          <p:cNvPr id="34" name="Shape 32"/>
          <p:cNvSpPr/>
          <p:nvPr/>
        </p:nvSpPr>
        <p:spPr>
          <a:xfrm>
            <a:off x="-60350" y="3569589"/>
            <a:ext cx="803758" cy="526009"/>
          </a:xfrm>
          <a:prstGeom prst="rect">
            <a:avLst/>
          </a:prstGeom>
          <a:solidFill>
            <a:srgbClr val="F8FE05">
              <a:alpha val="688"/>
            </a:srgbClr>
          </a:solidFill>
          <a:ln/>
        </p:spPr>
      </p:sp>
      <p:sp>
        <p:nvSpPr>
          <p:cNvPr id="35" name="Shape 33"/>
          <p:cNvSpPr/>
          <p:nvPr/>
        </p:nvSpPr>
        <p:spPr>
          <a:xfrm>
            <a:off x="4975250" y="-48463"/>
            <a:ext cx="803758" cy="750722"/>
          </a:xfrm>
          <a:prstGeom prst="rect">
            <a:avLst/>
          </a:prstGeom>
          <a:solidFill>
            <a:srgbClr val="F8FE05">
              <a:alpha val="8250"/>
            </a:srgbClr>
          </a:solidFill>
          <a:ln/>
        </p:spPr>
      </p:sp>
      <p:sp>
        <p:nvSpPr>
          <p:cNvPr id="36" name="Shape 34"/>
          <p:cNvSpPr/>
          <p:nvPr/>
        </p:nvSpPr>
        <p:spPr>
          <a:xfrm>
            <a:off x="4975250" y="693115"/>
            <a:ext cx="803758" cy="750722"/>
          </a:xfrm>
          <a:prstGeom prst="rect">
            <a:avLst/>
          </a:prstGeom>
          <a:solidFill>
            <a:srgbClr val="F8FE05">
              <a:alpha val="7219"/>
            </a:srgbClr>
          </a:solidFill>
          <a:ln/>
        </p:spPr>
      </p:sp>
      <p:sp>
        <p:nvSpPr>
          <p:cNvPr id="37" name="Shape 35"/>
          <p:cNvSpPr/>
          <p:nvPr/>
        </p:nvSpPr>
        <p:spPr>
          <a:xfrm>
            <a:off x="4975250" y="1434694"/>
            <a:ext cx="803758" cy="750722"/>
          </a:xfrm>
          <a:prstGeom prst="rect">
            <a:avLst/>
          </a:prstGeom>
          <a:solidFill>
            <a:srgbClr val="F8FE05">
              <a:alpha val="6188"/>
            </a:srgbClr>
          </a:solidFill>
          <a:ln/>
        </p:spPr>
      </p:sp>
      <p:sp>
        <p:nvSpPr>
          <p:cNvPr id="38" name="Shape 36"/>
          <p:cNvSpPr/>
          <p:nvPr/>
        </p:nvSpPr>
        <p:spPr>
          <a:xfrm>
            <a:off x="4975250" y="2176272"/>
            <a:ext cx="803758" cy="750722"/>
          </a:xfrm>
          <a:prstGeom prst="rect">
            <a:avLst/>
          </a:prstGeom>
          <a:solidFill>
            <a:srgbClr val="F8FE05">
              <a:alpha val="5156"/>
            </a:srgbClr>
          </a:solidFill>
          <a:ln/>
        </p:spPr>
      </p:sp>
      <p:sp>
        <p:nvSpPr>
          <p:cNvPr id="39" name="Shape 37"/>
          <p:cNvSpPr/>
          <p:nvPr/>
        </p:nvSpPr>
        <p:spPr>
          <a:xfrm>
            <a:off x="4975250" y="2917850"/>
            <a:ext cx="803758" cy="750722"/>
          </a:xfrm>
          <a:prstGeom prst="rect">
            <a:avLst/>
          </a:prstGeom>
          <a:solidFill>
            <a:srgbClr val="F8FE05">
              <a:alpha val="4125"/>
            </a:srgbClr>
          </a:solidFill>
          <a:ln/>
        </p:spPr>
      </p:sp>
      <p:sp>
        <p:nvSpPr>
          <p:cNvPr id="40" name="Shape 38"/>
          <p:cNvSpPr/>
          <p:nvPr/>
        </p:nvSpPr>
        <p:spPr>
          <a:xfrm>
            <a:off x="4975250" y="3659429"/>
            <a:ext cx="803758" cy="750722"/>
          </a:xfrm>
          <a:prstGeom prst="rect">
            <a:avLst/>
          </a:prstGeom>
          <a:solidFill>
            <a:srgbClr val="F8FE05">
              <a:alpha val="3094"/>
            </a:srgbClr>
          </a:solidFill>
          <a:ln/>
        </p:spPr>
      </p:sp>
      <p:sp>
        <p:nvSpPr>
          <p:cNvPr id="41" name="Shape 39"/>
          <p:cNvSpPr/>
          <p:nvPr/>
        </p:nvSpPr>
        <p:spPr>
          <a:xfrm>
            <a:off x="4975250" y="4401007"/>
            <a:ext cx="803758" cy="750722"/>
          </a:xfrm>
          <a:prstGeom prst="rect">
            <a:avLst/>
          </a:prstGeom>
          <a:solidFill>
            <a:srgbClr val="F8FE05">
              <a:alpha val="2063"/>
            </a:srgbClr>
          </a:solidFill>
          <a:ln/>
        </p:spPr>
      </p:sp>
      <p:sp>
        <p:nvSpPr>
          <p:cNvPr id="42" name="Shape 40"/>
          <p:cNvSpPr/>
          <p:nvPr/>
        </p:nvSpPr>
        <p:spPr>
          <a:xfrm>
            <a:off x="4975250" y="5142586"/>
            <a:ext cx="803758" cy="750722"/>
          </a:xfrm>
          <a:prstGeom prst="rect">
            <a:avLst/>
          </a:prstGeom>
          <a:solidFill>
            <a:srgbClr val="F8FE05">
              <a:alpha val="1031"/>
            </a:srgbClr>
          </a:solidFill>
          <a:ln/>
        </p:spPr>
      </p:sp>
      <p:sp>
        <p:nvSpPr>
          <p:cNvPr id="43" name="Shape 41"/>
          <p:cNvSpPr/>
          <p:nvPr/>
        </p:nvSpPr>
        <p:spPr>
          <a:xfrm>
            <a:off x="4288536" y="-74066"/>
            <a:ext cx="803758" cy="529209"/>
          </a:xfrm>
          <a:prstGeom prst="rect">
            <a:avLst/>
          </a:prstGeom>
          <a:solidFill>
            <a:srgbClr val="F8FE05">
              <a:alpha val="5500"/>
            </a:srgbClr>
          </a:solidFill>
          <a:ln/>
        </p:spPr>
      </p:sp>
      <p:sp>
        <p:nvSpPr>
          <p:cNvPr id="44" name="Shape 42"/>
          <p:cNvSpPr/>
          <p:nvPr/>
        </p:nvSpPr>
        <p:spPr>
          <a:xfrm>
            <a:off x="4288536" y="445999"/>
            <a:ext cx="803758" cy="529209"/>
          </a:xfrm>
          <a:prstGeom prst="rect">
            <a:avLst/>
          </a:prstGeom>
          <a:solidFill>
            <a:srgbClr val="F8FE05">
              <a:alpha val="4813"/>
            </a:srgbClr>
          </a:solidFill>
          <a:ln/>
        </p:spPr>
      </p:sp>
      <p:sp>
        <p:nvSpPr>
          <p:cNvPr id="45" name="Shape 43"/>
          <p:cNvSpPr/>
          <p:nvPr/>
        </p:nvSpPr>
        <p:spPr>
          <a:xfrm>
            <a:off x="4288536" y="966064"/>
            <a:ext cx="803758" cy="529209"/>
          </a:xfrm>
          <a:prstGeom prst="rect">
            <a:avLst/>
          </a:prstGeom>
          <a:solidFill>
            <a:srgbClr val="F8FE05">
              <a:alpha val="4125"/>
            </a:srgbClr>
          </a:solidFill>
          <a:ln/>
        </p:spPr>
      </p:sp>
      <p:sp>
        <p:nvSpPr>
          <p:cNvPr id="46" name="Shape 44"/>
          <p:cNvSpPr/>
          <p:nvPr/>
        </p:nvSpPr>
        <p:spPr>
          <a:xfrm>
            <a:off x="4288536" y="1486129"/>
            <a:ext cx="803758" cy="529209"/>
          </a:xfrm>
          <a:prstGeom prst="rect">
            <a:avLst/>
          </a:prstGeom>
          <a:solidFill>
            <a:srgbClr val="F8FE05">
              <a:alpha val="3438"/>
            </a:srgbClr>
          </a:solidFill>
          <a:ln/>
        </p:spPr>
      </p:sp>
      <p:sp>
        <p:nvSpPr>
          <p:cNvPr id="47" name="Shape 45"/>
          <p:cNvSpPr/>
          <p:nvPr/>
        </p:nvSpPr>
        <p:spPr>
          <a:xfrm>
            <a:off x="4288536" y="2006194"/>
            <a:ext cx="803758" cy="529209"/>
          </a:xfrm>
          <a:prstGeom prst="rect">
            <a:avLst/>
          </a:prstGeom>
          <a:solidFill>
            <a:srgbClr val="F8FE05">
              <a:alpha val="2750"/>
            </a:srgbClr>
          </a:solidFill>
          <a:ln/>
        </p:spPr>
      </p:sp>
      <p:sp>
        <p:nvSpPr>
          <p:cNvPr id="48" name="Shape 46"/>
          <p:cNvSpPr/>
          <p:nvPr/>
        </p:nvSpPr>
        <p:spPr>
          <a:xfrm>
            <a:off x="4288536" y="2526259"/>
            <a:ext cx="803758" cy="529209"/>
          </a:xfrm>
          <a:prstGeom prst="rect">
            <a:avLst/>
          </a:prstGeom>
          <a:solidFill>
            <a:srgbClr val="F8FE05">
              <a:alpha val="2063"/>
            </a:srgbClr>
          </a:solidFill>
          <a:ln/>
        </p:spPr>
      </p:sp>
      <p:sp>
        <p:nvSpPr>
          <p:cNvPr id="49" name="Shape 47"/>
          <p:cNvSpPr/>
          <p:nvPr/>
        </p:nvSpPr>
        <p:spPr>
          <a:xfrm>
            <a:off x="4288536" y="3046324"/>
            <a:ext cx="803758" cy="529209"/>
          </a:xfrm>
          <a:prstGeom prst="rect">
            <a:avLst/>
          </a:prstGeom>
          <a:solidFill>
            <a:srgbClr val="F8FE05">
              <a:alpha val="1375"/>
            </a:srgbClr>
          </a:solidFill>
          <a:ln/>
        </p:spPr>
      </p:sp>
      <p:sp>
        <p:nvSpPr>
          <p:cNvPr id="50" name="Shape 48"/>
          <p:cNvSpPr/>
          <p:nvPr/>
        </p:nvSpPr>
        <p:spPr>
          <a:xfrm>
            <a:off x="4288536" y="3566389"/>
            <a:ext cx="803758" cy="529209"/>
          </a:xfrm>
          <a:prstGeom prst="rect">
            <a:avLst/>
          </a:prstGeom>
          <a:solidFill>
            <a:srgbClr val="F8FE05">
              <a:alpha val="688"/>
            </a:srgbClr>
          </a:solidFill>
          <a:ln/>
        </p:spPr>
      </p:sp>
      <p:sp>
        <p:nvSpPr>
          <p:cNvPr id="51" name="Shape 49"/>
          <p:cNvSpPr/>
          <p:nvPr/>
        </p:nvSpPr>
        <p:spPr>
          <a:xfrm>
            <a:off x="3597250" y="-48463"/>
            <a:ext cx="803758" cy="296380"/>
          </a:xfrm>
          <a:prstGeom prst="rect">
            <a:avLst/>
          </a:prstGeom>
          <a:solidFill>
            <a:srgbClr val="F8FE05">
              <a:alpha val="3850"/>
            </a:srgbClr>
          </a:solidFill>
          <a:ln/>
        </p:spPr>
      </p:sp>
      <p:sp>
        <p:nvSpPr>
          <p:cNvPr id="52" name="Shape 50"/>
          <p:cNvSpPr/>
          <p:nvPr/>
        </p:nvSpPr>
        <p:spPr>
          <a:xfrm>
            <a:off x="3597250" y="238773"/>
            <a:ext cx="803758" cy="296380"/>
          </a:xfrm>
          <a:prstGeom prst="rect">
            <a:avLst/>
          </a:prstGeom>
          <a:solidFill>
            <a:srgbClr val="F8FE05">
              <a:alpha val="3369"/>
            </a:srgbClr>
          </a:solidFill>
          <a:ln/>
        </p:spPr>
      </p:sp>
      <p:sp>
        <p:nvSpPr>
          <p:cNvPr id="53" name="Shape 51"/>
          <p:cNvSpPr/>
          <p:nvPr/>
        </p:nvSpPr>
        <p:spPr>
          <a:xfrm>
            <a:off x="3597250" y="526009"/>
            <a:ext cx="803758" cy="296380"/>
          </a:xfrm>
          <a:prstGeom prst="rect">
            <a:avLst/>
          </a:prstGeom>
          <a:solidFill>
            <a:srgbClr val="F8FE05">
              <a:alpha val="2888"/>
            </a:srgbClr>
          </a:solidFill>
          <a:ln/>
        </p:spPr>
      </p:sp>
      <p:sp>
        <p:nvSpPr>
          <p:cNvPr id="54" name="Shape 52"/>
          <p:cNvSpPr/>
          <p:nvPr/>
        </p:nvSpPr>
        <p:spPr>
          <a:xfrm>
            <a:off x="3597250" y="813244"/>
            <a:ext cx="803758" cy="296380"/>
          </a:xfrm>
          <a:prstGeom prst="rect">
            <a:avLst/>
          </a:prstGeom>
          <a:solidFill>
            <a:srgbClr val="F8FE05">
              <a:alpha val="2406"/>
            </a:srgbClr>
          </a:solidFill>
          <a:ln/>
        </p:spPr>
      </p:sp>
      <p:sp>
        <p:nvSpPr>
          <p:cNvPr id="55" name="Shape 53"/>
          <p:cNvSpPr/>
          <p:nvPr/>
        </p:nvSpPr>
        <p:spPr>
          <a:xfrm>
            <a:off x="3597250" y="1100480"/>
            <a:ext cx="803758" cy="296380"/>
          </a:xfrm>
          <a:prstGeom prst="rect">
            <a:avLst/>
          </a:prstGeom>
          <a:solidFill>
            <a:srgbClr val="F8FE05">
              <a:alpha val="1925"/>
            </a:srgbClr>
          </a:solidFill>
          <a:ln/>
        </p:spPr>
      </p:sp>
      <p:sp>
        <p:nvSpPr>
          <p:cNvPr id="56" name="Shape 54"/>
          <p:cNvSpPr/>
          <p:nvPr/>
        </p:nvSpPr>
        <p:spPr>
          <a:xfrm>
            <a:off x="3597250" y="1387716"/>
            <a:ext cx="803758" cy="296380"/>
          </a:xfrm>
          <a:prstGeom prst="rect">
            <a:avLst/>
          </a:prstGeom>
          <a:solidFill>
            <a:srgbClr val="F8FE05">
              <a:alpha val="1444"/>
            </a:srgbClr>
          </a:solidFill>
          <a:ln/>
        </p:spPr>
      </p:sp>
      <p:sp>
        <p:nvSpPr>
          <p:cNvPr id="57" name="Shape 55"/>
          <p:cNvSpPr/>
          <p:nvPr/>
        </p:nvSpPr>
        <p:spPr>
          <a:xfrm>
            <a:off x="3597250" y="1674952"/>
            <a:ext cx="803758" cy="296380"/>
          </a:xfrm>
          <a:prstGeom prst="rect">
            <a:avLst/>
          </a:prstGeom>
          <a:solidFill>
            <a:srgbClr val="F8FE05">
              <a:alpha val="963"/>
            </a:srgbClr>
          </a:solidFill>
          <a:ln/>
        </p:spPr>
      </p:sp>
      <p:sp>
        <p:nvSpPr>
          <p:cNvPr id="58" name="Shape 56"/>
          <p:cNvSpPr/>
          <p:nvPr/>
        </p:nvSpPr>
        <p:spPr>
          <a:xfrm>
            <a:off x="3597250" y="1962188"/>
            <a:ext cx="803758" cy="296380"/>
          </a:xfrm>
          <a:prstGeom prst="rect">
            <a:avLst/>
          </a:prstGeom>
          <a:solidFill>
            <a:srgbClr val="F8FE05">
              <a:alpha val="481"/>
            </a:srgbClr>
          </a:solidFill>
          <a:ln/>
        </p:spPr>
      </p:sp>
      <p:sp>
        <p:nvSpPr>
          <p:cNvPr id="59" name="Shape 57"/>
          <p:cNvSpPr/>
          <p:nvPr/>
        </p:nvSpPr>
        <p:spPr>
          <a:xfrm>
            <a:off x="2787091" y="849478"/>
            <a:ext cx="803758" cy="769468"/>
          </a:xfrm>
          <a:prstGeom prst="rect">
            <a:avLst/>
          </a:prstGeom>
          <a:solidFill>
            <a:srgbClr val="FFFFFF">
              <a:alpha val="688"/>
            </a:srgbClr>
          </a:solidFill>
          <a:ln/>
        </p:spPr>
      </p:sp>
      <p:sp>
        <p:nvSpPr>
          <p:cNvPr id="60" name="Shape 58"/>
          <p:cNvSpPr/>
          <p:nvPr/>
        </p:nvSpPr>
        <p:spPr>
          <a:xfrm>
            <a:off x="2787091" y="1609801"/>
            <a:ext cx="803758" cy="769468"/>
          </a:xfrm>
          <a:prstGeom prst="rect">
            <a:avLst/>
          </a:prstGeom>
          <a:solidFill>
            <a:srgbClr val="FFFFFF">
              <a:alpha val="1375"/>
            </a:srgbClr>
          </a:solidFill>
          <a:ln/>
        </p:spPr>
      </p:sp>
      <p:sp>
        <p:nvSpPr>
          <p:cNvPr id="61" name="Shape 59"/>
          <p:cNvSpPr/>
          <p:nvPr/>
        </p:nvSpPr>
        <p:spPr>
          <a:xfrm>
            <a:off x="2787091" y="2370125"/>
            <a:ext cx="803758" cy="769468"/>
          </a:xfrm>
          <a:prstGeom prst="rect">
            <a:avLst/>
          </a:prstGeom>
          <a:solidFill>
            <a:srgbClr val="FFFFFF">
              <a:alpha val="2063"/>
            </a:srgbClr>
          </a:solidFill>
          <a:ln/>
        </p:spPr>
      </p:sp>
      <p:sp>
        <p:nvSpPr>
          <p:cNvPr id="62" name="Shape 60"/>
          <p:cNvSpPr/>
          <p:nvPr/>
        </p:nvSpPr>
        <p:spPr>
          <a:xfrm>
            <a:off x="2787091" y="3130448"/>
            <a:ext cx="803758" cy="769468"/>
          </a:xfrm>
          <a:prstGeom prst="rect">
            <a:avLst/>
          </a:prstGeom>
          <a:solidFill>
            <a:srgbClr val="FFFFFF">
              <a:alpha val="2750"/>
            </a:srgbClr>
          </a:solidFill>
          <a:ln/>
        </p:spPr>
      </p:sp>
      <p:sp>
        <p:nvSpPr>
          <p:cNvPr id="63" name="Shape 61"/>
          <p:cNvSpPr/>
          <p:nvPr/>
        </p:nvSpPr>
        <p:spPr>
          <a:xfrm>
            <a:off x="2787091" y="3890772"/>
            <a:ext cx="803758" cy="769468"/>
          </a:xfrm>
          <a:prstGeom prst="rect">
            <a:avLst/>
          </a:prstGeom>
          <a:solidFill>
            <a:srgbClr val="FFFFFF">
              <a:alpha val="3438"/>
            </a:srgbClr>
          </a:solidFill>
          <a:ln/>
        </p:spPr>
      </p:sp>
      <p:sp>
        <p:nvSpPr>
          <p:cNvPr id="64" name="Shape 62"/>
          <p:cNvSpPr/>
          <p:nvPr/>
        </p:nvSpPr>
        <p:spPr>
          <a:xfrm>
            <a:off x="2787091" y="4651096"/>
            <a:ext cx="803758" cy="769468"/>
          </a:xfrm>
          <a:prstGeom prst="rect">
            <a:avLst/>
          </a:prstGeom>
          <a:solidFill>
            <a:srgbClr val="FFFFFF">
              <a:alpha val="4125"/>
            </a:srgbClr>
          </a:solidFill>
          <a:ln/>
        </p:spPr>
      </p:sp>
      <p:sp>
        <p:nvSpPr>
          <p:cNvPr id="65" name="Shape 63"/>
          <p:cNvSpPr/>
          <p:nvPr/>
        </p:nvSpPr>
        <p:spPr>
          <a:xfrm>
            <a:off x="2787091" y="5411419"/>
            <a:ext cx="803758" cy="769468"/>
          </a:xfrm>
          <a:prstGeom prst="rect">
            <a:avLst/>
          </a:prstGeom>
          <a:solidFill>
            <a:srgbClr val="FFFFFF">
              <a:alpha val="4813"/>
            </a:srgbClr>
          </a:solidFill>
          <a:ln/>
        </p:spPr>
      </p:sp>
      <p:sp>
        <p:nvSpPr>
          <p:cNvPr id="66" name="Shape 64"/>
          <p:cNvSpPr/>
          <p:nvPr/>
        </p:nvSpPr>
        <p:spPr>
          <a:xfrm>
            <a:off x="2787091" y="6171743"/>
            <a:ext cx="803758" cy="769468"/>
          </a:xfrm>
          <a:prstGeom prst="rect">
            <a:avLst/>
          </a:prstGeom>
          <a:solidFill>
            <a:srgbClr val="FFFFFF">
              <a:alpha val="5500"/>
            </a:srgbClr>
          </a:solidFill>
          <a:ln/>
        </p:spPr>
      </p:sp>
      <p:sp>
        <p:nvSpPr>
          <p:cNvPr id="67" name="Shape 65"/>
          <p:cNvSpPr/>
          <p:nvPr/>
        </p:nvSpPr>
        <p:spPr>
          <a:xfrm>
            <a:off x="1417320" y="3457346"/>
            <a:ext cx="803758" cy="443484"/>
          </a:xfrm>
          <a:prstGeom prst="rect">
            <a:avLst/>
          </a:prstGeom>
          <a:solidFill>
            <a:srgbClr val="FFFFFF">
              <a:alpha val="138"/>
            </a:srgbClr>
          </a:solidFill>
          <a:ln/>
        </p:spPr>
      </p:sp>
      <p:sp>
        <p:nvSpPr>
          <p:cNvPr id="68" name="Shape 66"/>
          <p:cNvSpPr/>
          <p:nvPr/>
        </p:nvSpPr>
        <p:spPr>
          <a:xfrm>
            <a:off x="1417320" y="3891686"/>
            <a:ext cx="803758" cy="443484"/>
          </a:xfrm>
          <a:prstGeom prst="rect">
            <a:avLst/>
          </a:prstGeom>
          <a:solidFill>
            <a:srgbClr val="FFFFFF">
              <a:alpha val="275"/>
            </a:srgbClr>
          </a:solidFill>
          <a:ln/>
        </p:spPr>
      </p:sp>
      <p:sp>
        <p:nvSpPr>
          <p:cNvPr id="69" name="Shape 67"/>
          <p:cNvSpPr/>
          <p:nvPr/>
        </p:nvSpPr>
        <p:spPr>
          <a:xfrm>
            <a:off x="1417320" y="4326026"/>
            <a:ext cx="803758" cy="443484"/>
          </a:xfrm>
          <a:prstGeom prst="rect">
            <a:avLst/>
          </a:prstGeom>
          <a:solidFill>
            <a:srgbClr val="FFFFFF">
              <a:alpha val="412"/>
            </a:srgbClr>
          </a:solidFill>
          <a:ln/>
        </p:spPr>
      </p:sp>
      <p:sp>
        <p:nvSpPr>
          <p:cNvPr id="70" name="Shape 68"/>
          <p:cNvSpPr/>
          <p:nvPr/>
        </p:nvSpPr>
        <p:spPr>
          <a:xfrm>
            <a:off x="1417320" y="4760366"/>
            <a:ext cx="803758" cy="443484"/>
          </a:xfrm>
          <a:prstGeom prst="rect">
            <a:avLst/>
          </a:prstGeom>
          <a:solidFill>
            <a:srgbClr val="FFFFFF">
              <a:alpha val="550"/>
            </a:srgbClr>
          </a:solidFill>
          <a:ln/>
        </p:spPr>
      </p:sp>
      <p:sp>
        <p:nvSpPr>
          <p:cNvPr id="71" name="Shape 69"/>
          <p:cNvSpPr/>
          <p:nvPr/>
        </p:nvSpPr>
        <p:spPr>
          <a:xfrm>
            <a:off x="1417320" y="5194706"/>
            <a:ext cx="803758" cy="443484"/>
          </a:xfrm>
          <a:prstGeom prst="rect">
            <a:avLst/>
          </a:prstGeom>
          <a:solidFill>
            <a:srgbClr val="FFFFFF">
              <a:alpha val="688"/>
            </a:srgbClr>
          </a:solidFill>
          <a:ln/>
        </p:spPr>
      </p:sp>
      <p:sp>
        <p:nvSpPr>
          <p:cNvPr id="72" name="Shape 70"/>
          <p:cNvSpPr/>
          <p:nvPr/>
        </p:nvSpPr>
        <p:spPr>
          <a:xfrm>
            <a:off x="1417320" y="5629046"/>
            <a:ext cx="803758" cy="443484"/>
          </a:xfrm>
          <a:prstGeom prst="rect">
            <a:avLst/>
          </a:prstGeom>
          <a:solidFill>
            <a:srgbClr val="FFFFFF">
              <a:alpha val="825"/>
            </a:srgbClr>
          </a:solidFill>
          <a:ln/>
        </p:spPr>
      </p:sp>
      <p:sp>
        <p:nvSpPr>
          <p:cNvPr id="73" name="Shape 71"/>
          <p:cNvSpPr/>
          <p:nvPr/>
        </p:nvSpPr>
        <p:spPr>
          <a:xfrm>
            <a:off x="1417320" y="6063386"/>
            <a:ext cx="803758" cy="443484"/>
          </a:xfrm>
          <a:prstGeom prst="rect">
            <a:avLst/>
          </a:prstGeom>
          <a:solidFill>
            <a:srgbClr val="FFFFFF">
              <a:alpha val="963"/>
            </a:srgbClr>
          </a:solidFill>
          <a:ln/>
        </p:spPr>
      </p:sp>
      <p:sp>
        <p:nvSpPr>
          <p:cNvPr id="74" name="Shape 72"/>
          <p:cNvSpPr/>
          <p:nvPr/>
        </p:nvSpPr>
        <p:spPr>
          <a:xfrm>
            <a:off x="1417320" y="6497726"/>
            <a:ext cx="803758" cy="443484"/>
          </a:xfrm>
          <a:prstGeom prst="rect">
            <a:avLst/>
          </a:prstGeom>
          <a:solidFill>
            <a:srgbClr val="FFFFFF">
              <a:alpha val="1100"/>
            </a:srgbClr>
          </a:solidFill>
          <a:ln/>
        </p:spPr>
      </p:sp>
      <p:sp>
        <p:nvSpPr>
          <p:cNvPr id="75" name="Shape 73"/>
          <p:cNvSpPr/>
          <p:nvPr/>
        </p:nvSpPr>
        <p:spPr>
          <a:xfrm>
            <a:off x="2106778" y="2276856"/>
            <a:ext cx="803758" cy="587959"/>
          </a:xfrm>
          <a:prstGeom prst="rect">
            <a:avLst/>
          </a:prstGeom>
          <a:solidFill>
            <a:srgbClr val="FFFFFF">
              <a:alpha val="344"/>
            </a:srgbClr>
          </a:solidFill>
          <a:ln/>
        </p:spPr>
      </p:sp>
      <p:sp>
        <p:nvSpPr>
          <p:cNvPr id="76" name="Shape 74"/>
          <p:cNvSpPr/>
          <p:nvPr/>
        </p:nvSpPr>
        <p:spPr>
          <a:xfrm>
            <a:off x="2106778" y="2855671"/>
            <a:ext cx="803758" cy="587959"/>
          </a:xfrm>
          <a:prstGeom prst="rect">
            <a:avLst/>
          </a:prstGeom>
          <a:solidFill>
            <a:srgbClr val="FFFFFF">
              <a:alpha val="688"/>
            </a:srgbClr>
          </a:solidFill>
          <a:ln/>
        </p:spPr>
      </p:sp>
      <p:sp>
        <p:nvSpPr>
          <p:cNvPr id="77" name="Shape 75"/>
          <p:cNvSpPr/>
          <p:nvPr/>
        </p:nvSpPr>
        <p:spPr>
          <a:xfrm>
            <a:off x="2106778" y="3434486"/>
            <a:ext cx="803758" cy="587959"/>
          </a:xfrm>
          <a:prstGeom prst="rect">
            <a:avLst/>
          </a:prstGeom>
          <a:solidFill>
            <a:srgbClr val="FFFFFF">
              <a:alpha val="1031"/>
            </a:srgbClr>
          </a:solidFill>
          <a:ln/>
        </p:spPr>
      </p:sp>
      <p:sp>
        <p:nvSpPr>
          <p:cNvPr id="78" name="Shape 76"/>
          <p:cNvSpPr/>
          <p:nvPr/>
        </p:nvSpPr>
        <p:spPr>
          <a:xfrm>
            <a:off x="2106778" y="4013302"/>
            <a:ext cx="803758" cy="587959"/>
          </a:xfrm>
          <a:prstGeom prst="rect">
            <a:avLst/>
          </a:prstGeom>
          <a:solidFill>
            <a:srgbClr val="FFFFFF">
              <a:alpha val="1375"/>
            </a:srgbClr>
          </a:solidFill>
          <a:ln/>
        </p:spPr>
      </p:sp>
      <p:sp>
        <p:nvSpPr>
          <p:cNvPr id="79" name="Shape 77"/>
          <p:cNvSpPr/>
          <p:nvPr/>
        </p:nvSpPr>
        <p:spPr>
          <a:xfrm>
            <a:off x="2106778" y="4592117"/>
            <a:ext cx="803758" cy="587959"/>
          </a:xfrm>
          <a:prstGeom prst="rect">
            <a:avLst/>
          </a:prstGeom>
          <a:solidFill>
            <a:srgbClr val="FFFFFF">
              <a:alpha val="1719"/>
            </a:srgbClr>
          </a:solidFill>
          <a:ln/>
        </p:spPr>
      </p:sp>
      <p:sp>
        <p:nvSpPr>
          <p:cNvPr id="80" name="Shape 78"/>
          <p:cNvSpPr/>
          <p:nvPr/>
        </p:nvSpPr>
        <p:spPr>
          <a:xfrm>
            <a:off x="2106778" y="5170932"/>
            <a:ext cx="803758" cy="587959"/>
          </a:xfrm>
          <a:prstGeom prst="rect">
            <a:avLst/>
          </a:prstGeom>
          <a:solidFill>
            <a:srgbClr val="FFFFFF">
              <a:alpha val="2063"/>
            </a:srgbClr>
          </a:solidFill>
          <a:ln/>
        </p:spPr>
      </p:sp>
      <p:sp>
        <p:nvSpPr>
          <p:cNvPr id="81" name="Shape 79"/>
          <p:cNvSpPr/>
          <p:nvPr/>
        </p:nvSpPr>
        <p:spPr>
          <a:xfrm>
            <a:off x="2106778" y="5749747"/>
            <a:ext cx="803758" cy="587959"/>
          </a:xfrm>
          <a:prstGeom prst="rect">
            <a:avLst/>
          </a:prstGeom>
          <a:solidFill>
            <a:srgbClr val="FFFFFF">
              <a:alpha val="2406"/>
            </a:srgbClr>
          </a:solidFill>
          <a:ln/>
        </p:spPr>
      </p:sp>
      <p:sp>
        <p:nvSpPr>
          <p:cNvPr id="82" name="Shape 80"/>
          <p:cNvSpPr/>
          <p:nvPr/>
        </p:nvSpPr>
        <p:spPr>
          <a:xfrm>
            <a:off x="2106778" y="6328562"/>
            <a:ext cx="803758" cy="587959"/>
          </a:xfrm>
          <a:prstGeom prst="rect">
            <a:avLst/>
          </a:prstGeom>
          <a:solidFill>
            <a:srgbClr val="FFFFFF">
              <a:alpha val="2750"/>
            </a:srgbClr>
          </a:solidFill>
          <a:ln/>
        </p:spPr>
      </p:sp>
      <p:sp>
        <p:nvSpPr>
          <p:cNvPr id="83" name="Shape 81"/>
          <p:cNvSpPr/>
          <p:nvPr/>
        </p:nvSpPr>
        <p:spPr>
          <a:xfrm>
            <a:off x="3459175" y="2646274"/>
            <a:ext cx="803758" cy="547840"/>
          </a:xfrm>
          <a:prstGeom prst="rect">
            <a:avLst/>
          </a:prstGeom>
          <a:solidFill>
            <a:srgbClr val="FFFFFF">
              <a:alpha val="344"/>
            </a:srgbClr>
          </a:solidFill>
          <a:ln/>
        </p:spPr>
      </p:sp>
      <p:sp>
        <p:nvSpPr>
          <p:cNvPr id="84" name="Shape 82"/>
          <p:cNvSpPr/>
          <p:nvPr/>
        </p:nvSpPr>
        <p:spPr>
          <a:xfrm>
            <a:off x="3459175" y="3184970"/>
            <a:ext cx="803758" cy="547840"/>
          </a:xfrm>
          <a:prstGeom prst="rect">
            <a:avLst/>
          </a:prstGeom>
          <a:solidFill>
            <a:srgbClr val="FFFFFF">
              <a:alpha val="688"/>
            </a:srgbClr>
          </a:solidFill>
          <a:ln/>
        </p:spPr>
      </p:sp>
      <p:sp>
        <p:nvSpPr>
          <p:cNvPr id="85" name="Shape 83"/>
          <p:cNvSpPr/>
          <p:nvPr/>
        </p:nvSpPr>
        <p:spPr>
          <a:xfrm>
            <a:off x="3459175" y="3723665"/>
            <a:ext cx="803758" cy="547840"/>
          </a:xfrm>
          <a:prstGeom prst="rect">
            <a:avLst/>
          </a:prstGeom>
          <a:solidFill>
            <a:srgbClr val="FFFFFF">
              <a:alpha val="1031"/>
            </a:srgbClr>
          </a:solidFill>
          <a:ln/>
        </p:spPr>
      </p:sp>
      <p:sp>
        <p:nvSpPr>
          <p:cNvPr id="86" name="Shape 84"/>
          <p:cNvSpPr/>
          <p:nvPr/>
        </p:nvSpPr>
        <p:spPr>
          <a:xfrm>
            <a:off x="3459175" y="4262361"/>
            <a:ext cx="803758" cy="547840"/>
          </a:xfrm>
          <a:prstGeom prst="rect">
            <a:avLst/>
          </a:prstGeom>
          <a:solidFill>
            <a:srgbClr val="FFFFFF">
              <a:alpha val="1375"/>
            </a:srgbClr>
          </a:solidFill>
          <a:ln/>
        </p:spPr>
      </p:sp>
      <p:sp>
        <p:nvSpPr>
          <p:cNvPr id="87" name="Shape 85"/>
          <p:cNvSpPr/>
          <p:nvPr/>
        </p:nvSpPr>
        <p:spPr>
          <a:xfrm>
            <a:off x="3459175" y="4801057"/>
            <a:ext cx="803758" cy="547840"/>
          </a:xfrm>
          <a:prstGeom prst="rect">
            <a:avLst/>
          </a:prstGeom>
          <a:solidFill>
            <a:srgbClr val="FFFFFF">
              <a:alpha val="1719"/>
            </a:srgbClr>
          </a:solidFill>
          <a:ln/>
        </p:spPr>
      </p:sp>
      <p:sp>
        <p:nvSpPr>
          <p:cNvPr id="88" name="Shape 86"/>
          <p:cNvSpPr/>
          <p:nvPr/>
        </p:nvSpPr>
        <p:spPr>
          <a:xfrm>
            <a:off x="3459175" y="5339753"/>
            <a:ext cx="803758" cy="547840"/>
          </a:xfrm>
          <a:prstGeom prst="rect">
            <a:avLst/>
          </a:prstGeom>
          <a:solidFill>
            <a:srgbClr val="FFFFFF">
              <a:alpha val="2063"/>
            </a:srgbClr>
          </a:solidFill>
          <a:ln/>
        </p:spPr>
      </p:sp>
      <p:sp>
        <p:nvSpPr>
          <p:cNvPr id="89" name="Shape 87"/>
          <p:cNvSpPr/>
          <p:nvPr/>
        </p:nvSpPr>
        <p:spPr>
          <a:xfrm>
            <a:off x="3459175" y="5878449"/>
            <a:ext cx="803758" cy="547840"/>
          </a:xfrm>
          <a:prstGeom prst="rect">
            <a:avLst/>
          </a:prstGeom>
          <a:solidFill>
            <a:srgbClr val="FFFFFF">
              <a:alpha val="2406"/>
            </a:srgbClr>
          </a:solidFill>
          <a:ln/>
        </p:spPr>
      </p:sp>
      <p:sp>
        <p:nvSpPr>
          <p:cNvPr id="90" name="Shape 88"/>
          <p:cNvSpPr/>
          <p:nvPr/>
        </p:nvSpPr>
        <p:spPr>
          <a:xfrm>
            <a:off x="3459175" y="6417145"/>
            <a:ext cx="803758" cy="547840"/>
          </a:xfrm>
          <a:prstGeom prst="rect">
            <a:avLst/>
          </a:prstGeom>
          <a:solidFill>
            <a:srgbClr val="FFFFFF">
              <a:alpha val="2750"/>
            </a:srgbClr>
          </a:solidFill>
          <a:ln/>
        </p:spPr>
      </p:sp>
      <p:sp>
        <p:nvSpPr>
          <p:cNvPr id="91" name="Shape 89"/>
          <p:cNvSpPr/>
          <p:nvPr/>
        </p:nvSpPr>
        <p:spPr>
          <a:xfrm>
            <a:off x="4151376" y="4484218"/>
            <a:ext cx="803758" cy="319126"/>
          </a:xfrm>
          <a:prstGeom prst="rect">
            <a:avLst/>
          </a:prstGeom>
          <a:solidFill>
            <a:srgbClr val="FFFFFF">
              <a:alpha val="138"/>
            </a:srgbClr>
          </a:solidFill>
          <a:ln/>
        </p:spPr>
      </p:sp>
      <p:sp>
        <p:nvSpPr>
          <p:cNvPr id="92" name="Shape 90"/>
          <p:cNvSpPr/>
          <p:nvPr/>
        </p:nvSpPr>
        <p:spPr>
          <a:xfrm>
            <a:off x="4151376" y="4794199"/>
            <a:ext cx="803758" cy="319126"/>
          </a:xfrm>
          <a:prstGeom prst="rect">
            <a:avLst/>
          </a:prstGeom>
          <a:solidFill>
            <a:srgbClr val="FFFFFF">
              <a:alpha val="275"/>
            </a:srgbClr>
          </a:solidFill>
          <a:ln/>
        </p:spPr>
      </p:sp>
      <p:sp>
        <p:nvSpPr>
          <p:cNvPr id="93" name="Shape 91"/>
          <p:cNvSpPr/>
          <p:nvPr/>
        </p:nvSpPr>
        <p:spPr>
          <a:xfrm>
            <a:off x="4151376" y="5104181"/>
            <a:ext cx="803758" cy="319126"/>
          </a:xfrm>
          <a:prstGeom prst="rect">
            <a:avLst/>
          </a:prstGeom>
          <a:solidFill>
            <a:srgbClr val="FFFFFF">
              <a:alpha val="412"/>
            </a:srgbClr>
          </a:solidFill>
          <a:ln/>
        </p:spPr>
      </p:sp>
      <p:sp>
        <p:nvSpPr>
          <p:cNvPr id="94" name="Shape 92"/>
          <p:cNvSpPr/>
          <p:nvPr/>
        </p:nvSpPr>
        <p:spPr>
          <a:xfrm>
            <a:off x="4151376" y="5414162"/>
            <a:ext cx="803758" cy="319126"/>
          </a:xfrm>
          <a:prstGeom prst="rect">
            <a:avLst/>
          </a:prstGeom>
          <a:solidFill>
            <a:srgbClr val="FFFFFF">
              <a:alpha val="550"/>
            </a:srgbClr>
          </a:solidFill>
          <a:ln/>
        </p:spPr>
      </p:sp>
      <p:sp>
        <p:nvSpPr>
          <p:cNvPr id="95" name="Shape 93"/>
          <p:cNvSpPr/>
          <p:nvPr/>
        </p:nvSpPr>
        <p:spPr>
          <a:xfrm>
            <a:off x="4151376" y="5724144"/>
            <a:ext cx="803758" cy="319126"/>
          </a:xfrm>
          <a:prstGeom prst="rect">
            <a:avLst/>
          </a:prstGeom>
          <a:solidFill>
            <a:srgbClr val="FFFFFF">
              <a:alpha val="688"/>
            </a:srgbClr>
          </a:solidFill>
          <a:ln/>
        </p:spPr>
      </p:sp>
      <p:sp>
        <p:nvSpPr>
          <p:cNvPr id="96" name="Shape 94"/>
          <p:cNvSpPr/>
          <p:nvPr/>
        </p:nvSpPr>
        <p:spPr>
          <a:xfrm>
            <a:off x="4151376" y="6034126"/>
            <a:ext cx="803758" cy="319126"/>
          </a:xfrm>
          <a:prstGeom prst="rect">
            <a:avLst/>
          </a:prstGeom>
          <a:solidFill>
            <a:srgbClr val="FFFFFF">
              <a:alpha val="825"/>
            </a:srgbClr>
          </a:solidFill>
          <a:ln/>
        </p:spPr>
      </p:sp>
      <p:sp>
        <p:nvSpPr>
          <p:cNvPr id="97" name="Shape 95"/>
          <p:cNvSpPr/>
          <p:nvPr/>
        </p:nvSpPr>
        <p:spPr>
          <a:xfrm>
            <a:off x="4151376" y="6344107"/>
            <a:ext cx="803758" cy="319126"/>
          </a:xfrm>
          <a:prstGeom prst="rect">
            <a:avLst/>
          </a:prstGeom>
          <a:solidFill>
            <a:srgbClr val="FFFFFF">
              <a:alpha val="963"/>
            </a:srgbClr>
          </a:solidFill>
          <a:ln/>
        </p:spPr>
      </p:sp>
      <p:sp>
        <p:nvSpPr>
          <p:cNvPr id="98" name="Shape 96"/>
          <p:cNvSpPr/>
          <p:nvPr/>
        </p:nvSpPr>
        <p:spPr>
          <a:xfrm>
            <a:off x="4151376" y="6654089"/>
            <a:ext cx="803758" cy="319126"/>
          </a:xfrm>
          <a:prstGeom prst="rect">
            <a:avLst/>
          </a:prstGeom>
          <a:solidFill>
            <a:srgbClr val="FFFFFF">
              <a:alpha val="1100"/>
            </a:srgbClr>
          </a:solidFill>
          <a:ln/>
        </p:spPr>
      </p:sp>
      <p:sp>
        <p:nvSpPr>
          <p:cNvPr id="104" name="Shape 102"/>
          <p:cNvSpPr/>
          <p:nvPr/>
        </p:nvSpPr>
        <p:spPr>
          <a:xfrm>
            <a:off x="11835994" y="1750162"/>
            <a:ext cx="803758" cy="657454"/>
          </a:xfrm>
          <a:prstGeom prst="rect">
            <a:avLst/>
          </a:prstGeom>
          <a:solidFill>
            <a:srgbClr val="FFFFFF">
              <a:alpha val="688"/>
            </a:srgbClr>
          </a:solidFill>
          <a:ln/>
        </p:spPr>
      </p:sp>
      <p:sp>
        <p:nvSpPr>
          <p:cNvPr id="105" name="Shape 103"/>
          <p:cNvSpPr/>
          <p:nvPr/>
        </p:nvSpPr>
        <p:spPr>
          <a:xfrm>
            <a:off x="11835994" y="2398471"/>
            <a:ext cx="803758" cy="657454"/>
          </a:xfrm>
          <a:prstGeom prst="rect">
            <a:avLst/>
          </a:prstGeom>
          <a:solidFill>
            <a:srgbClr val="FFFFFF">
              <a:alpha val="1375"/>
            </a:srgbClr>
          </a:solidFill>
          <a:ln/>
        </p:spPr>
      </p:sp>
      <p:sp>
        <p:nvSpPr>
          <p:cNvPr id="106" name="Shape 104"/>
          <p:cNvSpPr/>
          <p:nvPr/>
        </p:nvSpPr>
        <p:spPr>
          <a:xfrm>
            <a:off x="11835994" y="3046781"/>
            <a:ext cx="803758" cy="657454"/>
          </a:xfrm>
          <a:prstGeom prst="rect">
            <a:avLst/>
          </a:prstGeom>
          <a:solidFill>
            <a:srgbClr val="FFFFFF">
              <a:alpha val="2063"/>
            </a:srgbClr>
          </a:solidFill>
          <a:ln/>
        </p:spPr>
      </p:sp>
      <p:sp>
        <p:nvSpPr>
          <p:cNvPr id="107" name="Shape 105"/>
          <p:cNvSpPr/>
          <p:nvPr/>
        </p:nvSpPr>
        <p:spPr>
          <a:xfrm>
            <a:off x="11835994" y="3695090"/>
            <a:ext cx="803758" cy="657454"/>
          </a:xfrm>
          <a:prstGeom prst="rect">
            <a:avLst/>
          </a:prstGeom>
          <a:solidFill>
            <a:srgbClr val="FFFFFF">
              <a:alpha val="2750"/>
            </a:srgbClr>
          </a:solidFill>
          <a:ln/>
        </p:spPr>
      </p:sp>
      <p:sp>
        <p:nvSpPr>
          <p:cNvPr id="108" name="Shape 106"/>
          <p:cNvSpPr/>
          <p:nvPr/>
        </p:nvSpPr>
        <p:spPr>
          <a:xfrm>
            <a:off x="11835994" y="4343400"/>
            <a:ext cx="803758" cy="657454"/>
          </a:xfrm>
          <a:prstGeom prst="rect">
            <a:avLst/>
          </a:prstGeom>
          <a:solidFill>
            <a:srgbClr val="FFFFFF">
              <a:alpha val="3438"/>
            </a:srgbClr>
          </a:solidFill>
          <a:ln/>
        </p:spPr>
      </p:sp>
      <p:sp>
        <p:nvSpPr>
          <p:cNvPr id="109" name="Shape 107"/>
          <p:cNvSpPr/>
          <p:nvPr/>
        </p:nvSpPr>
        <p:spPr>
          <a:xfrm>
            <a:off x="11835994" y="4991710"/>
            <a:ext cx="803758" cy="657454"/>
          </a:xfrm>
          <a:prstGeom prst="rect">
            <a:avLst/>
          </a:prstGeom>
          <a:solidFill>
            <a:srgbClr val="FFFFFF">
              <a:alpha val="4125"/>
            </a:srgbClr>
          </a:solidFill>
          <a:ln/>
        </p:spPr>
      </p:sp>
      <p:sp>
        <p:nvSpPr>
          <p:cNvPr id="110" name="Shape 108"/>
          <p:cNvSpPr/>
          <p:nvPr/>
        </p:nvSpPr>
        <p:spPr>
          <a:xfrm>
            <a:off x="11835994" y="5640019"/>
            <a:ext cx="803758" cy="657454"/>
          </a:xfrm>
          <a:prstGeom prst="rect">
            <a:avLst/>
          </a:prstGeom>
          <a:solidFill>
            <a:srgbClr val="FFFFFF">
              <a:alpha val="4813"/>
            </a:srgbClr>
          </a:solidFill>
          <a:ln/>
        </p:spPr>
      </p:sp>
      <p:sp>
        <p:nvSpPr>
          <p:cNvPr id="111" name="Shape 109"/>
          <p:cNvSpPr/>
          <p:nvPr/>
        </p:nvSpPr>
        <p:spPr>
          <a:xfrm>
            <a:off x="11835994" y="6288329"/>
            <a:ext cx="803758" cy="657454"/>
          </a:xfrm>
          <a:prstGeom prst="rect">
            <a:avLst/>
          </a:prstGeom>
          <a:solidFill>
            <a:srgbClr val="FFFFFF">
              <a:alpha val="5500"/>
            </a:srgbClr>
          </a:solidFill>
          <a:ln/>
        </p:spPr>
      </p:sp>
      <p:sp>
        <p:nvSpPr>
          <p:cNvPr id="112" name="Shape 110"/>
          <p:cNvSpPr/>
          <p:nvPr/>
        </p:nvSpPr>
        <p:spPr>
          <a:xfrm>
            <a:off x="10465308" y="4358030"/>
            <a:ext cx="803758" cy="331356"/>
          </a:xfrm>
          <a:prstGeom prst="rect">
            <a:avLst/>
          </a:prstGeom>
          <a:solidFill>
            <a:srgbClr val="FFFFFF">
              <a:alpha val="138"/>
            </a:srgbClr>
          </a:solidFill>
          <a:ln/>
        </p:spPr>
      </p:sp>
      <p:sp>
        <p:nvSpPr>
          <p:cNvPr id="113" name="Shape 111"/>
          <p:cNvSpPr/>
          <p:nvPr/>
        </p:nvSpPr>
        <p:spPr>
          <a:xfrm>
            <a:off x="10465308" y="4680242"/>
            <a:ext cx="803758" cy="331356"/>
          </a:xfrm>
          <a:prstGeom prst="rect">
            <a:avLst/>
          </a:prstGeom>
          <a:solidFill>
            <a:srgbClr val="FFFFFF">
              <a:alpha val="275"/>
            </a:srgbClr>
          </a:solidFill>
          <a:ln/>
        </p:spPr>
      </p:sp>
      <p:sp>
        <p:nvSpPr>
          <p:cNvPr id="114" name="Shape 112"/>
          <p:cNvSpPr/>
          <p:nvPr/>
        </p:nvSpPr>
        <p:spPr>
          <a:xfrm>
            <a:off x="10465308" y="5002454"/>
            <a:ext cx="803758" cy="331356"/>
          </a:xfrm>
          <a:prstGeom prst="rect">
            <a:avLst/>
          </a:prstGeom>
          <a:solidFill>
            <a:srgbClr val="FFFFFF">
              <a:alpha val="412"/>
            </a:srgbClr>
          </a:solidFill>
          <a:ln/>
        </p:spPr>
      </p:sp>
      <p:sp>
        <p:nvSpPr>
          <p:cNvPr id="115" name="Shape 113"/>
          <p:cNvSpPr/>
          <p:nvPr/>
        </p:nvSpPr>
        <p:spPr>
          <a:xfrm>
            <a:off x="10465308" y="5324666"/>
            <a:ext cx="803758" cy="331356"/>
          </a:xfrm>
          <a:prstGeom prst="rect">
            <a:avLst/>
          </a:prstGeom>
          <a:solidFill>
            <a:srgbClr val="FFFFFF">
              <a:alpha val="550"/>
            </a:srgbClr>
          </a:solidFill>
          <a:ln/>
        </p:spPr>
      </p:sp>
      <p:sp>
        <p:nvSpPr>
          <p:cNvPr id="116" name="Shape 114"/>
          <p:cNvSpPr/>
          <p:nvPr/>
        </p:nvSpPr>
        <p:spPr>
          <a:xfrm>
            <a:off x="10465308" y="5646877"/>
            <a:ext cx="803758" cy="331356"/>
          </a:xfrm>
          <a:prstGeom prst="rect">
            <a:avLst/>
          </a:prstGeom>
          <a:solidFill>
            <a:srgbClr val="FFFFFF">
              <a:alpha val="688"/>
            </a:srgbClr>
          </a:solidFill>
          <a:ln/>
        </p:spPr>
      </p:sp>
      <p:sp>
        <p:nvSpPr>
          <p:cNvPr id="117" name="Shape 115"/>
          <p:cNvSpPr/>
          <p:nvPr/>
        </p:nvSpPr>
        <p:spPr>
          <a:xfrm>
            <a:off x="10465308" y="5969089"/>
            <a:ext cx="803758" cy="331356"/>
          </a:xfrm>
          <a:prstGeom prst="rect">
            <a:avLst/>
          </a:prstGeom>
          <a:solidFill>
            <a:srgbClr val="FFFFFF">
              <a:alpha val="825"/>
            </a:srgbClr>
          </a:solidFill>
          <a:ln/>
        </p:spPr>
      </p:sp>
      <p:sp>
        <p:nvSpPr>
          <p:cNvPr id="118" name="Shape 116"/>
          <p:cNvSpPr/>
          <p:nvPr/>
        </p:nvSpPr>
        <p:spPr>
          <a:xfrm>
            <a:off x="10465308" y="6291301"/>
            <a:ext cx="803758" cy="331356"/>
          </a:xfrm>
          <a:prstGeom prst="rect">
            <a:avLst/>
          </a:prstGeom>
          <a:solidFill>
            <a:srgbClr val="FFFFFF">
              <a:alpha val="963"/>
            </a:srgbClr>
          </a:solidFill>
          <a:ln/>
        </p:spPr>
      </p:sp>
      <p:sp>
        <p:nvSpPr>
          <p:cNvPr id="119" name="Shape 117"/>
          <p:cNvSpPr/>
          <p:nvPr/>
        </p:nvSpPr>
        <p:spPr>
          <a:xfrm>
            <a:off x="10465308" y="6613512"/>
            <a:ext cx="803758" cy="331356"/>
          </a:xfrm>
          <a:prstGeom prst="rect">
            <a:avLst/>
          </a:prstGeom>
          <a:solidFill>
            <a:srgbClr val="FFFFFF">
              <a:alpha val="1100"/>
            </a:srgbClr>
          </a:solidFill>
          <a:ln/>
        </p:spPr>
      </p:sp>
      <p:sp>
        <p:nvSpPr>
          <p:cNvPr id="120" name="Shape 118"/>
          <p:cNvSpPr/>
          <p:nvPr/>
        </p:nvSpPr>
        <p:spPr>
          <a:xfrm>
            <a:off x="11155680" y="3177540"/>
            <a:ext cx="803758" cy="482117"/>
          </a:xfrm>
          <a:prstGeom prst="rect">
            <a:avLst/>
          </a:prstGeom>
          <a:solidFill>
            <a:srgbClr val="FFFFFF">
              <a:alpha val="344"/>
            </a:srgbClr>
          </a:solidFill>
          <a:ln/>
        </p:spPr>
      </p:sp>
      <p:sp>
        <p:nvSpPr>
          <p:cNvPr id="121" name="Shape 119"/>
          <p:cNvSpPr/>
          <p:nvPr/>
        </p:nvSpPr>
        <p:spPr>
          <a:xfrm>
            <a:off x="11155680" y="3650513"/>
            <a:ext cx="803758" cy="482117"/>
          </a:xfrm>
          <a:prstGeom prst="rect">
            <a:avLst/>
          </a:prstGeom>
          <a:solidFill>
            <a:srgbClr val="FFFFFF">
              <a:alpha val="688"/>
            </a:srgbClr>
          </a:solidFill>
          <a:ln/>
        </p:spPr>
      </p:sp>
      <p:sp>
        <p:nvSpPr>
          <p:cNvPr id="122" name="Shape 120"/>
          <p:cNvSpPr/>
          <p:nvPr/>
        </p:nvSpPr>
        <p:spPr>
          <a:xfrm>
            <a:off x="11155680" y="4123487"/>
            <a:ext cx="803758" cy="482117"/>
          </a:xfrm>
          <a:prstGeom prst="rect">
            <a:avLst/>
          </a:prstGeom>
          <a:solidFill>
            <a:srgbClr val="FFFFFF">
              <a:alpha val="1031"/>
            </a:srgbClr>
          </a:solidFill>
          <a:ln/>
        </p:spPr>
      </p:sp>
      <p:sp>
        <p:nvSpPr>
          <p:cNvPr id="123" name="Shape 121"/>
          <p:cNvSpPr/>
          <p:nvPr/>
        </p:nvSpPr>
        <p:spPr>
          <a:xfrm>
            <a:off x="11155680" y="4596460"/>
            <a:ext cx="803758" cy="482117"/>
          </a:xfrm>
          <a:prstGeom prst="rect">
            <a:avLst/>
          </a:prstGeom>
          <a:solidFill>
            <a:srgbClr val="FFFFFF">
              <a:alpha val="1375"/>
            </a:srgbClr>
          </a:solidFill>
          <a:ln/>
        </p:spPr>
      </p:sp>
      <p:sp>
        <p:nvSpPr>
          <p:cNvPr id="124" name="Shape 122"/>
          <p:cNvSpPr/>
          <p:nvPr/>
        </p:nvSpPr>
        <p:spPr>
          <a:xfrm>
            <a:off x="11155680" y="5069434"/>
            <a:ext cx="803758" cy="482117"/>
          </a:xfrm>
          <a:prstGeom prst="rect">
            <a:avLst/>
          </a:prstGeom>
          <a:solidFill>
            <a:srgbClr val="FFFFFF">
              <a:alpha val="1719"/>
            </a:srgbClr>
          </a:solidFill>
          <a:ln/>
        </p:spPr>
      </p:sp>
      <p:sp>
        <p:nvSpPr>
          <p:cNvPr id="125" name="Shape 123"/>
          <p:cNvSpPr/>
          <p:nvPr/>
        </p:nvSpPr>
        <p:spPr>
          <a:xfrm>
            <a:off x="11155680" y="5542407"/>
            <a:ext cx="803758" cy="482117"/>
          </a:xfrm>
          <a:prstGeom prst="rect">
            <a:avLst/>
          </a:prstGeom>
          <a:solidFill>
            <a:srgbClr val="FFFFFF">
              <a:alpha val="2063"/>
            </a:srgbClr>
          </a:solidFill>
          <a:ln/>
        </p:spPr>
      </p:sp>
      <p:sp>
        <p:nvSpPr>
          <p:cNvPr id="126" name="Shape 124"/>
          <p:cNvSpPr/>
          <p:nvPr/>
        </p:nvSpPr>
        <p:spPr>
          <a:xfrm>
            <a:off x="11155680" y="6015380"/>
            <a:ext cx="803758" cy="482117"/>
          </a:xfrm>
          <a:prstGeom prst="rect">
            <a:avLst/>
          </a:prstGeom>
          <a:solidFill>
            <a:srgbClr val="FFFFFF">
              <a:alpha val="2406"/>
            </a:srgbClr>
          </a:solidFill>
          <a:ln/>
        </p:spPr>
      </p:sp>
      <p:sp>
        <p:nvSpPr>
          <p:cNvPr id="127" name="Shape 125"/>
          <p:cNvSpPr/>
          <p:nvPr/>
        </p:nvSpPr>
        <p:spPr>
          <a:xfrm>
            <a:off x="11155680" y="6488354"/>
            <a:ext cx="803758" cy="482117"/>
          </a:xfrm>
          <a:prstGeom prst="rect">
            <a:avLst/>
          </a:prstGeom>
          <a:solidFill>
            <a:srgbClr val="FFFFFF">
              <a:alpha val="2750"/>
            </a:srgbClr>
          </a:solidFill>
          <a:ln/>
        </p:spPr>
      </p:sp>
      <p:sp>
        <p:nvSpPr>
          <p:cNvPr id="129" name="Text 127"/>
          <p:cNvSpPr/>
          <p:nvPr/>
        </p:nvSpPr>
        <p:spPr>
          <a:xfrm>
            <a:off x="6214262" y="685800"/>
            <a:ext cx="5577840" cy="914400"/>
          </a:xfrm>
          <a:prstGeom prst="rect">
            <a:avLst/>
          </a:prstGeom>
          <a:noFill/>
          <a:ln/>
        </p:spPr>
        <p:txBody>
          <a:bodyPr wrap="square" rtlCol="0" anchor="t"/>
          <a:lstStyle/>
          <a:p>
            <a:pPr indent="0" marL="0">
              <a:lnSpc>
                <a:spcPct val="90000"/>
              </a:lnSpc>
              <a:buNone/>
            </a:pPr>
            <a:r>
              <a:rPr lang="en-US" sz="4400" spc="-150" kern="0" dirty="0">
                <a:solidFill>
                  <a:srgbClr val="FFFFFF"/>
                </a:solidFill>
                <a:latin typeface="Manrope" pitchFamily="34" charset="0"/>
                <a:ea typeface="Manrope" pitchFamily="34" charset="-122"/>
                <a:cs typeface="Manrope" pitchFamily="34" charset="-120"/>
              </a:rPr>
              <a:t>What is an </a:t>
            </a:r>
            <a:r>
              <a:rPr lang="en-US" sz="4400" spc="-150" kern="0" dirty="0">
                <a:solidFill>
                  <a:srgbClr val="C0DAB4"/>
                </a:solidFill>
                <a:latin typeface="Manrope" pitchFamily="34" charset="0"/>
                <a:ea typeface="Manrope" pitchFamily="34" charset="-122"/>
                <a:cs typeface="Manrope" pitchFamily="34" charset="-120"/>
              </a:rPr>
              <a:t>AI agent?</a:t>
            </a:r>
          </a:p>
        </p:txBody>
      </p:sp>
      <p:sp>
        <p:nvSpPr>
          <p:cNvPr id="130" name="Text 128"/>
          <p:cNvSpPr/>
          <p:nvPr/>
        </p:nvSpPr>
        <p:spPr>
          <a:xfrm>
            <a:off x="6220663" y="1691640"/>
            <a:ext cx="5532120" cy="86868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Anthropic: agents are systems where LLMs “dynamically direct their own processes and tool usage.”</a:t>
            </a:r>
          </a:p>
        </p:txBody>
      </p:sp>
      <p:sp>
        <p:nvSpPr>
          <p:cNvPr id="132" name="Shape 130"/>
          <p:cNvSpPr/>
          <p:nvPr/>
        </p:nvSpPr>
        <p:spPr>
          <a:xfrm>
            <a:off x="3348533" y="3586277"/>
            <a:ext cx="30175" cy="1920240"/>
          </a:xfrm>
          <a:prstGeom prst="rect">
            <a:avLst/>
          </a:prstGeom>
          <a:solidFill>
            <a:srgbClr val="96C182">
              <a:alpha val="12000"/>
            </a:srgbClr>
          </a:solidFill>
          <a:ln/>
        </p:spPr>
      </p:sp>
      <p:sp>
        <p:nvSpPr>
          <p:cNvPr id="133" name="Shape 131"/>
          <p:cNvSpPr/>
          <p:nvPr/>
        </p:nvSpPr>
        <p:spPr>
          <a:xfrm>
            <a:off x="3641141" y="3081528"/>
            <a:ext cx="30175" cy="1920240"/>
          </a:xfrm>
          <a:prstGeom prst="rect">
            <a:avLst/>
          </a:prstGeom>
          <a:solidFill>
            <a:srgbClr val="96C182">
              <a:alpha val="12000"/>
            </a:srgbClr>
          </a:solidFill>
          <a:ln/>
        </p:spPr>
      </p:sp>
      <p:sp>
        <p:nvSpPr>
          <p:cNvPr id="134" name="Shape 132"/>
          <p:cNvSpPr/>
          <p:nvPr/>
        </p:nvSpPr>
        <p:spPr>
          <a:xfrm>
            <a:off x="2388413" y="3845966"/>
            <a:ext cx="30175" cy="1920240"/>
          </a:xfrm>
          <a:prstGeom prst="rect">
            <a:avLst/>
          </a:prstGeom>
          <a:solidFill>
            <a:srgbClr val="96C182">
              <a:alpha val="12000"/>
            </a:srgbClr>
          </a:solidFill>
          <a:ln/>
        </p:spPr>
      </p:sp>
      <p:sp>
        <p:nvSpPr>
          <p:cNvPr id="135" name="Shape 133"/>
          <p:cNvSpPr/>
          <p:nvPr/>
        </p:nvSpPr>
        <p:spPr>
          <a:xfrm>
            <a:off x="2107692" y="3878885"/>
            <a:ext cx="30175" cy="1920240"/>
          </a:xfrm>
          <a:prstGeom prst="rect">
            <a:avLst/>
          </a:prstGeom>
          <a:solidFill>
            <a:srgbClr val="96C182">
              <a:alpha val="12000"/>
            </a:srgbClr>
          </a:solidFill>
          <a:ln/>
        </p:spPr>
      </p:sp>
      <p:sp>
        <p:nvSpPr>
          <p:cNvPr id="136" name="Shape 134"/>
          <p:cNvSpPr/>
          <p:nvPr/>
        </p:nvSpPr>
        <p:spPr>
          <a:xfrm>
            <a:off x="1907438" y="4237330"/>
            <a:ext cx="30175" cy="1920240"/>
          </a:xfrm>
          <a:prstGeom prst="rect">
            <a:avLst/>
          </a:prstGeom>
          <a:solidFill>
            <a:srgbClr val="96C182">
              <a:alpha val="12000"/>
            </a:srgbClr>
          </a:solidFill>
          <a:ln/>
        </p:spPr>
      </p:sp>
      <p:sp>
        <p:nvSpPr>
          <p:cNvPr id="137" name="Shape 135"/>
          <p:cNvSpPr/>
          <p:nvPr/>
        </p:nvSpPr>
        <p:spPr>
          <a:xfrm>
            <a:off x="3954780" y="4073652"/>
            <a:ext cx="30175" cy="1920240"/>
          </a:xfrm>
          <a:prstGeom prst="rect">
            <a:avLst/>
          </a:prstGeom>
          <a:solidFill>
            <a:srgbClr val="96C182">
              <a:alpha val="12000"/>
            </a:srgbClr>
          </a:solidFill>
          <a:ln/>
        </p:spPr>
      </p:sp>
      <p:sp>
        <p:nvSpPr>
          <p:cNvPr id="138" name="Shape 136"/>
          <p:cNvSpPr/>
          <p:nvPr/>
        </p:nvSpPr>
        <p:spPr>
          <a:xfrm>
            <a:off x="1458468" y="3824935"/>
            <a:ext cx="30175" cy="1920240"/>
          </a:xfrm>
          <a:prstGeom prst="rect">
            <a:avLst/>
          </a:prstGeom>
          <a:solidFill>
            <a:srgbClr val="96C182">
              <a:alpha val="12000"/>
            </a:srgbClr>
          </a:solidFill>
          <a:ln/>
        </p:spPr>
      </p:sp>
      <p:sp>
        <p:nvSpPr>
          <p:cNvPr id="141" name="Shape 139"/>
          <p:cNvSpPr/>
          <p:nvPr/>
        </p:nvSpPr>
        <p:spPr>
          <a:xfrm rot="20700000">
            <a:off x="3959352" y="2670048"/>
            <a:ext cx="402336" cy="91440"/>
          </a:xfrm>
          <a:prstGeom prst="rect">
            <a:avLst/>
          </a:prstGeom>
          <a:solidFill>
            <a:srgbClr val="1D1D1D"/>
          </a:solidFill>
          <a:ln/>
        </p:spPr>
      </p:sp>
      <p:sp>
        <p:nvSpPr>
          <p:cNvPr id="142" name="Shape 140"/>
          <p:cNvSpPr/>
          <p:nvPr/>
        </p:nvSpPr>
        <p:spPr>
          <a:xfrm rot="20700000">
            <a:off x="1389888" y="3246120"/>
            <a:ext cx="402336" cy="91440"/>
          </a:xfrm>
          <a:prstGeom prst="rect">
            <a:avLst/>
          </a:prstGeom>
          <a:solidFill>
            <a:srgbClr val="1D1D1D"/>
          </a:solidFill>
          <a:ln/>
        </p:spPr>
      </p:sp>
      <p:sp>
        <p:nvSpPr>
          <p:cNvPr id="143" name="Shape 141"/>
          <p:cNvSpPr/>
          <p:nvPr/>
        </p:nvSpPr>
        <p:spPr>
          <a:xfrm rot="20700000">
            <a:off x="3959352" y="3172968"/>
            <a:ext cx="402336" cy="91440"/>
          </a:xfrm>
          <a:prstGeom prst="rect">
            <a:avLst/>
          </a:prstGeom>
          <a:solidFill>
            <a:srgbClr val="1D1D1D"/>
          </a:solidFill>
          <a:ln/>
        </p:spPr>
      </p:sp>
      <p:sp>
        <p:nvSpPr>
          <p:cNvPr id="144" name="Shape 142"/>
          <p:cNvSpPr/>
          <p:nvPr/>
        </p:nvSpPr>
        <p:spPr>
          <a:xfrm rot="20700000">
            <a:off x="1389888" y="3749040"/>
            <a:ext cx="402336" cy="91440"/>
          </a:xfrm>
          <a:prstGeom prst="rect">
            <a:avLst/>
          </a:prstGeom>
          <a:solidFill>
            <a:srgbClr val="1D1D1D"/>
          </a:solidFill>
          <a:ln/>
        </p:spPr>
      </p:sp>
      <p:sp>
        <p:nvSpPr>
          <p:cNvPr id="145" name="Shape 143"/>
          <p:cNvSpPr/>
          <p:nvPr/>
        </p:nvSpPr>
        <p:spPr>
          <a:xfrm rot="20700000">
            <a:off x="3959352" y="3675888"/>
            <a:ext cx="402336" cy="91440"/>
          </a:xfrm>
          <a:prstGeom prst="rect">
            <a:avLst/>
          </a:prstGeom>
          <a:solidFill>
            <a:srgbClr val="1D1D1D"/>
          </a:solidFill>
          <a:ln/>
        </p:spPr>
      </p:sp>
      <p:sp>
        <p:nvSpPr>
          <p:cNvPr id="146" name="Shape 144"/>
          <p:cNvSpPr/>
          <p:nvPr/>
        </p:nvSpPr>
        <p:spPr>
          <a:xfrm rot="20700000">
            <a:off x="1389888" y="4251960"/>
            <a:ext cx="402336" cy="91440"/>
          </a:xfrm>
          <a:prstGeom prst="rect">
            <a:avLst/>
          </a:prstGeom>
          <a:solidFill>
            <a:srgbClr val="1D1D1D"/>
          </a:solidFill>
          <a:ln/>
        </p:spPr>
      </p:sp>
      <p:sp>
        <p:nvSpPr>
          <p:cNvPr id="147" name="Shape 145"/>
          <p:cNvSpPr/>
          <p:nvPr/>
        </p:nvSpPr>
        <p:spPr>
          <a:xfrm rot="20700000">
            <a:off x="1572768" y="1947672"/>
            <a:ext cx="2441448" cy="2761488"/>
          </a:xfrm>
          <a:prstGeom prst="roundRect">
            <a:avLst>
              <a:gd name="adj" fmla="val 10487"/>
            </a:avLst>
          </a:prstGeom>
          <a:solidFill>
            <a:srgbClr val="FFFFFF">
              <a:alpha val="40000"/>
            </a:srgbClr>
          </a:solidFill>
          <a:ln/>
        </p:spPr>
      </p:sp>
      <p:sp>
        <p:nvSpPr>
          <p:cNvPr id="148" name="Shape 146"/>
          <p:cNvSpPr/>
          <p:nvPr/>
        </p:nvSpPr>
        <p:spPr>
          <a:xfrm rot="20700000">
            <a:off x="1645920" y="2002536"/>
            <a:ext cx="2313432" cy="2615184"/>
          </a:xfrm>
          <a:prstGeom prst="roundRect">
            <a:avLst>
              <a:gd name="adj" fmla="val 9486"/>
            </a:avLst>
          </a:prstGeom>
          <a:solidFill>
            <a:srgbClr val="CFE313"/>
          </a:solidFill>
          <a:ln/>
        </p:spPr>
      </p:sp>
      <p:sp>
        <p:nvSpPr>
          <p:cNvPr id="149" name="Shape 147"/>
          <p:cNvSpPr/>
          <p:nvPr/>
        </p:nvSpPr>
        <p:spPr>
          <a:xfrm rot="20700000">
            <a:off x="1628727" y="2022312"/>
            <a:ext cx="2180410" cy="2464811"/>
          </a:xfrm>
          <a:prstGeom prst="roundRect">
            <a:avLst>
              <a:gd name="adj" fmla="val 10065"/>
            </a:avLst>
          </a:prstGeom>
          <a:solidFill>
            <a:srgbClr val="C4DA16"/>
          </a:solidFill>
          <a:ln/>
        </p:spPr>
      </p:sp>
      <p:sp>
        <p:nvSpPr>
          <p:cNvPr id="150" name="Shape 148"/>
          <p:cNvSpPr/>
          <p:nvPr/>
        </p:nvSpPr>
        <p:spPr>
          <a:xfrm rot="20700000">
            <a:off x="1611533" y="2042089"/>
            <a:ext cx="2047387" cy="2314438"/>
          </a:xfrm>
          <a:prstGeom prst="roundRect">
            <a:avLst>
              <a:gd name="adj" fmla="val 10719"/>
            </a:avLst>
          </a:prstGeom>
          <a:solidFill>
            <a:srgbClr val="B9D118"/>
          </a:solidFill>
          <a:ln/>
        </p:spPr>
      </p:sp>
      <p:sp>
        <p:nvSpPr>
          <p:cNvPr id="151" name="Shape 149"/>
          <p:cNvSpPr/>
          <p:nvPr/>
        </p:nvSpPr>
        <p:spPr>
          <a:xfrm rot="20700000">
            <a:off x="1594340" y="2061865"/>
            <a:ext cx="1914365" cy="2164065"/>
          </a:xfrm>
          <a:prstGeom prst="roundRect">
            <a:avLst>
              <a:gd name="adj" fmla="val 11464"/>
            </a:avLst>
          </a:prstGeom>
          <a:solidFill>
            <a:srgbClr val="AEC81B"/>
          </a:solidFill>
          <a:ln/>
        </p:spPr>
      </p:sp>
      <p:sp>
        <p:nvSpPr>
          <p:cNvPr id="152" name="Shape 150"/>
          <p:cNvSpPr/>
          <p:nvPr/>
        </p:nvSpPr>
        <p:spPr>
          <a:xfrm rot="20700000">
            <a:off x="1577146" y="2081641"/>
            <a:ext cx="1781343" cy="2013692"/>
          </a:xfrm>
          <a:prstGeom prst="roundRect">
            <a:avLst>
              <a:gd name="adj" fmla="val 12320"/>
            </a:avLst>
          </a:prstGeom>
          <a:solidFill>
            <a:srgbClr val="A4BF1E"/>
          </a:solidFill>
          <a:ln/>
        </p:spPr>
      </p:sp>
      <p:sp>
        <p:nvSpPr>
          <p:cNvPr id="153" name="Shape 151"/>
          <p:cNvSpPr/>
          <p:nvPr/>
        </p:nvSpPr>
        <p:spPr>
          <a:xfrm rot="20700000">
            <a:off x="1559953" y="2101417"/>
            <a:ext cx="1648320" cy="1863319"/>
          </a:xfrm>
          <a:prstGeom prst="roundRect">
            <a:avLst>
              <a:gd name="adj" fmla="val 13314"/>
            </a:avLst>
          </a:prstGeom>
          <a:solidFill>
            <a:srgbClr val="99B621"/>
          </a:solidFill>
          <a:ln/>
        </p:spPr>
      </p:sp>
      <p:sp>
        <p:nvSpPr>
          <p:cNvPr id="154" name="Shape 152"/>
          <p:cNvSpPr/>
          <p:nvPr/>
        </p:nvSpPr>
        <p:spPr>
          <a:xfrm rot="20700000">
            <a:off x="1542760" y="2121194"/>
            <a:ext cx="1515298" cy="1712946"/>
          </a:xfrm>
          <a:prstGeom prst="roundRect">
            <a:avLst>
              <a:gd name="adj" fmla="val 14483"/>
            </a:avLst>
          </a:prstGeom>
          <a:solidFill>
            <a:srgbClr val="8EAD23"/>
          </a:solidFill>
          <a:ln/>
        </p:spPr>
      </p:sp>
      <p:sp>
        <p:nvSpPr>
          <p:cNvPr id="155" name="Shape 153"/>
          <p:cNvSpPr/>
          <p:nvPr/>
        </p:nvSpPr>
        <p:spPr>
          <a:xfrm rot="20700000">
            <a:off x="1525566" y="2140970"/>
            <a:ext cx="1382276" cy="1562572"/>
          </a:xfrm>
          <a:prstGeom prst="roundRect">
            <a:avLst>
              <a:gd name="adj" fmla="val 15876"/>
            </a:avLst>
          </a:prstGeom>
          <a:solidFill>
            <a:srgbClr val="83A426"/>
          </a:solidFill>
          <a:ln/>
        </p:spPr>
      </p:sp>
      <p:sp>
        <p:nvSpPr>
          <p:cNvPr id="156" name="Shape 154"/>
          <p:cNvSpPr/>
          <p:nvPr/>
        </p:nvSpPr>
        <p:spPr>
          <a:xfrm rot="20700000">
            <a:off x="1508373" y="2160746"/>
            <a:ext cx="1249253" cy="1412199"/>
          </a:xfrm>
          <a:prstGeom prst="roundRect">
            <a:avLst>
              <a:gd name="adj" fmla="val 17567"/>
            </a:avLst>
          </a:prstGeom>
          <a:solidFill>
            <a:srgbClr val="789B29"/>
          </a:solidFill>
          <a:ln/>
        </p:spPr>
      </p:sp>
      <p:sp>
        <p:nvSpPr>
          <p:cNvPr id="157" name="Shape 155"/>
          <p:cNvSpPr/>
          <p:nvPr/>
        </p:nvSpPr>
        <p:spPr>
          <a:xfrm rot="20700000">
            <a:off x="1491179" y="2180522"/>
            <a:ext cx="1116231" cy="1261826"/>
          </a:xfrm>
          <a:prstGeom prst="roundRect">
            <a:avLst>
              <a:gd name="adj" fmla="val 19660"/>
            </a:avLst>
          </a:prstGeom>
          <a:solidFill>
            <a:srgbClr val="6D922C"/>
          </a:solidFill>
          <a:ln/>
        </p:spPr>
      </p:sp>
      <p:sp>
        <p:nvSpPr>
          <p:cNvPr id="158" name="Shape 156"/>
          <p:cNvSpPr/>
          <p:nvPr/>
        </p:nvSpPr>
        <p:spPr>
          <a:xfrm rot="20700000">
            <a:off x="1473986" y="2200299"/>
            <a:ext cx="983209" cy="1111453"/>
          </a:xfrm>
          <a:prstGeom prst="roundRect">
            <a:avLst>
              <a:gd name="adj" fmla="val 22320"/>
            </a:avLst>
          </a:prstGeom>
          <a:solidFill>
            <a:srgbClr val="62892E"/>
          </a:solidFill>
          <a:ln/>
        </p:spPr>
      </p:sp>
      <p:sp>
        <p:nvSpPr>
          <p:cNvPr id="159" name="Shape 157"/>
          <p:cNvSpPr/>
          <p:nvPr/>
        </p:nvSpPr>
        <p:spPr>
          <a:xfrm rot="20700000">
            <a:off x="1456793" y="2220075"/>
            <a:ext cx="850186" cy="961080"/>
          </a:xfrm>
          <a:prstGeom prst="roundRect">
            <a:avLst>
              <a:gd name="adj" fmla="val 25813"/>
            </a:avLst>
          </a:prstGeom>
          <a:solidFill>
            <a:srgbClr val="578031"/>
          </a:solidFill>
          <a:ln/>
        </p:spPr>
      </p:sp>
      <p:sp>
        <p:nvSpPr>
          <p:cNvPr id="160" name="Shape 158"/>
          <p:cNvSpPr/>
          <p:nvPr/>
        </p:nvSpPr>
        <p:spPr>
          <a:xfrm rot="20700000">
            <a:off x="1439599" y="2239851"/>
            <a:ext cx="717164" cy="810707"/>
          </a:xfrm>
          <a:prstGeom prst="roundRect">
            <a:avLst>
              <a:gd name="adj" fmla="val 30601"/>
            </a:avLst>
          </a:prstGeom>
          <a:solidFill>
            <a:srgbClr val="4D7734"/>
          </a:solidFill>
          <a:ln/>
        </p:spPr>
      </p:sp>
      <p:sp>
        <p:nvSpPr>
          <p:cNvPr id="161" name="Shape 159"/>
          <p:cNvSpPr/>
          <p:nvPr/>
        </p:nvSpPr>
        <p:spPr>
          <a:xfrm rot="20700000">
            <a:off x="1422406" y="2259628"/>
            <a:ext cx="584142" cy="660334"/>
          </a:xfrm>
          <a:prstGeom prst="roundRect">
            <a:avLst>
              <a:gd name="adj" fmla="val 37569"/>
            </a:avLst>
          </a:prstGeom>
          <a:solidFill>
            <a:srgbClr val="426E37"/>
          </a:solidFill>
          <a:ln/>
        </p:spPr>
      </p:sp>
      <p:sp>
        <p:nvSpPr>
          <p:cNvPr id="162" name="Shape 160"/>
          <p:cNvSpPr/>
          <p:nvPr/>
        </p:nvSpPr>
        <p:spPr>
          <a:xfrm rot="20700000">
            <a:off x="1405212" y="2279404"/>
            <a:ext cx="451119" cy="509961"/>
          </a:xfrm>
          <a:prstGeom prst="roundRect">
            <a:avLst>
              <a:gd name="adj" fmla="val 48647"/>
            </a:avLst>
          </a:prstGeom>
          <a:solidFill>
            <a:srgbClr val="376539"/>
          </a:solidFill>
          <a:ln/>
        </p:spPr>
      </p:sp>
      <p:sp>
        <p:nvSpPr>
          <p:cNvPr id="163" name="Shape 161"/>
          <p:cNvSpPr/>
          <p:nvPr/>
        </p:nvSpPr>
        <p:spPr>
          <a:xfrm rot="20700000">
            <a:off x="1388019" y="2299180"/>
            <a:ext cx="318097" cy="359588"/>
          </a:xfrm>
          <a:prstGeom prst="roundRect">
            <a:avLst>
              <a:gd name="adj" fmla="val 68990"/>
            </a:avLst>
          </a:prstGeom>
          <a:solidFill>
            <a:srgbClr val="2C5C3C"/>
          </a:solidFill>
          <a:ln/>
        </p:spPr>
      </p:sp>
      <p:sp>
        <p:nvSpPr>
          <p:cNvPr id="164" name="Shape 162"/>
          <p:cNvSpPr/>
          <p:nvPr/>
        </p:nvSpPr>
        <p:spPr>
          <a:xfrm rot="20700000">
            <a:off x="1755648" y="2121408"/>
            <a:ext cx="2093976" cy="2377440"/>
          </a:xfrm>
          <a:prstGeom prst="roundRect">
            <a:avLst>
              <a:gd name="adj" fmla="val 8734"/>
            </a:avLst>
          </a:prstGeom>
          <a:ln w="6350">
            <a:solidFill>
              <a:srgbClr val="96C182">
                <a:alpha val="60000"/>
              </a:srgbClr>
            </a:solidFill>
            <a:prstDash val="solid"/>
          </a:ln>
        </p:spPr>
      </p:sp>
      <p:sp>
        <p:nvSpPr>
          <p:cNvPr id="165" name="Text 163"/>
          <p:cNvSpPr/>
          <p:nvPr/>
        </p:nvSpPr>
        <p:spPr>
          <a:xfrm rot="20700000">
            <a:off x="1892808" y="2834640"/>
            <a:ext cx="1691640" cy="1097280"/>
          </a:xfrm>
          <a:prstGeom prst="rect">
            <a:avLst/>
          </a:prstGeom>
          <a:noFill/>
          <a:ln/>
        </p:spPr>
        <p:txBody>
          <a:bodyPr wrap="none" rtlCol="0" anchor="t"/>
          <a:lstStyle/>
          <a:p>
            <a:pPr algn="ctr" indent="0" marL="0">
              <a:buNone/>
            </a:pPr>
            <a:r>
              <a:rPr lang="en-US" sz="2800" b="1" dirty="0">
                <a:solidFill>
                  <a:srgbClr val="A9C022"/>
                </a:solidFill>
                <a:latin typeface="Manrope" pitchFamily="34" charset="0"/>
                <a:ea typeface="Manrope" pitchFamily="34" charset="-122"/>
                <a:cs typeface="Manrope" pitchFamily="34" charset="-120"/>
              </a:rPr>
              <a:t>AGENT</a:t>
            </a:r>
          </a:p>
        </p:txBody>
      </p:sp>
      <p:sp>
        <p:nvSpPr>
          <p:cNvPr id="166" name="Shape 164"/>
          <p:cNvSpPr/>
          <p:nvPr/>
        </p:nvSpPr>
        <p:spPr>
          <a:xfrm>
            <a:off x="4361688" y="4096512"/>
            <a:ext cx="201168" cy="201168"/>
          </a:xfrm>
          <a:prstGeom prst="ellipse">
            <a:avLst/>
          </a:prstGeom>
          <a:solidFill>
            <a:srgbClr val="FFFFFF">
              <a:alpha val="70000"/>
            </a:srgbClr>
          </a:solidFill>
          <a:ln/>
        </p:spPr>
      </p:sp>
      <p:sp>
        <p:nvSpPr>
          <p:cNvPr id="168" name="Map box AI"/>
          <p:cNvSpPr/>
          <p:nvPr/>
        </p:nvSpPr>
        <p:spPr>
          <a:xfrm>
            <a:off x="6217920" y="2743200"/>
            <a:ext cx="5532120" cy="731520"/>
          </a:xfrm>
          <a:prstGeom prst="roundRect">
            <a:avLst>
              <a:gd name="adj" fmla="val 18000"/>
            </a:avLst>
          </a:prstGeom>
          <a:solidFill>
            <a:srgbClr val="2A3A31"/>
          </a:solidFill>
          <a:ln w="9525">
            <a:solidFill>
              <a:srgbClr val="5C6E5E"/>
            </a:solidFill>
          </a:ln>
        </p:spPr>
        <p:txBody>
          <a:bodyPr wrap="square" lIns="73152" rIns="73152" tIns="0" bIns="0" anchor="ctr" rtlCol="0"/>
          <a:lstStyle/>
          <a:p>
            <a:pPr algn="l"/>
            <a:endParaRPr lang="en-US" sz="1600"/>
          </a:p>
        </p:txBody>
      </p:sp>
      <p:sp>
        <p:nvSpPr>
          <p:cNvPr id="169" name="Map term AI"/>
          <p:cNvSpPr/>
          <p:nvPr/>
        </p:nvSpPr>
        <p:spPr>
          <a:xfrm>
            <a:off x="6327648" y="2743200"/>
            <a:ext cx="1143000" cy="731520"/>
          </a:xfrm>
          <a:prstGeom prst="rect">
            <a:avLst/>
          </a:prstGeom>
          <a:noFill/>
          <a:ln w="12700">
            <a:noFill/>
          </a:ln>
        </p:spPr>
        <p:txBody>
          <a:bodyPr wrap="square" lIns="45720" rIns="45720" tIns="0" bIns="0" anchor="ctr" rtlCol="0"/>
          <a:lstStyle/>
          <a:p>
            <a:pPr algn="l"/>
            <a:r>
              <a:rPr lang="en-US" sz="2000" b="1" dirty="0">
                <a:solidFill>
                  <a:srgbClr val="A9C022"/>
                </a:solidFill>
                <a:latin typeface="Manrope"/>
                <a:cs typeface="Manrope"/>
              </a:rPr>
              <a:t>AI</a:t>
            </a:r>
            <a:endParaRPr lang="en-US" sz="2000"/>
          </a:p>
        </p:txBody>
      </p:sp>
      <p:sp>
        <p:nvSpPr>
          <p:cNvPr id="170" name="Map desc AI"/>
          <p:cNvSpPr/>
          <p:nvPr/>
        </p:nvSpPr>
        <p:spPr>
          <a:xfrm>
            <a:off x="7498080" y="2743200"/>
            <a:ext cx="4160520" cy="731520"/>
          </a:xfrm>
          <a:prstGeom prst="rect">
            <a:avLst/>
          </a:prstGeom>
          <a:noFill/>
          <a:ln w="12700">
            <a:noFill/>
          </a:ln>
        </p:spPr>
        <p:txBody>
          <a:bodyPr wrap="square" lIns="45720" rIns="45720" tIns="0" bIns="0" anchor="ctr" rtlCol="0"/>
          <a:lstStyle/>
          <a:p>
            <a:pPr algn="l"/>
            <a:r>
              <a:rPr lang="en-US" sz="1600" b="0" dirty="0">
                <a:solidFill>
                  <a:srgbClr val="FFFFFF"/>
                </a:solidFill>
                <a:latin typeface="Manrope"/>
                <a:cs typeface="Manrope"/>
              </a:rPr>
              <a:t>Computer systems that do tasks we link to human intelligence, like reasoning</a:t>
            </a:r>
            <a:endParaRPr lang="en-US" sz="1600"/>
          </a:p>
        </p:txBody>
      </p:sp>
      <p:sp>
        <p:nvSpPr>
          <p:cNvPr id="171" name="Map arrow 0"/>
          <p:cNvSpPr/>
          <p:nvPr/>
        </p:nvSpPr>
        <p:spPr>
          <a:xfrm>
            <a:off x="6720840" y="3474720"/>
            <a:ext cx="0" cy="201168"/>
          </a:xfrm>
          <a:prstGeom prst="straightConnector1">
            <a:avLst/>
          </a:prstGeom>
          <a:noFill/>
          <a:ln w="19050">
            <a:solidFill>
              <a:srgbClr val="A9C022"/>
            </a:solidFill>
            <a:tailEnd type="triangle" w="med" len="med"/>
          </a:ln>
        </p:spPr>
        <p:txBody>
          <a:bodyPr wrap="square" lIns="73152" rIns="73152" tIns="0" bIns="0" anchor="ctr" rtlCol="0"/>
          <a:lstStyle/>
          <a:p>
            <a:pPr algn="l"/>
            <a:endParaRPr lang="en-US" sz="1600"/>
          </a:p>
        </p:txBody>
      </p:sp>
      <p:sp>
        <p:nvSpPr>
          <p:cNvPr id="172" name="Map box Model"/>
          <p:cNvSpPr/>
          <p:nvPr/>
        </p:nvSpPr>
        <p:spPr>
          <a:xfrm>
            <a:off x="6217920" y="3675888"/>
            <a:ext cx="5532120" cy="731520"/>
          </a:xfrm>
          <a:prstGeom prst="roundRect">
            <a:avLst>
              <a:gd name="adj" fmla="val 18000"/>
            </a:avLst>
          </a:prstGeom>
          <a:solidFill>
            <a:srgbClr val="2A3A31"/>
          </a:solidFill>
          <a:ln w="9525">
            <a:solidFill>
              <a:srgbClr val="5C6E5E"/>
            </a:solidFill>
          </a:ln>
        </p:spPr>
        <p:txBody>
          <a:bodyPr wrap="square" lIns="73152" rIns="73152" tIns="0" bIns="0" anchor="ctr" rtlCol="0"/>
          <a:lstStyle/>
          <a:p>
            <a:pPr algn="l"/>
            <a:endParaRPr lang="en-US" sz="1600"/>
          </a:p>
        </p:txBody>
      </p:sp>
      <p:sp>
        <p:nvSpPr>
          <p:cNvPr id="173" name="Map term Model"/>
          <p:cNvSpPr/>
          <p:nvPr/>
        </p:nvSpPr>
        <p:spPr>
          <a:xfrm>
            <a:off x="6327648" y="3675888"/>
            <a:ext cx="1143000" cy="731520"/>
          </a:xfrm>
          <a:prstGeom prst="rect">
            <a:avLst/>
          </a:prstGeom>
          <a:noFill/>
          <a:ln w="12700">
            <a:noFill/>
          </a:ln>
        </p:spPr>
        <p:txBody>
          <a:bodyPr wrap="square" lIns="45720" rIns="45720" tIns="0" bIns="0" anchor="ctr" rtlCol="0"/>
          <a:lstStyle/>
          <a:p>
            <a:pPr algn="l"/>
            <a:r>
              <a:rPr lang="en-US" sz="2000" b="1" dirty="0">
                <a:solidFill>
                  <a:srgbClr val="A9C022"/>
                </a:solidFill>
                <a:latin typeface="Manrope"/>
                <a:cs typeface="Manrope"/>
              </a:rPr>
              <a:t>Model</a:t>
            </a:r>
            <a:endParaRPr lang="en-US" sz="2000"/>
          </a:p>
        </p:txBody>
      </p:sp>
      <p:sp>
        <p:nvSpPr>
          <p:cNvPr id="174" name="Map desc Model"/>
          <p:cNvSpPr/>
          <p:nvPr/>
        </p:nvSpPr>
        <p:spPr>
          <a:xfrm>
            <a:off x="7498080" y="3675888"/>
            <a:ext cx="4160520" cy="731520"/>
          </a:xfrm>
          <a:prstGeom prst="rect">
            <a:avLst/>
          </a:prstGeom>
          <a:noFill/>
          <a:ln w="12700">
            <a:noFill/>
          </a:ln>
        </p:spPr>
        <p:txBody>
          <a:bodyPr wrap="square" lIns="45720" rIns="45720" tIns="0" bIns="0" anchor="ctr" rtlCol="0"/>
          <a:lstStyle/>
          <a:p>
            <a:pPr algn="l"/>
            <a:r>
              <a:rPr lang="en-US" sz="1600" b="0" dirty="0">
                <a:solidFill>
                  <a:srgbClr val="FFFFFF"/>
                </a:solidFill>
                <a:latin typeface="Manrope"/>
                <a:cs typeface="Manrope"/>
              </a:rPr>
              <a:t>A math “machine” that machine learning produces: input in, prediction out</a:t>
            </a:r>
            <a:endParaRPr lang="en-US" sz="1600"/>
          </a:p>
        </p:txBody>
      </p:sp>
      <p:sp>
        <p:nvSpPr>
          <p:cNvPr id="175" name="Map arrow 1"/>
          <p:cNvSpPr/>
          <p:nvPr/>
        </p:nvSpPr>
        <p:spPr>
          <a:xfrm>
            <a:off x="6720840" y="4407408"/>
            <a:ext cx="0" cy="201168"/>
          </a:xfrm>
          <a:prstGeom prst="straightConnector1">
            <a:avLst/>
          </a:prstGeom>
          <a:noFill/>
          <a:ln w="19050">
            <a:solidFill>
              <a:srgbClr val="A9C022"/>
            </a:solidFill>
            <a:tailEnd type="triangle" w="med" len="med"/>
          </a:ln>
        </p:spPr>
        <p:txBody>
          <a:bodyPr wrap="square" lIns="73152" rIns="73152" tIns="0" bIns="0" anchor="ctr" rtlCol="0"/>
          <a:lstStyle/>
          <a:p>
            <a:pPr algn="l"/>
            <a:endParaRPr lang="en-US" sz="1600"/>
          </a:p>
        </p:txBody>
      </p:sp>
      <p:sp>
        <p:nvSpPr>
          <p:cNvPr id="176" name="Map box LLM"/>
          <p:cNvSpPr/>
          <p:nvPr/>
        </p:nvSpPr>
        <p:spPr>
          <a:xfrm>
            <a:off x="6217920" y="4608576"/>
            <a:ext cx="5532120" cy="731520"/>
          </a:xfrm>
          <a:prstGeom prst="roundRect">
            <a:avLst>
              <a:gd name="adj" fmla="val 18000"/>
            </a:avLst>
          </a:prstGeom>
          <a:solidFill>
            <a:srgbClr val="2A3A31"/>
          </a:solidFill>
          <a:ln w="9525">
            <a:solidFill>
              <a:srgbClr val="5C6E5E"/>
            </a:solidFill>
          </a:ln>
        </p:spPr>
        <p:txBody>
          <a:bodyPr wrap="square" lIns="73152" rIns="73152" tIns="0" bIns="0" anchor="ctr" rtlCol="0"/>
          <a:lstStyle/>
          <a:p>
            <a:pPr algn="l"/>
            <a:endParaRPr lang="en-US" sz="1600"/>
          </a:p>
        </p:txBody>
      </p:sp>
      <p:sp>
        <p:nvSpPr>
          <p:cNvPr id="177" name="Map term LLM"/>
          <p:cNvSpPr/>
          <p:nvPr/>
        </p:nvSpPr>
        <p:spPr>
          <a:xfrm>
            <a:off x="6327648" y="4608576"/>
            <a:ext cx="1143000" cy="731520"/>
          </a:xfrm>
          <a:prstGeom prst="rect">
            <a:avLst/>
          </a:prstGeom>
          <a:noFill/>
          <a:ln w="12700">
            <a:noFill/>
          </a:ln>
        </p:spPr>
        <p:txBody>
          <a:bodyPr wrap="square" lIns="45720" rIns="45720" tIns="0" bIns="0" anchor="ctr" rtlCol="0"/>
          <a:lstStyle/>
          <a:p>
            <a:pPr algn="l"/>
            <a:r>
              <a:rPr lang="en-US" sz="2000" b="1" dirty="0">
                <a:solidFill>
                  <a:srgbClr val="A9C022"/>
                </a:solidFill>
                <a:latin typeface="Manrope"/>
                <a:cs typeface="Manrope"/>
              </a:rPr>
              <a:t>LLM</a:t>
            </a:r>
            <a:endParaRPr lang="en-US" sz="2000"/>
          </a:p>
        </p:txBody>
      </p:sp>
      <p:sp>
        <p:nvSpPr>
          <p:cNvPr id="178" name="Map desc LLM"/>
          <p:cNvSpPr/>
          <p:nvPr/>
        </p:nvSpPr>
        <p:spPr>
          <a:xfrm>
            <a:off x="7498080" y="4608576"/>
            <a:ext cx="4160520" cy="731520"/>
          </a:xfrm>
          <a:prstGeom prst="rect">
            <a:avLst/>
          </a:prstGeom>
          <a:noFill/>
          <a:ln w="12700">
            <a:noFill/>
          </a:ln>
        </p:spPr>
        <p:txBody>
          <a:bodyPr wrap="square" lIns="45720" rIns="45720" tIns="0" bIns="0" anchor="ctr" rtlCol="0"/>
          <a:lstStyle/>
          <a:p>
            <a:pPr algn="l"/>
            <a:r>
              <a:rPr lang="en-US" sz="1600" b="0" dirty="0">
                <a:solidFill>
                  <a:srgbClr val="FFFFFF"/>
                </a:solidFill>
                <a:latin typeface="Manrope"/>
                <a:cs typeface="Manrope"/>
              </a:rPr>
              <a:t>A model trained on huge amounts of text; it powers chatbots like ChatGPT</a:t>
            </a:r>
            <a:endParaRPr lang="en-US" sz="1600"/>
          </a:p>
        </p:txBody>
      </p:sp>
      <p:sp>
        <p:nvSpPr>
          <p:cNvPr id="179" name="Map arrow 2"/>
          <p:cNvSpPr/>
          <p:nvPr/>
        </p:nvSpPr>
        <p:spPr>
          <a:xfrm>
            <a:off x="6720840" y="5340096"/>
            <a:ext cx="0" cy="201168"/>
          </a:xfrm>
          <a:prstGeom prst="straightConnector1">
            <a:avLst/>
          </a:prstGeom>
          <a:noFill/>
          <a:ln w="19050">
            <a:solidFill>
              <a:srgbClr val="A9C022"/>
            </a:solidFill>
            <a:tailEnd type="triangle" w="med" len="med"/>
          </a:ln>
        </p:spPr>
        <p:txBody>
          <a:bodyPr wrap="square" lIns="73152" rIns="73152" tIns="0" bIns="0" anchor="ctr" rtlCol="0"/>
          <a:lstStyle/>
          <a:p>
            <a:pPr algn="l"/>
            <a:endParaRPr lang="en-US" sz="1600"/>
          </a:p>
        </p:txBody>
      </p:sp>
      <p:sp>
        <p:nvSpPr>
          <p:cNvPr id="180" name="Map box Agent"/>
          <p:cNvSpPr/>
          <p:nvPr/>
        </p:nvSpPr>
        <p:spPr>
          <a:xfrm>
            <a:off x="6217920" y="5541264"/>
            <a:ext cx="5532120" cy="731520"/>
          </a:xfrm>
          <a:prstGeom prst="roundRect">
            <a:avLst>
              <a:gd name="adj" fmla="val 18000"/>
            </a:avLst>
          </a:prstGeom>
          <a:solidFill>
            <a:srgbClr val="34452A"/>
          </a:solidFill>
          <a:ln w="15875">
            <a:solidFill>
              <a:srgbClr val="A9C022"/>
            </a:solidFill>
          </a:ln>
        </p:spPr>
        <p:txBody>
          <a:bodyPr wrap="square" lIns="73152" rIns="73152" tIns="0" bIns="0" anchor="ctr" rtlCol="0"/>
          <a:lstStyle/>
          <a:p>
            <a:pPr algn="l"/>
            <a:endParaRPr lang="en-US" sz="1600"/>
          </a:p>
        </p:txBody>
      </p:sp>
      <p:sp>
        <p:nvSpPr>
          <p:cNvPr id="181" name="Map term Agent"/>
          <p:cNvSpPr/>
          <p:nvPr/>
        </p:nvSpPr>
        <p:spPr>
          <a:xfrm>
            <a:off x="6327648" y="5541264"/>
            <a:ext cx="1143000" cy="731520"/>
          </a:xfrm>
          <a:prstGeom prst="rect">
            <a:avLst/>
          </a:prstGeom>
          <a:noFill/>
          <a:ln w="12700">
            <a:noFill/>
          </a:ln>
        </p:spPr>
        <p:txBody>
          <a:bodyPr wrap="square" lIns="45720" rIns="45720" tIns="0" bIns="0" anchor="ctr" rtlCol="0"/>
          <a:lstStyle/>
          <a:p>
            <a:pPr algn="l"/>
            <a:r>
              <a:rPr lang="en-US" sz="2000" b="1" dirty="0">
                <a:solidFill>
                  <a:srgbClr val="A9C022"/>
                </a:solidFill>
                <a:latin typeface="Manrope"/>
                <a:cs typeface="Manrope"/>
              </a:rPr>
              <a:t>Agent</a:t>
            </a:r>
            <a:endParaRPr lang="en-US" sz="2000"/>
          </a:p>
        </p:txBody>
      </p:sp>
      <p:sp>
        <p:nvSpPr>
          <p:cNvPr id="182" name="Map desc Agent"/>
          <p:cNvSpPr/>
          <p:nvPr/>
        </p:nvSpPr>
        <p:spPr>
          <a:xfrm>
            <a:off x="7498080" y="5541264"/>
            <a:ext cx="4160520" cy="731520"/>
          </a:xfrm>
          <a:prstGeom prst="rect">
            <a:avLst/>
          </a:prstGeom>
          <a:noFill/>
          <a:ln w="12700">
            <a:noFill/>
          </a:ln>
        </p:spPr>
        <p:txBody>
          <a:bodyPr wrap="square" lIns="45720" rIns="45720" tIns="0" bIns="0" anchor="ctr" rtlCol="0"/>
          <a:lstStyle/>
          <a:p>
            <a:pPr algn="l"/>
            <a:r>
              <a:rPr lang="en-US" sz="1600" b="0" dirty="0">
                <a:solidFill>
                  <a:srgbClr val="FFFFFF"/>
                </a:solidFill>
                <a:latin typeface="Manrope"/>
                <a:cs typeface="Manrope"/>
              </a:rPr>
              <a:t>Software that plans steps and takes actions for you, not just replies</a:t>
            </a:r>
            <a:endParaRPr lang="en-US"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4441"/>
          </a:solidFill>
          <a:ln/>
        </p:spPr>
      </p:sp>
      <p:sp>
        <p:nvSpPr>
          <p:cNvPr id="3" name="Shape 1"/>
          <p:cNvSpPr/>
          <p:nvPr/>
        </p:nvSpPr>
        <p:spPr>
          <a:xfrm>
            <a:off x="-21305520" y="-15179040"/>
            <a:ext cx="43525440" cy="43525440"/>
          </a:xfrm>
          <a:prstGeom prst="ellipse">
            <a:avLst/>
          </a:prstGeom>
          <a:solidFill>
            <a:srgbClr val="4B6041">
              <a:alpha val="5333"/>
            </a:srgbClr>
          </a:solidFill>
          <a:ln/>
        </p:spPr>
      </p:sp>
      <p:sp>
        <p:nvSpPr>
          <p:cNvPr id="4" name="Shape 2"/>
          <p:cNvSpPr/>
          <p:nvPr/>
        </p:nvSpPr>
        <p:spPr>
          <a:xfrm>
            <a:off x="-19293840" y="-13167360"/>
            <a:ext cx="39502080" cy="39502080"/>
          </a:xfrm>
          <a:prstGeom prst="ellipse">
            <a:avLst/>
          </a:prstGeom>
          <a:solidFill>
            <a:srgbClr val="4B6041">
              <a:alpha val="6000"/>
            </a:srgbClr>
          </a:solidFill>
          <a:ln/>
        </p:spPr>
      </p:sp>
      <p:sp>
        <p:nvSpPr>
          <p:cNvPr id="5" name="Shape 3"/>
          <p:cNvSpPr/>
          <p:nvPr/>
        </p:nvSpPr>
        <p:spPr>
          <a:xfrm>
            <a:off x="-17282160" y="-11155680"/>
            <a:ext cx="35478720" cy="35478720"/>
          </a:xfrm>
          <a:prstGeom prst="ellipse">
            <a:avLst/>
          </a:prstGeom>
          <a:solidFill>
            <a:srgbClr val="4B6041">
              <a:alpha val="6857"/>
            </a:srgbClr>
          </a:solidFill>
          <a:ln/>
        </p:spPr>
      </p:sp>
      <p:sp>
        <p:nvSpPr>
          <p:cNvPr id="6" name="Shape 4"/>
          <p:cNvSpPr/>
          <p:nvPr/>
        </p:nvSpPr>
        <p:spPr>
          <a:xfrm>
            <a:off x="-15270480" y="-9144000"/>
            <a:ext cx="31455360" cy="31455360"/>
          </a:xfrm>
          <a:prstGeom prst="ellipse">
            <a:avLst/>
          </a:prstGeom>
          <a:solidFill>
            <a:srgbClr val="4B6041">
              <a:alpha val="8000"/>
            </a:srgbClr>
          </a:solidFill>
          <a:ln/>
        </p:spPr>
      </p:sp>
      <p:sp>
        <p:nvSpPr>
          <p:cNvPr id="7" name="Shape 5"/>
          <p:cNvSpPr/>
          <p:nvPr/>
        </p:nvSpPr>
        <p:spPr>
          <a:xfrm>
            <a:off x="-13258800" y="-7132320"/>
            <a:ext cx="27432000" cy="27432000"/>
          </a:xfrm>
          <a:prstGeom prst="ellipse">
            <a:avLst/>
          </a:prstGeom>
          <a:solidFill>
            <a:srgbClr val="4B6041">
              <a:alpha val="9600"/>
            </a:srgbClr>
          </a:solidFill>
          <a:ln/>
        </p:spPr>
      </p:sp>
      <p:sp>
        <p:nvSpPr>
          <p:cNvPr id="8" name="Shape 6"/>
          <p:cNvSpPr/>
          <p:nvPr/>
        </p:nvSpPr>
        <p:spPr>
          <a:xfrm>
            <a:off x="-11247120" y="-5120640"/>
            <a:ext cx="23408640" cy="23408640"/>
          </a:xfrm>
          <a:prstGeom prst="ellipse">
            <a:avLst/>
          </a:prstGeom>
          <a:solidFill>
            <a:srgbClr val="4B6041">
              <a:alpha val="12000"/>
            </a:srgbClr>
          </a:solidFill>
          <a:ln/>
        </p:spPr>
      </p:sp>
      <p:sp>
        <p:nvSpPr>
          <p:cNvPr id="9" name="Shape 7"/>
          <p:cNvSpPr/>
          <p:nvPr/>
        </p:nvSpPr>
        <p:spPr>
          <a:xfrm>
            <a:off x="-9235440" y="-3108960"/>
            <a:ext cx="19385280" cy="19385280"/>
          </a:xfrm>
          <a:prstGeom prst="ellipse">
            <a:avLst/>
          </a:prstGeom>
          <a:solidFill>
            <a:srgbClr val="4B6041">
              <a:alpha val="16000"/>
            </a:srgbClr>
          </a:solidFill>
          <a:ln/>
        </p:spPr>
      </p:sp>
      <p:sp>
        <p:nvSpPr>
          <p:cNvPr id="10" name="Shape 8"/>
          <p:cNvSpPr/>
          <p:nvPr/>
        </p:nvSpPr>
        <p:spPr>
          <a:xfrm>
            <a:off x="-7223760" y="-1097280"/>
            <a:ext cx="15361920" cy="15361920"/>
          </a:xfrm>
          <a:prstGeom prst="ellipse">
            <a:avLst/>
          </a:prstGeom>
          <a:solidFill>
            <a:srgbClr val="4B6041">
              <a:alpha val="24000"/>
            </a:srgbClr>
          </a:solidFill>
          <a:ln/>
        </p:spPr>
      </p:sp>
      <p:sp>
        <p:nvSpPr>
          <p:cNvPr id="11" name="Shape 9"/>
          <p:cNvSpPr/>
          <p:nvPr/>
        </p:nvSpPr>
        <p:spPr>
          <a:xfrm>
            <a:off x="-5212080" y="914400"/>
            <a:ext cx="11338560" cy="11338560"/>
          </a:xfrm>
          <a:prstGeom prst="ellipse">
            <a:avLst/>
          </a:prstGeom>
          <a:solidFill>
            <a:srgbClr val="4B6041">
              <a:alpha val="48000"/>
            </a:srgbClr>
          </a:solidFill>
          <a:ln/>
        </p:spPr>
      </p:sp>
      <p:sp>
        <p:nvSpPr>
          <p:cNvPr id="17" name="Shape 15"/>
          <p:cNvSpPr/>
          <p:nvPr/>
        </p:nvSpPr>
        <p:spPr>
          <a:xfrm>
            <a:off x="7651699" y="2708453"/>
            <a:ext cx="803758" cy="849706"/>
          </a:xfrm>
          <a:prstGeom prst="rect">
            <a:avLst/>
          </a:prstGeom>
          <a:solidFill>
            <a:srgbClr val="FFFFFF">
              <a:alpha val="688"/>
            </a:srgbClr>
          </a:solidFill>
          <a:ln/>
        </p:spPr>
      </p:sp>
      <p:sp>
        <p:nvSpPr>
          <p:cNvPr id="18" name="Shape 16"/>
          <p:cNvSpPr/>
          <p:nvPr/>
        </p:nvSpPr>
        <p:spPr>
          <a:xfrm>
            <a:off x="7651699" y="3549015"/>
            <a:ext cx="803758" cy="849706"/>
          </a:xfrm>
          <a:prstGeom prst="rect">
            <a:avLst/>
          </a:prstGeom>
          <a:solidFill>
            <a:srgbClr val="FFFFFF">
              <a:alpha val="1375"/>
            </a:srgbClr>
          </a:solidFill>
          <a:ln/>
        </p:spPr>
      </p:sp>
      <p:sp>
        <p:nvSpPr>
          <p:cNvPr id="19" name="Shape 17"/>
          <p:cNvSpPr/>
          <p:nvPr/>
        </p:nvSpPr>
        <p:spPr>
          <a:xfrm>
            <a:off x="7651699" y="4389577"/>
            <a:ext cx="803758" cy="849706"/>
          </a:xfrm>
          <a:prstGeom prst="rect">
            <a:avLst/>
          </a:prstGeom>
          <a:solidFill>
            <a:srgbClr val="FFFFFF">
              <a:alpha val="2063"/>
            </a:srgbClr>
          </a:solidFill>
          <a:ln/>
        </p:spPr>
      </p:sp>
      <p:sp>
        <p:nvSpPr>
          <p:cNvPr id="20" name="Shape 18"/>
          <p:cNvSpPr/>
          <p:nvPr/>
        </p:nvSpPr>
        <p:spPr>
          <a:xfrm>
            <a:off x="7651699" y="5230139"/>
            <a:ext cx="803758" cy="849706"/>
          </a:xfrm>
          <a:prstGeom prst="rect">
            <a:avLst/>
          </a:prstGeom>
          <a:solidFill>
            <a:srgbClr val="FFFFFF">
              <a:alpha val="2750"/>
            </a:srgbClr>
          </a:solidFill>
          <a:ln/>
        </p:spPr>
      </p:sp>
      <p:sp>
        <p:nvSpPr>
          <p:cNvPr id="21" name="Shape 19"/>
          <p:cNvSpPr/>
          <p:nvPr/>
        </p:nvSpPr>
        <p:spPr>
          <a:xfrm>
            <a:off x="7651699" y="6070702"/>
            <a:ext cx="803758" cy="849706"/>
          </a:xfrm>
          <a:prstGeom prst="rect">
            <a:avLst/>
          </a:prstGeom>
          <a:solidFill>
            <a:srgbClr val="FFFFFF">
              <a:alpha val="3438"/>
            </a:srgbClr>
          </a:solidFill>
          <a:ln/>
        </p:spPr>
      </p:sp>
      <p:sp>
        <p:nvSpPr>
          <p:cNvPr id="22" name="Shape 20"/>
          <p:cNvSpPr/>
          <p:nvPr/>
        </p:nvSpPr>
        <p:spPr>
          <a:xfrm>
            <a:off x="7651699" y="6911264"/>
            <a:ext cx="803758" cy="849706"/>
          </a:xfrm>
          <a:prstGeom prst="rect">
            <a:avLst/>
          </a:prstGeom>
          <a:solidFill>
            <a:srgbClr val="FFFFFF">
              <a:alpha val="4125"/>
            </a:srgbClr>
          </a:solidFill>
          <a:ln/>
        </p:spPr>
      </p:sp>
      <p:sp>
        <p:nvSpPr>
          <p:cNvPr id="23" name="Shape 21"/>
          <p:cNvSpPr/>
          <p:nvPr/>
        </p:nvSpPr>
        <p:spPr>
          <a:xfrm>
            <a:off x="7651699" y="7751826"/>
            <a:ext cx="803758" cy="849706"/>
          </a:xfrm>
          <a:prstGeom prst="rect">
            <a:avLst/>
          </a:prstGeom>
          <a:solidFill>
            <a:srgbClr val="FFFFFF">
              <a:alpha val="4813"/>
            </a:srgbClr>
          </a:solidFill>
          <a:ln/>
        </p:spPr>
      </p:sp>
      <p:sp>
        <p:nvSpPr>
          <p:cNvPr id="24" name="Shape 22"/>
          <p:cNvSpPr/>
          <p:nvPr/>
        </p:nvSpPr>
        <p:spPr>
          <a:xfrm>
            <a:off x="7651699" y="8592388"/>
            <a:ext cx="803758" cy="849706"/>
          </a:xfrm>
          <a:prstGeom prst="rect">
            <a:avLst/>
          </a:prstGeom>
          <a:solidFill>
            <a:srgbClr val="FFFFFF">
              <a:alpha val="5500"/>
            </a:srgbClr>
          </a:solidFill>
          <a:ln/>
        </p:spPr>
      </p:sp>
      <p:sp>
        <p:nvSpPr>
          <p:cNvPr id="25" name="Shape 23"/>
          <p:cNvSpPr/>
          <p:nvPr/>
        </p:nvSpPr>
        <p:spPr>
          <a:xfrm>
            <a:off x="6281928" y="5317236"/>
            <a:ext cx="803758" cy="523723"/>
          </a:xfrm>
          <a:prstGeom prst="rect">
            <a:avLst/>
          </a:prstGeom>
          <a:solidFill>
            <a:srgbClr val="FFFFFF">
              <a:alpha val="138"/>
            </a:srgbClr>
          </a:solidFill>
          <a:ln/>
        </p:spPr>
      </p:sp>
      <p:sp>
        <p:nvSpPr>
          <p:cNvPr id="26" name="Shape 24"/>
          <p:cNvSpPr/>
          <p:nvPr/>
        </p:nvSpPr>
        <p:spPr>
          <a:xfrm>
            <a:off x="6281928" y="5831815"/>
            <a:ext cx="803758" cy="523723"/>
          </a:xfrm>
          <a:prstGeom prst="rect">
            <a:avLst/>
          </a:prstGeom>
          <a:solidFill>
            <a:srgbClr val="FFFFFF">
              <a:alpha val="275"/>
            </a:srgbClr>
          </a:solidFill>
          <a:ln/>
        </p:spPr>
      </p:sp>
      <p:sp>
        <p:nvSpPr>
          <p:cNvPr id="27" name="Shape 25"/>
          <p:cNvSpPr/>
          <p:nvPr/>
        </p:nvSpPr>
        <p:spPr>
          <a:xfrm>
            <a:off x="6281928" y="6346393"/>
            <a:ext cx="803758" cy="523723"/>
          </a:xfrm>
          <a:prstGeom prst="rect">
            <a:avLst/>
          </a:prstGeom>
          <a:solidFill>
            <a:srgbClr val="FFFFFF">
              <a:alpha val="412"/>
            </a:srgbClr>
          </a:solidFill>
          <a:ln/>
        </p:spPr>
      </p:sp>
      <p:sp>
        <p:nvSpPr>
          <p:cNvPr id="28" name="Shape 26"/>
          <p:cNvSpPr/>
          <p:nvPr/>
        </p:nvSpPr>
        <p:spPr>
          <a:xfrm>
            <a:off x="6281928" y="6860972"/>
            <a:ext cx="803758" cy="523723"/>
          </a:xfrm>
          <a:prstGeom prst="rect">
            <a:avLst/>
          </a:prstGeom>
          <a:solidFill>
            <a:srgbClr val="FFFFFF">
              <a:alpha val="550"/>
            </a:srgbClr>
          </a:solidFill>
          <a:ln/>
        </p:spPr>
      </p:sp>
      <p:sp>
        <p:nvSpPr>
          <p:cNvPr id="29" name="Shape 27"/>
          <p:cNvSpPr/>
          <p:nvPr/>
        </p:nvSpPr>
        <p:spPr>
          <a:xfrm>
            <a:off x="6281928" y="7375550"/>
            <a:ext cx="803758" cy="523723"/>
          </a:xfrm>
          <a:prstGeom prst="rect">
            <a:avLst/>
          </a:prstGeom>
          <a:solidFill>
            <a:srgbClr val="FFFFFF">
              <a:alpha val="688"/>
            </a:srgbClr>
          </a:solidFill>
          <a:ln/>
        </p:spPr>
      </p:sp>
      <p:sp>
        <p:nvSpPr>
          <p:cNvPr id="30" name="Shape 28"/>
          <p:cNvSpPr/>
          <p:nvPr/>
        </p:nvSpPr>
        <p:spPr>
          <a:xfrm>
            <a:off x="6281928" y="7890129"/>
            <a:ext cx="803758" cy="523723"/>
          </a:xfrm>
          <a:prstGeom prst="rect">
            <a:avLst/>
          </a:prstGeom>
          <a:solidFill>
            <a:srgbClr val="FFFFFF">
              <a:alpha val="825"/>
            </a:srgbClr>
          </a:solidFill>
          <a:ln/>
        </p:spPr>
      </p:sp>
      <p:sp>
        <p:nvSpPr>
          <p:cNvPr id="31" name="Shape 29"/>
          <p:cNvSpPr/>
          <p:nvPr/>
        </p:nvSpPr>
        <p:spPr>
          <a:xfrm>
            <a:off x="6281928" y="8404708"/>
            <a:ext cx="803758" cy="523723"/>
          </a:xfrm>
          <a:prstGeom prst="rect">
            <a:avLst/>
          </a:prstGeom>
          <a:solidFill>
            <a:srgbClr val="FFFFFF">
              <a:alpha val="963"/>
            </a:srgbClr>
          </a:solidFill>
          <a:ln/>
        </p:spPr>
      </p:sp>
      <p:sp>
        <p:nvSpPr>
          <p:cNvPr id="32" name="Shape 30"/>
          <p:cNvSpPr/>
          <p:nvPr/>
        </p:nvSpPr>
        <p:spPr>
          <a:xfrm>
            <a:off x="6281928" y="8919286"/>
            <a:ext cx="803758" cy="523723"/>
          </a:xfrm>
          <a:prstGeom prst="rect">
            <a:avLst/>
          </a:prstGeom>
          <a:solidFill>
            <a:srgbClr val="FFFFFF">
              <a:alpha val="1100"/>
            </a:srgbClr>
          </a:solidFill>
          <a:ln/>
        </p:spPr>
      </p:sp>
      <p:sp>
        <p:nvSpPr>
          <p:cNvPr id="33" name="Shape 31"/>
          <p:cNvSpPr/>
          <p:nvPr/>
        </p:nvSpPr>
        <p:spPr>
          <a:xfrm>
            <a:off x="6971386" y="4135831"/>
            <a:ext cx="803758" cy="671284"/>
          </a:xfrm>
          <a:prstGeom prst="rect">
            <a:avLst/>
          </a:prstGeom>
          <a:solidFill>
            <a:srgbClr val="FFFFFF">
              <a:alpha val="344"/>
            </a:srgbClr>
          </a:solidFill>
          <a:ln/>
        </p:spPr>
      </p:sp>
      <p:sp>
        <p:nvSpPr>
          <p:cNvPr id="34" name="Shape 32"/>
          <p:cNvSpPr/>
          <p:nvPr/>
        </p:nvSpPr>
        <p:spPr>
          <a:xfrm>
            <a:off x="6971386" y="4797971"/>
            <a:ext cx="803758" cy="671284"/>
          </a:xfrm>
          <a:prstGeom prst="rect">
            <a:avLst/>
          </a:prstGeom>
          <a:solidFill>
            <a:srgbClr val="FFFFFF">
              <a:alpha val="688"/>
            </a:srgbClr>
          </a:solidFill>
          <a:ln/>
        </p:spPr>
      </p:sp>
      <p:sp>
        <p:nvSpPr>
          <p:cNvPr id="35" name="Shape 33"/>
          <p:cNvSpPr/>
          <p:nvPr/>
        </p:nvSpPr>
        <p:spPr>
          <a:xfrm>
            <a:off x="6971386" y="5460111"/>
            <a:ext cx="803758" cy="671284"/>
          </a:xfrm>
          <a:prstGeom prst="rect">
            <a:avLst/>
          </a:prstGeom>
          <a:solidFill>
            <a:srgbClr val="FFFFFF">
              <a:alpha val="1031"/>
            </a:srgbClr>
          </a:solidFill>
          <a:ln/>
        </p:spPr>
      </p:sp>
      <p:sp>
        <p:nvSpPr>
          <p:cNvPr id="36" name="Shape 34"/>
          <p:cNvSpPr/>
          <p:nvPr/>
        </p:nvSpPr>
        <p:spPr>
          <a:xfrm>
            <a:off x="6971386" y="6122251"/>
            <a:ext cx="803758" cy="671284"/>
          </a:xfrm>
          <a:prstGeom prst="rect">
            <a:avLst/>
          </a:prstGeom>
          <a:solidFill>
            <a:srgbClr val="FFFFFF">
              <a:alpha val="1375"/>
            </a:srgbClr>
          </a:solidFill>
          <a:ln/>
        </p:spPr>
      </p:sp>
      <p:sp>
        <p:nvSpPr>
          <p:cNvPr id="37" name="Shape 35"/>
          <p:cNvSpPr/>
          <p:nvPr/>
        </p:nvSpPr>
        <p:spPr>
          <a:xfrm>
            <a:off x="6971386" y="6784391"/>
            <a:ext cx="803758" cy="671284"/>
          </a:xfrm>
          <a:prstGeom prst="rect">
            <a:avLst/>
          </a:prstGeom>
          <a:solidFill>
            <a:srgbClr val="FFFFFF">
              <a:alpha val="1719"/>
            </a:srgbClr>
          </a:solidFill>
          <a:ln/>
        </p:spPr>
      </p:sp>
      <p:sp>
        <p:nvSpPr>
          <p:cNvPr id="38" name="Shape 36"/>
          <p:cNvSpPr/>
          <p:nvPr/>
        </p:nvSpPr>
        <p:spPr>
          <a:xfrm>
            <a:off x="6971386" y="7446531"/>
            <a:ext cx="803758" cy="671284"/>
          </a:xfrm>
          <a:prstGeom prst="rect">
            <a:avLst/>
          </a:prstGeom>
          <a:solidFill>
            <a:srgbClr val="FFFFFF">
              <a:alpha val="2063"/>
            </a:srgbClr>
          </a:solidFill>
          <a:ln/>
        </p:spPr>
      </p:sp>
      <p:sp>
        <p:nvSpPr>
          <p:cNvPr id="39" name="Shape 37"/>
          <p:cNvSpPr/>
          <p:nvPr/>
        </p:nvSpPr>
        <p:spPr>
          <a:xfrm>
            <a:off x="6971386" y="8108671"/>
            <a:ext cx="803758" cy="671284"/>
          </a:xfrm>
          <a:prstGeom prst="rect">
            <a:avLst/>
          </a:prstGeom>
          <a:solidFill>
            <a:srgbClr val="FFFFFF">
              <a:alpha val="2406"/>
            </a:srgbClr>
          </a:solidFill>
          <a:ln/>
        </p:spPr>
      </p:sp>
      <p:sp>
        <p:nvSpPr>
          <p:cNvPr id="40" name="Shape 38"/>
          <p:cNvSpPr/>
          <p:nvPr/>
        </p:nvSpPr>
        <p:spPr>
          <a:xfrm>
            <a:off x="6971386" y="8770811"/>
            <a:ext cx="803758" cy="671284"/>
          </a:xfrm>
          <a:prstGeom prst="rect">
            <a:avLst/>
          </a:prstGeom>
          <a:solidFill>
            <a:srgbClr val="FFFFFF">
              <a:alpha val="2750"/>
            </a:srgbClr>
          </a:solidFill>
          <a:ln/>
        </p:spPr>
      </p:sp>
      <p:sp>
        <p:nvSpPr>
          <p:cNvPr id="41" name="Shape 39"/>
          <p:cNvSpPr/>
          <p:nvPr/>
        </p:nvSpPr>
        <p:spPr>
          <a:xfrm>
            <a:off x="8323783" y="4505249"/>
            <a:ext cx="803758" cy="625107"/>
          </a:xfrm>
          <a:prstGeom prst="rect">
            <a:avLst/>
          </a:prstGeom>
          <a:solidFill>
            <a:srgbClr val="FFFFFF">
              <a:alpha val="344"/>
            </a:srgbClr>
          </a:solidFill>
          <a:ln/>
        </p:spPr>
      </p:sp>
      <p:sp>
        <p:nvSpPr>
          <p:cNvPr id="42" name="Shape 40"/>
          <p:cNvSpPr/>
          <p:nvPr/>
        </p:nvSpPr>
        <p:spPr>
          <a:xfrm>
            <a:off x="8323783" y="5121212"/>
            <a:ext cx="803758" cy="625107"/>
          </a:xfrm>
          <a:prstGeom prst="rect">
            <a:avLst/>
          </a:prstGeom>
          <a:solidFill>
            <a:srgbClr val="FFFFFF">
              <a:alpha val="688"/>
            </a:srgbClr>
          </a:solidFill>
          <a:ln/>
        </p:spPr>
      </p:sp>
      <p:sp>
        <p:nvSpPr>
          <p:cNvPr id="43" name="Shape 41"/>
          <p:cNvSpPr/>
          <p:nvPr/>
        </p:nvSpPr>
        <p:spPr>
          <a:xfrm>
            <a:off x="8323783" y="5737174"/>
            <a:ext cx="803758" cy="625107"/>
          </a:xfrm>
          <a:prstGeom prst="rect">
            <a:avLst/>
          </a:prstGeom>
          <a:solidFill>
            <a:srgbClr val="FFFFFF">
              <a:alpha val="1031"/>
            </a:srgbClr>
          </a:solidFill>
          <a:ln/>
        </p:spPr>
      </p:sp>
      <p:sp>
        <p:nvSpPr>
          <p:cNvPr id="44" name="Shape 42"/>
          <p:cNvSpPr/>
          <p:nvPr/>
        </p:nvSpPr>
        <p:spPr>
          <a:xfrm>
            <a:off x="8323783" y="6353137"/>
            <a:ext cx="803758" cy="625107"/>
          </a:xfrm>
          <a:prstGeom prst="rect">
            <a:avLst/>
          </a:prstGeom>
          <a:solidFill>
            <a:srgbClr val="FFFFFF">
              <a:alpha val="1375"/>
            </a:srgbClr>
          </a:solidFill>
          <a:ln/>
        </p:spPr>
      </p:sp>
      <p:sp>
        <p:nvSpPr>
          <p:cNvPr id="45" name="Shape 43"/>
          <p:cNvSpPr/>
          <p:nvPr/>
        </p:nvSpPr>
        <p:spPr>
          <a:xfrm>
            <a:off x="8323783" y="6969100"/>
            <a:ext cx="803758" cy="625107"/>
          </a:xfrm>
          <a:prstGeom prst="rect">
            <a:avLst/>
          </a:prstGeom>
          <a:solidFill>
            <a:srgbClr val="FFFFFF">
              <a:alpha val="1719"/>
            </a:srgbClr>
          </a:solidFill>
          <a:ln/>
        </p:spPr>
      </p:sp>
      <p:sp>
        <p:nvSpPr>
          <p:cNvPr id="46" name="Shape 44"/>
          <p:cNvSpPr/>
          <p:nvPr/>
        </p:nvSpPr>
        <p:spPr>
          <a:xfrm>
            <a:off x="8323783" y="7585062"/>
            <a:ext cx="803758" cy="625107"/>
          </a:xfrm>
          <a:prstGeom prst="rect">
            <a:avLst/>
          </a:prstGeom>
          <a:solidFill>
            <a:srgbClr val="FFFFFF">
              <a:alpha val="2063"/>
            </a:srgbClr>
          </a:solidFill>
          <a:ln/>
        </p:spPr>
      </p:sp>
      <p:sp>
        <p:nvSpPr>
          <p:cNvPr id="47" name="Shape 45"/>
          <p:cNvSpPr/>
          <p:nvPr/>
        </p:nvSpPr>
        <p:spPr>
          <a:xfrm>
            <a:off x="8323783" y="8201025"/>
            <a:ext cx="803758" cy="625107"/>
          </a:xfrm>
          <a:prstGeom prst="rect">
            <a:avLst/>
          </a:prstGeom>
          <a:solidFill>
            <a:srgbClr val="FFFFFF">
              <a:alpha val="2406"/>
            </a:srgbClr>
          </a:solidFill>
          <a:ln/>
        </p:spPr>
      </p:sp>
      <p:sp>
        <p:nvSpPr>
          <p:cNvPr id="48" name="Shape 46"/>
          <p:cNvSpPr/>
          <p:nvPr/>
        </p:nvSpPr>
        <p:spPr>
          <a:xfrm>
            <a:off x="8323783" y="8816988"/>
            <a:ext cx="803758" cy="625107"/>
          </a:xfrm>
          <a:prstGeom prst="rect">
            <a:avLst/>
          </a:prstGeom>
          <a:solidFill>
            <a:srgbClr val="FFFFFF">
              <a:alpha val="2750"/>
            </a:srgbClr>
          </a:solidFill>
          <a:ln/>
        </p:spPr>
      </p:sp>
      <p:sp>
        <p:nvSpPr>
          <p:cNvPr id="49" name="Shape 47"/>
          <p:cNvSpPr/>
          <p:nvPr/>
        </p:nvSpPr>
        <p:spPr>
          <a:xfrm>
            <a:off x="9015070" y="6343193"/>
            <a:ext cx="803758" cy="395364"/>
          </a:xfrm>
          <a:prstGeom prst="rect">
            <a:avLst/>
          </a:prstGeom>
          <a:solidFill>
            <a:srgbClr val="FFFFFF">
              <a:alpha val="138"/>
            </a:srgbClr>
          </a:solidFill>
          <a:ln/>
        </p:spPr>
      </p:sp>
      <p:sp>
        <p:nvSpPr>
          <p:cNvPr id="50" name="Shape 48"/>
          <p:cNvSpPr/>
          <p:nvPr/>
        </p:nvSpPr>
        <p:spPr>
          <a:xfrm>
            <a:off x="9015070" y="6729413"/>
            <a:ext cx="803758" cy="395364"/>
          </a:xfrm>
          <a:prstGeom prst="rect">
            <a:avLst/>
          </a:prstGeom>
          <a:solidFill>
            <a:srgbClr val="FFFFFF">
              <a:alpha val="275"/>
            </a:srgbClr>
          </a:solidFill>
          <a:ln/>
        </p:spPr>
      </p:sp>
      <p:sp>
        <p:nvSpPr>
          <p:cNvPr id="51" name="Shape 49"/>
          <p:cNvSpPr/>
          <p:nvPr/>
        </p:nvSpPr>
        <p:spPr>
          <a:xfrm>
            <a:off x="9015070" y="7115632"/>
            <a:ext cx="803758" cy="395364"/>
          </a:xfrm>
          <a:prstGeom prst="rect">
            <a:avLst/>
          </a:prstGeom>
          <a:solidFill>
            <a:srgbClr val="FFFFFF">
              <a:alpha val="412"/>
            </a:srgbClr>
          </a:solidFill>
          <a:ln/>
        </p:spPr>
      </p:sp>
      <p:sp>
        <p:nvSpPr>
          <p:cNvPr id="52" name="Shape 50"/>
          <p:cNvSpPr/>
          <p:nvPr/>
        </p:nvSpPr>
        <p:spPr>
          <a:xfrm>
            <a:off x="9015070" y="7501852"/>
            <a:ext cx="803758" cy="395364"/>
          </a:xfrm>
          <a:prstGeom prst="rect">
            <a:avLst/>
          </a:prstGeom>
          <a:solidFill>
            <a:srgbClr val="FFFFFF">
              <a:alpha val="550"/>
            </a:srgbClr>
          </a:solidFill>
          <a:ln/>
        </p:spPr>
      </p:sp>
      <p:sp>
        <p:nvSpPr>
          <p:cNvPr id="53" name="Shape 51"/>
          <p:cNvSpPr/>
          <p:nvPr/>
        </p:nvSpPr>
        <p:spPr>
          <a:xfrm>
            <a:off x="9015070" y="7888072"/>
            <a:ext cx="803758" cy="395364"/>
          </a:xfrm>
          <a:prstGeom prst="rect">
            <a:avLst/>
          </a:prstGeom>
          <a:solidFill>
            <a:srgbClr val="FFFFFF">
              <a:alpha val="688"/>
            </a:srgbClr>
          </a:solidFill>
          <a:ln/>
        </p:spPr>
      </p:sp>
      <p:sp>
        <p:nvSpPr>
          <p:cNvPr id="54" name="Shape 52"/>
          <p:cNvSpPr/>
          <p:nvPr/>
        </p:nvSpPr>
        <p:spPr>
          <a:xfrm>
            <a:off x="9015070" y="8274291"/>
            <a:ext cx="803758" cy="395364"/>
          </a:xfrm>
          <a:prstGeom prst="rect">
            <a:avLst/>
          </a:prstGeom>
          <a:solidFill>
            <a:srgbClr val="FFFFFF">
              <a:alpha val="825"/>
            </a:srgbClr>
          </a:solidFill>
          <a:ln/>
        </p:spPr>
      </p:sp>
      <p:sp>
        <p:nvSpPr>
          <p:cNvPr id="55" name="Shape 53"/>
          <p:cNvSpPr/>
          <p:nvPr/>
        </p:nvSpPr>
        <p:spPr>
          <a:xfrm>
            <a:off x="9015070" y="8660511"/>
            <a:ext cx="803758" cy="395364"/>
          </a:xfrm>
          <a:prstGeom prst="rect">
            <a:avLst/>
          </a:prstGeom>
          <a:solidFill>
            <a:srgbClr val="FFFFFF">
              <a:alpha val="963"/>
            </a:srgbClr>
          </a:solidFill>
          <a:ln/>
        </p:spPr>
      </p:sp>
      <p:sp>
        <p:nvSpPr>
          <p:cNvPr id="56" name="Shape 54"/>
          <p:cNvSpPr/>
          <p:nvPr/>
        </p:nvSpPr>
        <p:spPr>
          <a:xfrm>
            <a:off x="9015070" y="9046731"/>
            <a:ext cx="803758" cy="395364"/>
          </a:xfrm>
          <a:prstGeom prst="rect">
            <a:avLst/>
          </a:prstGeom>
          <a:solidFill>
            <a:srgbClr val="FFFFFF">
              <a:alpha val="1100"/>
            </a:srgbClr>
          </a:solidFill>
          <a:ln/>
        </p:spPr>
      </p:sp>
      <p:sp>
        <p:nvSpPr>
          <p:cNvPr id="57" name="Shape 55"/>
          <p:cNvSpPr/>
          <p:nvPr/>
        </p:nvSpPr>
        <p:spPr>
          <a:xfrm>
            <a:off x="11793931" y="2715768"/>
            <a:ext cx="803758" cy="849706"/>
          </a:xfrm>
          <a:prstGeom prst="rect">
            <a:avLst/>
          </a:prstGeom>
          <a:solidFill>
            <a:srgbClr val="FFFFFF">
              <a:alpha val="688"/>
            </a:srgbClr>
          </a:solidFill>
          <a:ln/>
        </p:spPr>
      </p:sp>
      <p:sp>
        <p:nvSpPr>
          <p:cNvPr id="58" name="Shape 56"/>
          <p:cNvSpPr/>
          <p:nvPr/>
        </p:nvSpPr>
        <p:spPr>
          <a:xfrm>
            <a:off x="11793931" y="3556330"/>
            <a:ext cx="803758" cy="849706"/>
          </a:xfrm>
          <a:prstGeom prst="rect">
            <a:avLst/>
          </a:prstGeom>
          <a:solidFill>
            <a:srgbClr val="FFFFFF">
              <a:alpha val="1375"/>
            </a:srgbClr>
          </a:solidFill>
          <a:ln/>
        </p:spPr>
      </p:sp>
      <p:sp>
        <p:nvSpPr>
          <p:cNvPr id="59" name="Shape 57"/>
          <p:cNvSpPr/>
          <p:nvPr/>
        </p:nvSpPr>
        <p:spPr>
          <a:xfrm>
            <a:off x="11793931" y="4396892"/>
            <a:ext cx="803758" cy="849706"/>
          </a:xfrm>
          <a:prstGeom prst="rect">
            <a:avLst/>
          </a:prstGeom>
          <a:solidFill>
            <a:srgbClr val="FFFFFF">
              <a:alpha val="2063"/>
            </a:srgbClr>
          </a:solidFill>
          <a:ln/>
        </p:spPr>
      </p:sp>
      <p:sp>
        <p:nvSpPr>
          <p:cNvPr id="60" name="Shape 58"/>
          <p:cNvSpPr/>
          <p:nvPr/>
        </p:nvSpPr>
        <p:spPr>
          <a:xfrm>
            <a:off x="11793931" y="5237455"/>
            <a:ext cx="803758" cy="849706"/>
          </a:xfrm>
          <a:prstGeom prst="rect">
            <a:avLst/>
          </a:prstGeom>
          <a:solidFill>
            <a:srgbClr val="FFFFFF">
              <a:alpha val="2750"/>
            </a:srgbClr>
          </a:solidFill>
          <a:ln/>
        </p:spPr>
      </p:sp>
      <p:sp>
        <p:nvSpPr>
          <p:cNvPr id="61" name="Shape 59"/>
          <p:cNvSpPr/>
          <p:nvPr/>
        </p:nvSpPr>
        <p:spPr>
          <a:xfrm>
            <a:off x="11793931" y="6078017"/>
            <a:ext cx="803758" cy="849706"/>
          </a:xfrm>
          <a:prstGeom prst="rect">
            <a:avLst/>
          </a:prstGeom>
          <a:solidFill>
            <a:srgbClr val="FFFFFF">
              <a:alpha val="3438"/>
            </a:srgbClr>
          </a:solidFill>
          <a:ln/>
        </p:spPr>
      </p:sp>
      <p:sp>
        <p:nvSpPr>
          <p:cNvPr id="62" name="Shape 60"/>
          <p:cNvSpPr/>
          <p:nvPr/>
        </p:nvSpPr>
        <p:spPr>
          <a:xfrm>
            <a:off x="11793931" y="6918579"/>
            <a:ext cx="803758" cy="849706"/>
          </a:xfrm>
          <a:prstGeom prst="rect">
            <a:avLst/>
          </a:prstGeom>
          <a:solidFill>
            <a:srgbClr val="FFFFFF">
              <a:alpha val="4125"/>
            </a:srgbClr>
          </a:solidFill>
          <a:ln/>
        </p:spPr>
      </p:sp>
      <p:sp>
        <p:nvSpPr>
          <p:cNvPr id="63" name="Shape 61"/>
          <p:cNvSpPr/>
          <p:nvPr/>
        </p:nvSpPr>
        <p:spPr>
          <a:xfrm>
            <a:off x="11793931" y="7759141"/>
            <a:ext cx="803758" cy="849706"/>
          </a:xfrm>
          <a:prstGeom prst="rect">
            <a:avLst/>
          </a:prstGeom>
          <a:solidFill>
            <a:srgbClr val="FFFFFF">
              <a:alpha val="4813"/>
            </a:srgbClr>
          </a:solidFill>
          <a:ln/>
        </p:spPr>
      </p:sp>
      <p:sp>
        <p:nvSpPr>
          <p:cNvPr id="64" name="Shape 62"/>
          <p:cNvSpPr/>
          <p:nvPr/>
        </p:nvSpPr>
        <p:spPr>
          <a:xfrm>
            <a:off x="11793931" y="8599703"/>
            <a:ext cx="803758" cy="849706"/>
          </a:xfrm>
          <a:prstGeom prst="rect">
            <a:avLst/>
          </a:prstGeom>
          <a:solidFill>
            <a:srgbClr val="FFFFFF">
              <a:alpha val="5500"/>
            </a:srgbClr>
          </a:solidFill>
          <a:ln/>
        </p:spPr>
      </p:sp>
      <p:sp>
        <p:nvSpPr>
          <p:cNvPr id="65" name="Shape 63"/>
          <p:cNvSpPr/>
          <p:nvPr/>
        </p:nvSpPr>
        <p:spPr>
          <a:xfrm>
            <a:off x="10424160" y="5324551"/>
            <a:ext cx="803758" cy="523723"/>
          </a:xfrm>
          <a:prstGeom prst="rect">
            <a:avLst/>
          </a:prstGeom>
          <a:solidFill>
            <a:srgbClr val="FFFFFF">
              <a:alpha val="138"/>
            </a:srgbClr>
          </a:solidFill>
          <a:ln/>
        </p:spPr>
      </p:sp>
      <p:sp>
        <p:nvSpPr>
          <p:cNvPr id="66" name="Shape 64"/>
          <p:cNvSpPr/>
          <p:nvPr/>
        </p:nvSpPr>
        <p:spPr>
          <a:xfrm>
            <a:off x="10424160" y="5839130"/>
            <a:ext cx="803758" cy="523723"/>
          </a:xfrm>
          <a:prstGeom prst="rect">
            <a:avLst/>
          </a:prstGeom>
          <a:solidFill>
            <a:srgbClr val="FFFFFF">
              <a:alpha val="275"/>
            </a:srgbClr>
          </a:solidFill>
          <a:ln/>
        </p:spPr>
      </p:sp>
      <p:sp>
        <p:nvSpPr>
          <p:cNvPr id="67" name="Shape 65"/>
          <p:cNvSpPr/>
          <p:nvPr/>
        </p:nvSpPr>
        <p:spPr>
          <a:xfrm>
            <a:off x="10424160" y="6353708"/>
            <a:ext cx="803758" cy="523723"/>
          </a:xfrm>
          <a:prstGeom prst="rect">
            <a:avLst/>
          </a:prstGeom>
          <a:solidFill>
            <a:srgbClr val="FFFFFF">
              <a:alpha val="412"/>
            </a:srgbClr>
          </a:solidFill>
          <a:ln/>
        </p:spPr>
      </p:sp>
      <p:sp>
        <p:nvSpPr>
          <p:cNvPr id="68" name="Shape 66"/>
          <p:cNvSpPr/>
          <p:nvPr/>
        </p:nvSpPr>
        <p:spPr>
          <a:xfrm>
            <a:off x="10424160" y="6868287"/>
            <a:ext cx="803758" cy="523723"/>
          </a:xfrm>
          <a:prstGeom prst="rect">
            <a:avLst/>
          </a:prstGeom>
          <a:solidFill>
            <a:srgbClr val="FFFFFF">
              <a:alpha val="550"/>
            </a:srgbClr>
          </a:solidFill>
          <a:ln/>
        </p:spPr>
      </p:sp>
      <p:sp>
        <p:nvSpPr>
          <p:cNvPr id="69" name="Shape 67"/>
          <p:cNvSpPr/>
          <p:nvPr/>
        </p:nvSpPr>
        <p:spPr>
          <a:xfrm>
            <a:off x="10424160" y="7382866"/>
            <a:ext cx="803758" cy="523723"/>
          </a:xfrm>
          <a:prstGeom prst="rect">
            <a:avLst/>
          </a:prstGeom>
          <a:solidFill>
            <a:srgbClr val="FFFFFF">
              <a:alpha val="688"/>
            </a:srgbClr>
          </a:solidFill>
          <a:ln/>
        </p:spPr>
      </p:sp>
      <p:sp>
        <p:nvSpPr>
          <p:cNvPr id="70" name="Shape 68"/>
          <p:cNvSpPr/>
          <p:nvPr/>
        </p:nvSpPr>
        <p:spPr>
          <a:xfrm>
            <a:off x="10424160" y="7897444"/>
            <a:ext cx="803758" cy="523723"/>
          </a:xfrm>
          <a:prstGeom prst="rect">
            <a:avLst/>
          </a:prstGeom>
          <a:solidFill>
            <a:srgbClr val="FFFFFF">
              <a:alpha val="825"/>
            </a:srgbClr>
          </a:solidFill>
          <a:ln/>
        </p:spPr>
      </p:sp>
      <p:sp>
        <p:nvSpPr>
          <p:cNvPr id="71" name="Shape 69"/>
          <p:cNvSpPr/>
          <p:nvPr/>
        </p:nvSpPr>
        <p:spPr>
          <a:xfrm>
            <a:off x="10424160" y="8412023"/>
            <a:ext cx="803758" cy="523723"/>
          </a:xfrm>
          <a:prstGeom prst="rect">
            <a:avLst/>
          </a:prstGeom>
          <a:solidFill>
            <a:srgbClr val="FFFFFF">
              <a:alpha val="963"/>
            </a:srgbClr>
          </a:solidFill>
          <a:ln/>
        </p:spPr>
      </p:sp>
      <p:sp>
        <p:nvSpPr>
          <p:cNvPr id="72" name="Shape 70"/>
          <p:cNvSpPr/>
          <p:nvPr/>
        </p:nvSpPr>
        <p:spPr>
          <a:xfrm>
            <a:off x="10424160" y="8926601"/>
            <a:ext cx="803758" cy="523723"/>
          </a:xfrm>
          <a:prstGeom prst="rect">
            <a:avLst/>
          </a:prstGeom>
          <a:solidFill>
            <a:srgbClr val="FFFFFF">
              <a:alpha val="1100"/>
            </a:srgbClr>
          </a:solidFill>
          <a:ln/>
        </p:spPr>
      </p:sp>
      <p:sp>
        <p:nvSpPr>
          <p:cNvPr id="73" name="Shape 71"/>
          <p:cNvSpPr/>
          <p:nvPr/>
        </p:nvSpPr>
        <p:spPr>
          <a:xfrm>
            <a:off x="11113618" y="4143146"/>
            <a:ext cx="803758" cy="671284"/>
          </a:xfrm>
          <a:prstGeom prst="rect">
            <a:avLst/>
          </a:prstGeom>
          <a:solidFill>
            <a:srgbClr val="FFFFFF">
              <a:alpha val="344"/>
            </a:srgbClr>
          </a:solidFill>
          <a:ln/>
        </p:spPr>
      </p:sp>
      <p:sp>
        <p:nvSpPr>
          <p:cNvPr id="74" name="Shape 72"/>
          <p:cNvSpPr/>
          <p:nvPr/>
        </p:nvSpPr>
        <p:spPr>
          <a:xfrm>
            <a:off x="11113618" y="4805286"/>
            <a:ext cx="803758" cy="671284"/>
          </a:xfrm>
          <a:prstGeom prst="rect">
            <a:avLst/>
          </a:prstGeom>
          <a:solidFill>
            <a:srgbClr val="FFFFFF">
              <a:alpha val="688"/>
            </a:srgbClr>
          </a:solidFill>
          <a:ln/>
        </p:spPr>
      </p:sp>
      <p:sp>
        <p:nvSpPr>
          <p:cNvPr id="75" name="Shape 73"/>
          <p:cNvSpPr/>
          <p:nvPr/>
        </p:nvSpPr>
        <p:spPr>
          <a:xfrm>
            <a:off x="11113618" y="5467426"/>
            <a:ext cx="803758" cy="671284"/>
          </a:xfrm>
          <a:prstGeom prst="rect">
            <a:avLst/>
          </a:prstGeom>
          <a:solidFill>
            <a:srgbClr val="FFFFFF">
              <a:alpha val="1031"/>
            </a:srgbClr>
          </a:solidFill>
          <a:ln/>
        </p:spPr>
      </p:sp>
      <p:sp>
        <p:nvSpPr>
          <p:cNvPr id="76" name="Shape 74"/>
          <p:cNvSpPr/>
          <p:nvPr/>
        </p:nvSpPr>
        <p:spPr>
          <a:xfrm>
            <a:off x="11113618" y="6129566"/>
            <a:ext cx="803758" cy="671284"/>
          </a:xfrm>
          <a:prstGeom prst="rect">
            <a:avLst/>
          </a:prstGeom>
          <a:solidFill>
            <a:srgbClr val="FFFFFF">
              <a:alpha val="1375"/>
            </a:srgbClr>
          </a:solidFill>
          <a:ln/>
        </p:spPr>
      </p:sp>
      <p:sp>
        <p:nvSpPr>
          <p:cNvPr id="77" name="Shape 75"/>
          <p:cNvSpPr/>
          <p:nvPr/>
        </p:nvSpPr>
        <p:spPr>
          <a:xfrm>
            <a:off x="11113618" y="6791706"/>
            <a:ext cx="803758" cy="671284"/>
          </a:xfrm>
          <a:prstGeom prst="rect">
            <a:avLst/>
          </a:prstGeom>
          <a:solidFill>
            <a:srgbClr val="FFFFFF">
              <a:alpha val="1719"/>
            </a:srgbClr>
          </a:solidFill>
          <a:ln/>
        </p:spPr>
      </p:sp>
      <p:sp>
        <p:nvSpPr>
          <p:cNvPr id="78" name="Shape 76"/>
          <p:cNvSpPr/>
          <p:nvPr/>
        </p:nvSpPr>
        <p:spPr>
          <a:xfrm>
            <a:off x="11113618" y="7453846"/>
            <a:ext cx="803758" cy="671284"/>
          </a:xfrm>
          <a:prstGeom prst="rect">
            <a:avLst/>
          </a:prstGeom>
          <a:solidFill>
            <a:srgbClr val="FFFFFF">
              <a:alpha val="2063"/>
            </a:srgbClr>
          </a:solidFill>
          <a:ln/>
        </p:spPr>
      </p:sp>
      <p:sp>
        <p:nvSpPr>
          <p:cNvPr id="79" name="Shape 77"/>
          <p:cNvSpPr/>
          <p:nvPr/>
        </p:nvSpPr>
        <p:spPr>
          <a:xfrm>
            <a:off x="11113618" y="8115986"/>
            <a:ext cx="803758" cy="671284"/>
          </a:xfrm>
          <a:prstGeom prst="rect">
            <a:avLst/>
          </a:prstGeom>
          <a:solidFill>
            <a:srgbClr val="FFFFFF">
              <a:alpha val="2406"/>
            </a:srgbClr>
          </a:solidFill>
          <a:ln/>
        </p:spPr>
      </p:sp>
      <p:sp>
        <p:nvSpPr>
          <p:cNvPr id="80" name="Shape 78"/>
          <p:cNvSpPr/>
          <p:nvPr/>
        </p:nvSpPr>
        <p:spPr>
          <a:xfrm>
            <a:off x="11113618" y="8778126"/>
            <a:ext cx="803758" cy="671284"/>
          </a:xfrm>
          <a:prstGeom prst="rect">
            <a:avLst/>
          </a:prstGeom>
          <a:solidFill>
            <a:srgbClr val="FFFFFF">
              <a:alpha val="2750"/>
            </a:srgbClr>
          </a:solidFill>
          <a:ln/>
        </p:spPr>
      </p:sp>
      <p:sp>
        <p:nvSpPr>
          <p:cNvPr id="81" name="Shape 79"/>
          <p:cNvSpPr/>
          <p:nvPr/>
        </p:nvSpPr>
        <p:spPr>
          <a:xfrm>
            <a:off x="3628339" y="2715768"/>
            <a:ext cx="803758" cy="849706"/>
          </a:xfrm>
          <a:prstGeom prst="rect">
            <a:avLst/>
          </a:prstGeom>
          <a:solidFill>
            <a:srgbClr val="FFFFFF">
              <a:alpha val="1031"/>
            </a:srgbClr>
          </a:solidFill>
          <a:ln/>
        </p:spPr>
      </p:sp>
      <p:sp>
        <p:nvSpPr>
          <p:cNvPr id="82" name="Shape 80"/>
          <p:cNvSpPr/>
          <p:nvPr/>
        </p:nvSpPr>
        <p:spPr>
          <a:xfrm>
            <a:off x="3628339" y="3556330"/>
            <a:ext cx="803758" cy="849706"/>
          </a:xfrm>
          <a:prstGeom prst="rect">
            <a:avLst/>
          </a:prstGeom>
          <a:solidFill>
            <a:srgbClr val="FFFFFF">
              <a:alpha val="2063"/>
            </a:srgbClr>
          </a:solidFill>
          <a:ln/>
        </p:spPr>
      </p:sp>
      <p:sp>
        <p:nvSpPr>
          <p:cNvPr id="83" name="Shape 81"/>
          <p:cNvSpPr/>
          <p:nvPr/>
        </p:nvSpPr>
        <p:spPr>
          <a:xfrm>
            <a:off x="3628339" y="4396892"/>
            <a:ext cx="803758" cy="849706"/>
          </a:xfrm>
          <a:prstGeom prst="rect">
            <a:avLst/>
          </a:prstGeom>
          <a:solidFill>
            <a:srgbClr val="FFFFFF">
              <a:alpha val="3094"/>
            </a:srgbClr>
          </a:solidFill>
          <a:ln/>
        </p:spPr>
      </p:sp>
      <p:sp>
        <p:nvSpPr>
          <p:cNvPr id="84" name="Shape 82"/>
          <p:cNvSpPr/>
          <p:nvPr/>
        </p:nvSpPr>
        <p:spPr>
          <a:xfrm>
            <a:off x="3628339" y="5237455"/>
            <a:ext cx="803758" cy="849706"/>
          </a:xfrm>
          <a:prstGeom prst="rect">
            <a:avLst/>
          </a:prstGeom>
          <a:solidFill>
            <a:srgbClr val="FFFFFF">
              <a:alpha val="4125"/>
            </a:srgbClr>
          </a:solidFill>
          <a:ln/>
        </p:spPr>
      </p:sp>
      <p:sp>
        <p:nvSpPr>
          <p:cNvPr id="85" name="Shape 83"/>
          <p:cNvSpPr/>
          <p:nvPr/>
        </p:nvSpPr>
        <p:spPr>
          <a:xfrm>
            <a:off x="3628339" y="6078017"/>
            <a:ext cx="803758" cy="849706"/>
          </a:xfrm>
          <a:prstGeom prst="rect">
            <a:avLst/>
          </a:prstGeom>
          <a:solidFill>
            <a:srgbClr val="FFFFFF">
              <a:alpha val="5156"/>
            </a:srgbClr>
          </a:solidFill>
          <a:ln/>
        </p:spPr>
      </p:sp>
      <p:sp>
        <p:nvSpPr>
          <p:cNvPr id="86" name="Shape 84"/>
          <p:cNvSpPr/>
          <p:nvPr/>
        </p:nvSpPr>
        <p:spPr>
          <a:xfrm>
            <a:off x="3628339" y="6918579"/>
            <a:ext cx="803758" cy="849706"/>
          </a:xfrm>
          <a:prstGeom prst="rect">
            <a:avLst/>
          </a:prstGeom>
          <a:solidFill>
            <a:srgbClr val="FFFFFF">
              <a:alpha val="6188"/>
            </a:srgbClr>
          </a:solidFill>
          <a:ln/>
        </p:spPr>
      </p:sp>
      <p:sp>
        <p:nvSpPr>
          <p:cNvPr id="87" name="Shape 85"/>
          <p:cNvSpPr/>
          <p:nvPr/>
        </p:nvSpPr>
        <p:spPr>
          <a:xfrm>
            <a:off x="3628339" y="7759141"/>
            <a:ext cx="803758" cy="849706"/>
          </a:xfrm>
          <a:prstGeom prst="rect">
            <a:avLst/>
          </a:prstGeom>
          <a:solidFill>
            <a:srgbClr val="FFFFFF">
              <a:alpha val="7219"/>
            </a:srgbClr>
          </a:solidFill>
          <a:ln/>
        </p:spPr>
      </p:sp>
      <p:sp>
        <p:nvSpPr>
          <p:cNvPr id="88" name="Shape 86"/>
          <p:cNvSpPr/>
          <p:nvPr/>
        </p:nvSpPr>
        <p:spPr>
          <a:xfrm>
            <a:off x="3628339" y="8599703"/>
            <a:ext cx="803758" cy="849706"/>
          </a:xfrm>
          <a:prstGeom prst="rect">
            <a:avLst/>
          </a:prstGeom>
          <a:solidFill>
            <a:srgbClr val="FFFFFF">
              <a:alpha val="8250"/>
            </a:srgbClr>
          </a:solidFill>
          <a:ln/>
        </p:spPr>
      </p:sp>
      <p:sp>
        <p:nvSpPr>
          <p:cNvPr id="89" name="Shape 87"/>
          <p:cNvSpPr/>
          <p:nvPr/>
        </p:nvSpPr>
        <p:spPr>
          <a:xfrm>
            <a:off x="2258568" y="5324551"/>
            <a:ext cx="803758" cy="523723"/>
          </a:xfrm>
          <a:prstGeom prst="rect">
            <a:avLst/>
          </a:prstGeom>
          <a:solidFill>
            <a:srgbClr val="FFFFFF">
              <a:alpha val="344"/>
            </a:srgbClr>
          </a:solidFill>
          <a:ln/>
        </p:spPr>
      </p:sp>
      <p:sp>
        <p:nvSpPr>
          <p:cNvPr id="90" name="Shape 88"/>
          <p:cNvSpPr/>
          <p:nvPr/>
        </p:nvSpPr>
        <p:spPr>
          <a:xfrm>
            <a:off x="2258568" y="5839130"/>
            <a:ext cx="803758" cy="523723"/>
          </a:xfrm>
          <a:prstGeom prst="rect">
            <a:avLst/>
          </a:prstGeom>
          <a:solidFill>
            <a:srgbClr val="FFFFFF">
              <a:alpha val="688"/>
            </a:srgbClr>
          </a:solidFill>
          <a:ln/>
        </p:spPr>
      </p:sp>
      <p:sp>
        <p:nvSpPr>
          <p:cNvPr id="91" name="Shape 89"/>
          <p:cNvSpPr/>
          <p:nvPr/>
        </p:nvSpPr>
        <p:spPr>
          <a:xfrm>
            <a:off x="2258568" y="6353708"/>
            <a:ext cx="803758" cy="523723"/>
          </a:xfrm>
          <a:prstGeom prst="rect">
            <a:avLst/>
          </a:prstGeom>
          <a:solidFill>
            <a:srgbClr val="FFFFFF">
              <a:alpha val="1031"/>
            </a:srgbClr>
          </a:solidFill>
          <a:ln/>
        </p:spPr>
      </p:sp>
      <p:sp>
        <p:nvSpPr>
          <p:cNvPr id="92" name="Shape 90"/>
          <p:cNvSpPr/>
          <p:nvPr/>
        </p:nvSpPr>
        <p:spPr>
          <a:xfrm>
            <a:off x="2258568" y="6868287"/>
            <a:ext cx="803758" cy="523723"/>
          </a:xfrm>
          <a:prstGeom prst="rect">
            <a:avLst/>
          </a:prstGeom>
          <a:solidFill>
            <a:srgbClr val="FFFFFF">
              <a:alpha val="1375"/>
            </a:srgbClr>
          </a:solidFill>
          <a:ln/>
        </p:spPr>
      </p:sp>
      <p:sp>
        <p:nvSpPr>
          <p:cNvPr id="93" name="Shape 91"/>
          <p:cNvSpPr/>
          <p:nvPr/>
        </p:nvSpPr>
        <p:spPr>
          <a:xfrm>
            <a:off x="2258568" y="7382866"/>
            <a:ext cx="803758" cy="523723"/>
          </a:xfrm>
          <a:prstGeom prst="rect">
            <a:avLst/>
          </a:prstGeom>
          <a:solidFill>
            <a:srgbClr val="FFFFFF">
              <a:alpha val="1719"/>
            </a:srgbClr>
          </a:solidFill>
          <a:ln/>
        </p:spPr>
      </p:sp>
      <p:sp>
        <p:nvSpPr>
          <p:cNvPr id="94" name="Shape 92"/>
          <p:cNvSpPr/>
          <p:nvPr/>
        </p:nvSpPr>
        <p:spPr>
          <a:xfrm>
            <a:off x="2258568" y="7897444"/>
            <a:ext cx="803758" cy="523723"/>
          </a:xfrm>
          <a:prstGeom prst="rect">
            <a:avLst/>
          </a:prstGeom>
          <a:solidFill>
            <a:srgbClr val="FFFFFF">
              <a:alpha val="2063"/>
            </a:srgbClr>
          </a:solidFill>
          <a:ln/>
        </p:spPr>
      </p:sp>
      <p:sp>
        <p:nvSpPr>
          <p:cNvPr id="95" name="Shape 93"/>
          <p:cNvSpPr/>
          <p:nvPr/>
        </p:nvSpPr>
        <p:spPr>
          <a:xfrm>
            <a:off x="2258568" y="8412023"/>
            <a:ext cx="803758" cy="523723"/>
          </a:xfrm>
          <a:prstGeom prst="rect">
            <a:avLst/>
          </a:prstGeom>
          <a:solidFill>
            <a:srgbClr val="FFFFFF">
              <a:alpha val="2406"/>
            </a:srgbClr>
          </a:solidFill>
          <a:ln/>
        </p:spPr>
      </p:sp>
      <p:sp>
        <p:nvSpPr>
          <p:cNvPr id="96" name="Shape 94"/>
          <p:cNvSpPr/>
          <p:nvPr/>
        </p:nvSpPr>
        <p:spPr>
          <a:xfrm>
            <a:off x="2258568" y="8926601"/>
            <a:ext cx="803758" cy="523723"/>
          </a:xfrm>
          <a:prstGeom prst="rect">
            <a:avLst/>
          </a:prstGeom>
          <a:solidFill>
            <a:srgbClr val="FFFFFF">
              <a:alpha val="2750"/>
            </a:srgbClr>
          </a:solidFill>
          <a:ln/>
        </p:spPr>
      </p:sp>
      <p:sp>
        <p:nvSpPr>
          <p:cNvPr id="97" name="Shape 95"/>
          <p:cNvSpPr/>
          <p:nvPr/>
        </p:nvSpPr>
        <p:spPr>
          <a:xfrm>
            <a:off x="2948026" y="4143146"/>
            <a:ext cx="803758" cy="671284"/>
          </a:xfrm>
          <a:prstGeom prst="rect">
            <a:avLst/>
          </a:prstGeom>
          <a:solidFill>
            <a:srgbClr val="FFFFFF">
              <a:alpha val="688"/>
            </a:srgbClr>
          </a:solidFill>
          <a:ln/>
        </p:spPr>
      </p:sp>
      <p:sp>
        <p:nvSpPr>
          <p:cNvPr id="98" name="Shape 96"/>
          <p:cNvSpPr/>
          <p:nvPr/>
        </p:nvSpPr>
        <p:spPr>
          <a:xfrm>
            <a:off x="2948026" y="4805286"/>
            <a:ext cx="803758" cy="671284"/>
          </a:xfrm>
          <a:prstGeom prst="rect">
            <a:avLst/>
          </a:prstGeom>
          <a:solidFill>
            <a:srgbClr val="FFFFFF">
              <a:alpha val="1375"/>
            </a:srgbClr>
          </a:solidFill>
          <a:ln/>
        </p:spPr>
      </p:sp>
      <p:sp>
        <p:nvSpPr>
          <p:cNvPr id="99" name="Shape 97"/>
          <p:cNvSpPr/>
          <p:nvPr/>
        </p:nvSpPr>
        <p:spPr>
          <a:xfrm>
            <a:off x="2948026" y="5467426"/>
            <a:ext cx="803758" cy="671284"/>
          </a:xfrm>
          <a:prstGeom prst="rect">
            <a:avLst/>
          </a:prstGeom>
          <a:solidFill>
            <a:srgbClr val="FFFFFF">
              <a:alpha val="2063"/>
            </a:srgbClr>
          </a:solidFill>
          <a:ln/>
        </p:spPr>
      </p:sp>
      <p:sp>
        <p:nvSpPr>
          <p:cNvPr id="100" name="Shape 98"/>
          <p:cNvSpPr/>
          <p:nvPr/>
        </p:nvSpPr>
        <p:spPr>
          <a:xfrm>
            <a:off x="2948026" y="6129566"/>
            <a:ext cx="803758" cy="671284"/>
          </a:xfrm>
          <a:prstGeom prst="rect">
            <a:avLst/>
          </a:prstGeom>
          <a:solidFill>
            <a:srgbClr val="FFFFFF">
              <a:alpha val="2750"/>
            </a:srgbClr>
          </a:solidFill>
          <a:ln/>
        </p:spPr>
      </p:sp>
      <p:sp>
        <p:nvSpPr>
          <p:cNvPr id="101" name="Shape 99"/>
          <p:cNvSpPr/>
          <p:nvPr/>
        </p:nvSpPr>
        <p:spPr>
          <a:xfrm>
            <a:off x="2948026" y="6791706"/>
            <a:ext cx="803758" cy="671284"/>
          </a:xfrm>
          <a:prstGeom prst="rect">
            <a:avLst/>
          </a:prstGeom>
          <a:solidFill>
            <a:srgbClr val="FFFFFF">
              <a:alpha val="3438"/>
            </a:srgbClr>
          </a:solidFill>
          <a:ln/>
        </p:spPr>
      </p:sp>
      <p:sp>
        <p:nvSpPr>
          <p:cNvPr id="102" name="Shape 100"/>
          <p:cNvSpPr/>
          <p:nvPr/>
        </p:nvSpPr>
        <p:spPr>
          <a:xfrm>
            <a:off x="2948026" y="7453846"/>
            <a:ext cx="803758" cy="671284"/>
          </a:xfrm>
          <a:prstGeom prst="rect">
            <a:avLst/>
          </a:prstGeom>
          <a:solidFill>
            <a:srgbClr val="FFFFFF">
              <a:alpha val="4125"/>
            </a:srgbClr>
          </a:solidFill>
          <a:ln/>
        </p:spPr>
      </p:sp>
      <p:sp>
        <p:nvSpPr>
          <p:cNvPr id="103" name="Shape 101"/>
          <p:cNvSpPr/>
          <p:nvPr/>
        </p:nvSpPr>
        <p:spPr>
          <a:xfrm>
            <a:off x="2948026" y="8115986"/>
            <a:ext cx="803758" cy="671284"/>
          </a:xfrm>
          <a:prstGeom prst="rect">
            <a:avLst/>
          </a:prstGeom>
          <a:solidFill>
            <a:srgbClr val="FFFFFF">
              <a:alpha val="4813"/>
            </a:srgbClr>
          </a:solidFill>
          <a:ln/>
        </p:spPr>
      </p:sp>
      <p:sp>
        <p:nvSpPr>
          <p:cNvPr id="104" name="Shape 102"/>
          <p:cNvSpPr/>
          <p:nvPr/>
        </p:nvSpPr>
        <p:spPr>
          <a:xfrm>
            <a:off x="2948026" y="8778126"/>
            <a:ext cx="803758" cy="671284"/>
          </a:xfrm>
          <a:prstGeom prst="rect">
            <a:avLst/>
          </a:prstGeom>
          <a:solidFill>
            <a:srgbClr val="FFFFFF">
              <a:alpha val="5500"/>
            </a:srgbClr>
          </a:solidFill>
          <a:ln/>
        </p:spPr>
      </p:sp>
      <p:sp>
        <p:nvSpPr>
          <p:cNvPr id="105" name="Shape 103"/>
          <p:cNvSpPr/>
          <p:nvPr/>
        </p:nvSpPr>
        <p:spPr>
          <a:xfrm>
            <a:off x="4300423" y="4513478"/>
            <a:ext cx="803758" cy="625107"/>
          </a:xfrm>
          <a:prstGeom prst="rect">
            <a:avLst/>
          </a:prstGeom>
          <a:solidFill>
            <a:srgbClr val="FFFFFF">
              <a:alpha val="688"/>
            </a:srgbClr>
          </a:solidFill>
          <a:ln/>
        </p:spPr>
      </p:sp>
      <p:sp>
        <p:nvSpPr>
          <p:cNvPr id="106" name="Shape 104"/>
          <p:cNvSpPr/>
          <p:nvPr/>
        </p:nvSpPr>
        <p:spPr>
          <a:xfrm>
            <a:off x="4300423" y="5129441"/>
            <a:ext cx="803758" cy="625107"/>
          </a:xfrm>
          <a:prstGeom prst="rect">
            <a:avLst/>
          </a:prstGeom>
          <a:solidFill>
            <a:srgbClr val="FFFFFF">
              <a:alpha val="1375"/>
            </a:srgbClr>
          </a:solidFill>
          <a:ln/>
        </p:spPr>
      </p:sp>
      <p:sp>
        <p:nvSpPr>
          <p:cNvPr id="107" name="Shape 105"/>
          <p:cNvSpPr/>
          <p:nvPr/>
        </p:nvSpPr>
        <p:spPr>
          <a:xfrm>
            <a:off x="4300423" y="5745404"/>
            <a:ext cx="803758" cy="625107"/>
          </a:xfrm>
          <a:prstGeom prst="rect">
            <a:avLst/>
          </a:prstGeom>
          <a:solidFill>
            <a:srgbClr val="FFFFFF">
              <a:alpha val="2063"/>
            </a:srgbClr>
          </a:solidFill>
          <a:ln/>
        </p:spPr>
      </p:sp>
      <p:sp>
        <p:nvSpPr>
          <p:cNvPr id="108" name="Shape 106"/>
          <p:cNvSpPr/>
          <p:nvPr/>
        </p:nvSpPr>
        <p:spPr>
          <a:xfrm>
            <a:off x="4300423" y="6361367"/>
            <a:ext cx="803758" cy="625107"/>
          </a:xfrm>
          <a:prstGeom prst="rect">
            <a:avLst/>
          </a:prstGeom>
          <a:solidFill>
            <a:srgbClr val="FFFFFF">
              <a:alpha val="2750"/>
            </a:srgbClr>
          </a:solidFill>
          <a:ln/>
        </p:spPr>
      </p:sp>
      <p:sp>
        <p:nvSpPr>
          <p:cNvPr id="109" name="Shape 107"/>
          <p:cNvSpPr/>
          <p:nvPr/>
        </p:nvSpPr>
        <p:spPr>
          <a:xfrm>
            <a:off x="4300423" y="6977329"/>
            <a:ext cx="803758" cy="625107"/>
          </a:xfrm>
          <a:prstGeom prst="rect">
            <a:avLst/>
          </a:prstGeom>
          <a:solidFill>
            <a:srgbClr val="FFFFFF">
              <a:alpha val="3438"/>
            </a:srgbClr>
          </a:solidFill>
          <a:ln/>
        </p:spPr>
      </p:sp>
      <p:sp>
        <p:nvSpPr>
          <p:cNvPr id="110" name="Shape 108"/>
          <p:cNvSpPr/>
          <p:nvPr/>
        </p:nvSpPr>
        <p:spPr>
          <a:xfrm>
            <a:off x="4300423" y="7593292"/>
            <a:ext cx="803758" cy="625107"/>
          </a:xfrm>
          <a:prstGeom prst="rect">
            <a:avLst/>
          </a:prstGeom>
          <a:solidFill>
            <a:srgbClr val="FFFFFF">
              <a:alpha val="4125"/>
            </a:srgbClr>
          </a:solidFill>
          <a:ln/>
        </p:spPr>
      </p:sp>
      <p:sp>
        <p:nvSpPr>
          <p:cNvPr id="111" name="Shape 109"/>
          <p:cNvSpPr/>
          <p:nvPr/>
        </p:nvSpPr>
        <p:spPr>
          <a:xfrm>
            <a:off x="4300423" y="8209255"/>
            <a:ext cx="803758" cy="625107"/>
          </a:xfrm>
          <a:prstGeom prst="rect">
            <a:avLst/>
          </a:prstGeom>
          <a:solidFill>
            <a:srgbClr val="FFFFFF">
              <a:alpha val="4813"/>
            </a:srgbClr>
          </a:solidFill>
          <a:ln/>
        </p:spPr>
      </p:sp>
      <p:sp>
        <p:nvSpPr>
          <p:cNvPr id="112" name="Shape 110"/>
          <p:cNvSpPr/>
          <p:nvPr/>
        </p:nvSpPr>
        <p:spPr>
          <a:xfrm>
            <a:off x="4300423" y="8825217"/>
            <a:ext cx="803758" cy="625107"/>
          </a:xfrm>
          <a:prstGeom prst="rect">
            <a:avLst/>
          </a:prstGeom>
          <a:solidFill>
            <a:srgbClr val="FFFFFF">
              <a:alpha val="5500"/>
            </a:srgbClr>
          </a:solidFill>
          <a:ln/>
        </p:spPr>
      </p:sp>
      <p:sp>
        <p:nvSpPr>
          <p:cNvPr id="113" name="Shape 111"/>
          <p:cNvSpPr/>
          <p:nvPr/>
        </p:nvSpPr>
        <p:spPr>
          <a:xfrm>
            <a:off x="4992624" y="6350508"/>
            <a:ext cx="803758" cy="395364"/>
          </a:xfrm>
          <a:prstGeom prst="rect">
            <a:avLst/>
          </a:prstGeom>
          <a:solidFill>
            <a:srgbClr val="FFFFFF">
              <a:alpha val="344"/>
            </a:srgbClr>
          </a:solidFill>
          <a:ln/>
        </p:spPr>
      </p:sp>
      <p:sp>
        <p:nvSpPr>
          <p:cNvPr id="114" name="Shape 112"/>
          <p:cNvSpPr/>
          <p:nvPr/>
        </p:nvSpPr>
        <p:spPr>
          <a:xfrm>
            <a:off x="4992624" y="6736728"/>
            <a:ext cx="803758" cy="395364"/>
          </a:xfrm>
          <a:prstGeom prst="rect">
            <a:avLst/>
          </a:prstGeom>
          <a:solidFill>
            <a:srgbClr val="FFFFFF">
              <a:alpha val="688"/>
            </a:srgbClr>
          </a:solidFill>
          <a:ln/>
        </p:spPr>
      </p:sp>
      <p:sp>
        <p:nvSpPr>
          <p:cNvPr id="115" name="Shape 113"/>
          <p:cNvSpPr/>
          <p:nvPr/>
        </p:nvSpPr>
        <p:spPr>
          <a:xfrm>
            <a:off x="4992624" y="7122947"/>
            <a:ext cx="803758" cy="395364"/>
          </a:xfrm>
          <a:prstGeom prst="rect">
            <a:avLst/>
          </a:prstGeom>
          <a:solidFill>
            <a:srgbClr val="FFFFFF">
              <a:alpha val="1031"/>
            </a:srgbClr>
          </a:solidFill>
          <a:ln/>
        </p:spPr>
      </p:sp>
      <p:sp>
        <p:nvSpPr>
          <p:cNvPr id="116" name="Shape 114"/>
          <p:cNvSpPr/>
          <p:nvPr/>
        </p:nvSpPr>
        <p:spPr>
          <a:xfrm>
            <a:off x="4992624" y="7509167"/>
            <a:ext cx="803758" cy="395364"/>
          </a:xfrm>
          <a:prstGeom prst="rect">
            <a:avLst/>
          </a:prstGeom>
          <a:solidFill>
            <a:srgbClr val="FFFFFF">
              <a:alpha val="1375"/>
            </a:srgbClr>
          </a:solidFill>
          <a:ln/>
        </p:spPr>
      </p:sp>
      <p:sp>
        <p:nvSpPr>
          <p:cNvPr id="117" name="Shape 115"/>
          <p:cNvSpPr/>
          <p:nvPr/>
        </p:nvSpPr>
        <p:spPr>
          <a:xfrm>
            <a:off x="4992624" y="7895387"/>
            <a:ext cx="803758" cy="395364"/>
          </a:xfrm>
          <a:prstGeom prst="rect">
            <a:avLst/>
          </a:prstGeom>
          <a:solidFill>
            <a:srgbClr val="FFFFFF">
              <a:alpha val="1719"/>
            </a:srgbClr>
          </a:solidFill>
          <a:ln/>
        </p:spPr>
      </p:sp>
      <p:sp>
        <p:nvSpPr>
          <p:cNvPr id="118" name="Shape 116"/>
          <p:cNvSpPr/>
          <p:nvPr/>
        </p:nvSpPr>
        <p:spPr>
          <a:xfrm>
            <a:off x="4992624" y="8281607"/>
            <a:ext cx="803758" cy="395364"/>
          </a:xfrm>
          <a:prstGeom prst="rect">
            <a:avLst/>
          </a:prstGeom>
          <a:solidFill>
            <a:srgbClr val="FFFFFF">
              <a:alpha val="2063"/>
            </a:srgbClr>
          </a:solidFill>
          <a:ln/>
        </p:spPr>
      </p:sp>
      <p:sp>
        <p:nvSpPr>
          <p:cNvPr id="119" name="Shape 117"/>
          <p:cNvSpPr/>
          <p:nvPr/>
        </p:nvSpPr>
        <p:spPr>
          <a:xfrm>
            <a:off x="4992624" y="8667826"/>
            <a:ext cx="803758" cy="395364"/>
          </a:xfrm>
          <a:prstGeom prst="rect">
            <a:avLst/>
          </a:prstGeom>
          <a:solidFill>
            <a:srgbClr val="FFFFFF">
              <a:alpha val="2406"/>
            </a:srgbClr>
          </a:solidFill>
          <a:ln/>
        </p:spPr>
      </p:sp>
      <p:sp>
        <p:nvSpPr>
          <p:cNvPr id="120" name="Shape 118"/>
          <p:cNvSpPr/>
          <p:nvPr/>
        </p:nvSpPr>
        <p:spPr>
          <a:xfrm>
            <a:off x="4992624" y="9054046"/>
            <a:ext cx="803758" cy="395364"/>
          </a:xfrm>
          <a:prstGeom prst="rect">
            <a:avLst/>
          </a:prstGeom>
          <a:solidFill>
            <a:srgbClr val="FFFFFF">
              <a:alpha val="2750"/>
            </a:srgbClr>
          </a:solidFill>
          <a:ln/>
        </p:spPr>
      </p:sp>
      <p:sp>
        <p:nvSpPr>
          <p:cNvPr id="121" name="Shape 119"/>
          <p:cNvSpPr/>
          <p:nvPr/>
        </p:nvSpPr>
        <p:spPr>
          <a:xfrm>
            <a:off x="-515722" y="2715768"/>
            <a:ext cx="803758" cy="849706"/>
          </a:xfrm>
          <a:prstGeom prst="rect">
            <a:avLst/>
          </a:prstGeom>
          <a:solidFill>
            <a:srgbClr val="FFFFFF">
              <a:alpha val="688"/>
            </a:srgbClr>
          </a:solidFill>
          <a:ln/>
        </p:spPr>
      </p:sp>
      <p:sp>
        <p:nvSpPr>
          <p:cNvPr id="122" name="Shape 120"/>
          <p:cNvSpPr/>
          <p:nvPr/>
        </p:nvSpPr>
        <p:spPr>
          <a:xfrm>
            <a:off x="-515722" y="3556330"/>
            <a:ext cx="803758" cy="849706"/>
          </a:xfrm>
          <a:prstGeom prst="rect">
            <a:avLst/>
          </a:prstGeom>
          <a:solidFill>
            <a:srgbClr val="FFFFFF">
              <a:alpha val="1375"/>
            </a:srgbClr>
          </a:solidFill>
          <a:ln/>
        </p:spPr>
      </p:sp>
      <p:sp>
        <p:nvSpPr>
          <p:cNvPr id="123" name="Shape 121"/>
          <p:cNvSpPr/>
          <p:nvPr/>
        </p:nvSpPr>
        <p:spPr>
          <a:xfrm>
            <a:off x="-515722" y="4396892"/>
            <a:ext cx="803758" cy="849706"/>
          </a:xfrm>
          <a:prstGeom prst="rect">
            <a:avLst/>
          </a:prstGeom>
          <a:solidFill>
            <a:srgbClr val="FFFFFF">
              <a:alpha val="2063"/>
            </a:srgbClr>
          </a:solidFill>
          <a:ln/>
        </p:spPr>
      </p:sp>
      <p:sp>
        <p:nvSpPr>
          <p:cNvPr id="124" name="Shape 122"/>
          <p:cNvSpPr/>
          <p:nvPr/>
        </p:nvSpPr>
        <p:spPr>
          <a:xfrm>
            <a:off x="-515722" y="5237455"/>
            <a:ext cx="803758" cy="849706"/>
          </a:xfrm>
          <a:prstGeom prst="rect">
            <a:avLst/>
          </a:prstGeom>
          <a:solidFill>
            <a:srgbClr val="FFFFFF">
              <a:alpha val="2750"/>
            </a:srgbClr>
          </a:solidFill>
          <a:ln/>
        </p:spPr>
      </p:sp>
      <p:sp>
        <p:nvSpPr>
          <p:cNvPr id="125" name="Shape 123"/>
          <p:cNvSpPr/>
          <p:nvPr/>
        </p:nvSpPr>
        <p:spPr>
          <a:xfrm>
            <a:off x="-515722" y="6078017"/>
            <a:ext cx="803758" cy="849706"/>
          </a:xfrm>
          <a:prstGeom prst="rect">
            <a:avLst/>
          </a:prstGeom>
          <a:solidFill>
            <a:srgbClr val="FFFFFF">
              <a:alpha val="3438"/>
            </a:srgbClr>
          </a:solidFill>
          <a:ln/>
        </p:spPr>
      </p:sp>
      <p:sp>
        <p:nvSpPr>
          <p:cNvPr id="126" name="Shape 124"/>
          <p:cNvSpPr/>
          <p:nvPr/>
        </p:nvSpPr>
        <p:spPr>
          <a:xfrm>
            <a:off x="-515722" y="6918579"/>
            <a:ext cx="803758" cy="849706"/>
          </a:xfrm>
          <a:prstGeom prst="rect">
            <a:avLst/>
          </a:prstGeom>
          <a:solidFill>
            <a:srgbClr val="FFFFFF">
              <a:alpha val="4125"/>
            </a:srgbClr>
          </a:solidFill>
          <a:ln/>
        </p:spPr>
      </p:sp>
      <p:sp>
        <p:nvSpPr>
          <p:cNvPr id="127" name="Shape 125"/>
          <p:cNvSpPr/>
          <p:nvPr/>
        </p:nvSpPr>
        <p:spPr>
          <a:xfrm>
            <a:off x="-515722" y="7759141"/>
            <a:ext cx="803758" cy="849706"/>
          </a:xfrm>
          <a:prstGeom prst="rect">
            <a:avLst/>
          </a:prstGeom>
          <a:solidFill>
            <a:srgbClr val="FFFFFF">
              <a:alpha val="4813"/>
            </a:srgbClr>
          </a:solidFill>
          <a:ln/>
        </p:spPr>
      </p:sp>
      <p:sp>
        <p:nvSpPr>
          <p:cNvPr id="128" name="Shape 126"/>
          <p:cNvSpPr/>
          <p:nvPr/>
        </p:nvSpPr>
        <p:spPr>
          <a:xfrm>
            <a:off x="-515722" y="8599703"/>
            <a:ext cx="803758" cy="849706"/>
          </a:xfrm>
          <a:prstGeom prst="rect">
            <a:avLst/>
          </a:prstGeom>
          <a:solidFill>
            <a:srgbClr val="FFFFFF">
              <a:alpha val="5500"/>
            </a:srgbClr>
          </a:solidFill>
          <a:ln/>
        </p:spPr>
      </p:sp>
      <p:sp>
        <p:nvSpPr>
          <p:cNvPr id="129" name="Shape 127"/>
          <p:cNvSpPr/>
          <p:nvPr/>
        </p:nvSpPr>
        <p:spPr>
          <a:xfrm>
            <a:off x="170993" y="4513478"/>
            <a:ext cx="803758" cy="625107"/>
          </a:xfrm>
          <a:prstGeom prst="rect">
            <a:avLst/>
          </a:prstGeom>
          <a:solidFill>
            <a:srgbClr val="FFFFFF">
              <a:alpha val="344"/>
            </a:srgbClr>
          </a:solidFill>
          <a:ln/>
        </p:spPr>
      </p:sp>
      <p:sp>
        <p:nvSpPr>
          <p:cNvPr id="130" name="Shape 128"/>
          <p:cNvSpPr/>
          <p:nvPr/>
        </p:nvSpPr>
        <p:spPr>
          <a:xfrm>
            <a:off x="170993" y="5129441"/>
            <a:ext cx="803758" cy="625107"/>
          </a:xfrm>
          <a:prstGeom prst="rect">
            <a:avLst/>
          </a:prstGeom>
          <a:solidFill>
            <a:srgbClr val="FFFFFF">
              <a:alpha val="688"/>
            </a:srgbClr>
          </a:solidFill>
          <a:ln/>
        </p:spPr>
      </p:sp>
      <p:sp>
        <p:nvSpPr>
          <p:cNvPr id="131" name="Shape 129"/>
          <p:cNvSpPr/>
          <p:nvPr/>
        </p:nvSpPr>
        <p:spPr>
          <a:xfrm>
            <a:off x="170993" y="5745404"/>
            <a:ext cx="803758" cy="625107"/>
          </a:xfrm>
          <a:prstGeom prst="rect">
            <a:avLst/>
          </a:prstGeom>
          <a:solidFill>
            <a:srgbClr val="FFFFFF">
              <a:alpha val="1031"/>
            </a:srgbClr>
          </a:solidFill>
          <a:ln/>
        </p:spPr>
      </p:sp>
      <p:sp>
        <p:nvSpPr>
          <p:cNvPr id="132" name="Shape 130"/>
          <p:cNvSpPr/>
          <p:nvPr/>
        </p:nvSpPr>
        <p:spPr>
          <a:xfrm>
            <a:off x="170993" y="6361367"/>
            <a:ext cx="803758" cy="625107"/>
          </a:xfrm>
          <a:prstGeom prst="rect">
            <a:avLst/>
          </a:prstGeom>
          <a:solidFill>
            <a:srgbClr val="FFFFFF">
              <a:alpha val="1375"/>
            </a:srgbClr>
          </a:solidFill>
          <a:ln/>
        </p:spPr>
      </p:sp>
      <p:sp>
        <p:nvSpPr>
          <p:cNvPr id="133" name="Shape 131"/>
          <p:cNvSpPr/>
          <p:nvPr/>
        </p:nvSpPr>
        <p:spPr>
          <a:xfrm>
            <a:off x="170993" y="6977329"/>
            <a:ext cx="803758" cy="625107"/>
          </a:xfrm>
          <a:prstGeom prst="rect">
            <a:avLst/>
          </a:prstGeom>
          <a:solidFill>
            <a:srgbClr val="FFFFFF">
              <a:alpha val="1719"/>
            </a:srgbClr>
          </a:solidFill>
          <a:ln/>
        </p:spPr>
      </p:sp>
      <p:sp>
        <p:nvSpPr>
          <p:cNvPr id="134" name="Shape 132"/>
          <p:cNvSpPr/>
          <p:nvPr/>
        </p:nvSpPr>
        <p:spPr>
          <a:xfrm>
            <a:off x="170993" y="7593292"/>
            <a:ext cx="803758" cy="625107"/>
          </a:xfrm>
          <a:prstGeom prst="rect">
            <a:avLst/>
          </a:prstGeom>
          <a:solidFill>
            <a:srgbClr val="FFFFFF">
              <a:alpha val="2063"/>
            </a:srgbClr>
          </a:solidFill>
          <a:ln/>
        </p:spPr>
      </p:sp>
      <p:sp>
        <p:nvSpPr>
          <p:cNvPr id="135" name="Shape 133"/>
          <p:cNvSpPr/>
          <p:nvPr/>
        </p:nvSpPr>
        <p:spPr>
          <a:xfrm>
            <a:off x="170993" y="8209255"/>
            <a:ext cx="803758" cy="625107"/>
          </a:xfrm>
          <a:prstGeom prst="rect">
            <a:avLst/>
          </a:prstGeom>
          <a:solidFill>
            <a:srgbClr val="FFFFFF">
              <a:alpha val="2406"/>
            </a:srgbClr>
          </a:solidFill>
          <a:ln/>
        </p:spPr>
      </p:sp>
      <p:sp>
        <p:nvSpPr>
          <p:cNvPr id="136" name="Shape 134"/>
          <p:cNvSpPr/>
          <p:nvPr/>
        </p:nvSpPr>
        <p:spPr>
          <a:xfrm>
            <a:off x="170993" y="8825217"/>
            <a:ext cx="803758" cy="625107"/>
          </a:xfrm>
          <a:prstGeom prst="rect">
            <a:avLst/>
          </a:prstGeom>
          <a:solidFill>
            <a:srgbClr val="FFFFFF">
              <a:alpha val="2750"/>
            </a:srgbClr>
          </a:solidFill>
          <a:ln/>
        </p:spPr>
      </p:sp>
      <p:sp>
        <p:nvSpPr>
          <p:cNvPr id="137" name="Shape 135"/>
          <p:cNvSpPr/>
          <p:nvPr/>
        </p:nvSpPr>
        <p:spPr>
          <a:xfrm>
            <a:off x="862279" y="6350508"/>
            <a:ext cx="803758" cy="395364"/>
          </a:xfrm>
          <a:prstGeom prst="rect">
            <a:avLst/>
          </a:prstGeom>
          <a:solidFill>
            <a:srgbClr val="FFFFFF">
              <a:alpha val="138"/>
            </a:srgbClr>
          </a:solidFill>
          <a:ln/>
        </p:spPr>
      </p:sp>
      <p:sp>
        <p:nvSpPr>
          <p:cNvPr id="138" name="Shape 136"/>
          <p:cNvSpPr/>
          <p:nvPr/>
        </p:nvSpPr>
        <p:spPr>
          <a:xfrm>
            <a:off x="862279" y="6736728"/>
            <a:ext cx="803758" cy="395364"/>
          </a:xfrm>
          <a:prstGeom prst="rect">
            <a:avLst/>
          </a:prstGeom>
          <a:solidFill>
            <a:srgbClr val="FFFFFF">
              <a:alpha val="275"/>
            </a:srgbClr>
          </a:solidFill>
          <a:ln/>
        </p:spPr>
      </p:sp>
      <p:sp>
        <p:nvSpPr>
          <p:cNvPr id="139" name="Shape 137"/>
          <p:cNvSpPr/>
          <p:nvPr/>
        </p:nvSpPr>
        <p:spPr>
          <a:xfrm>
            <a:off x="862279" y="7122947"/>
            <a:ext cx="803758" cy="395364"/>
          </a:xfrm>
          <a:prstGeom prst="rect">
            <a:avLst/>
          </a:prstGeom>
          <a:solidFill>
            <a:srgbClr val="FFFFFF">
              <a:alpha val="412"/>
            </a:srgbClr>
          </a:solidFill>
          <a:ln/>
        </p:spPr>
      </p:sp>
      <p:sp>
        <p:nvSpPr>
          <p:cNvPr id="140" name="Shape 138"/>
          <p:cNvSpPr/>
          <p:nvPr/>
        </p:nvSpPr>
        <p:spPr>
          <a:xfrm>
            <a:off x="862279" y="7509167"/>
            <a:ext cx="803758" cy="395364"/>
          </a:xfrm>
          <a:prstGeom prst="rect">
            <a:avLst/>
          </a:prstGeom>
          <a:solidFill>
            <a:srgbClr val="FFFFFF">
              <a:alpha val="550"/>
            </a:srgbClr>
          </a:solidFill>
          <a:ln/>
        </p:spPr>
      </p:sp>
      <p:sp>
        <p:nvSpPr>
          <p:cNvPr id="141" name="Shape 139"/>
          <p:cNvSpPr/>
          <p:nvPr/>
        </p:nvSpPr>
        <p:spPr>
          <a:xfrm>
            <a:off x="862279" y="7895387"/>
            <a:ext cx="803758" cy="395364"/>
          </a:xfrm>
          <a:prstGeom prst="rect">
            <a:avLst/>
          </a:prstGeom>
          <a:solidFill>
            <a:srgbClr val="FFFFFF">
              <a:alpha val="688"/>
            </a:srgbClr>
          </a:solidFill>
          <a:ln/>
        </p:spPr>
      </p:sp>
      <p:sp>
        <p:nvSpPr>
          <p:cNvPr id="142" name="Shape 140"/>
          <p:cNvSpPr/>
          <p:nvPr/>
        </p:nvSpPr>
        <p:spPr>
          <a:xfrm>
            <a:off x="862279" y="8281607"/>
            <a:ext cx="803758" cy="395364"/>
          </a:xfrm>
          <a:prstGeom prst="rect">
            <a:avLst/>
          </a:prstGeom>
          <a:solidFill>
            <a:srgbClr val="FFFFFF">
              <a:alpha val="825"/>
            </a:srgbClr>
          </a:solidFill>
          <a:ln/>
        </p:spPr>
      </p:sp>
      <p:sp>
        <p:nvSpPr>
          <p:cNvPr id="143" name="Shape 141"/>
          <p:cNvSpPr/>
          <p:nvPr/>
        </p:nvSpPr>
        <p:spPr>
          <a:xfrm>
            <a:off x="862279" y="8667826"/>
            <a:ext cx="803758" cy="395364"/>
          </a:xfrm>
          <a:prstGeom prst="rect">
            <a:avLst/>
          </a:prstGeom>
          <a:solidFill>
            <a:srgbClr val="FFFFFF">
              <a:alpha val="963"/>
            </a:srgbClr>
          </a:solidFill>
          <a:ln/>
        </p:spPr>
      </p:sp>
      <p:sp>
        <p:nvSpPr>
          <p:cNvPr id="144" name="Shape 142"/>
          <p:cNvSpPr/>
          <p:nvPr/>
        </p:nvSpPr>
        <p:spPr>
          <a:xfrm>
            <a:off x="862279" y="9054046"/>
            <a:ext cx="803758" cy="395364"/>
          </a:xfrm>
          <a:prstGeom prst="rect">
            <a:avLst/>
          </a:prstGeom>
          <a:solidFill>
            <a:srgbClr val="FFFFFF">
              <a:alpha val="1100"/>
            </a:srgbClr>
          </a:solidFill>
          <a:ln/>
        </p:spPr>
      </p:sp>
      <p:sp>
        <p:nvSpPr>
          <p:cNvPr id="145" name="Shape 143"/>
          <p:cNvSpPr/>
          <p:nvPr/>
        </p:nvSpPr>
        <p:spPr>
          <a:xfrm>
            <a:off x="1435608" y="-1775765"/>
            <a:ext cx="803758" cy="849706"/>
          </a:xfrm>
          <a:prstGeom prst="rect">
            <a:avLst/>
          </a:prstGeom>
          <a:solidFill>
            <a:srgbClr val="F8FE05">
              <a:alpha val="8250"/>
            </a:srgbClr>
          </a:solidFill>
          <a:ln/>
        </p:spPr>
      </p:sp>
      <p:sp>
        <p:nvSpPr>
          <p:cNvPr id="146" name="Shape 144"/>
          <p:cNvSpPr/>
          <p:nvPr/>
        </p:nvSpPr>
        <p:spPr>
          <a:xfrm>
            <a:off x="1435608" y="-935203"/>
            <a:ext cx="803758" cy="849706"/>
          </a:xfrm>
          <a:prstGeom prst="rect">
            <a:avLst/>
          </a:prstGeom>
          <a:solidFill>
            <a:srgbClr val="F8FE05">
              <a:alpha val="7219"/>
            </a:srgbClr>
          </a:solidFill>
          <a:ln/>
        </p:spPr>
      </p:sp>
      <p:sp>
        <p:nvSpPr>
          <p:cNvPr id="147" name="Shape 145"/>
          <p:cNvSpPr/>
          <p:nvPr/>
        </p:nvSpPr>
        <p:spPr>
          <a:xfrm>
            <a:off x="1435608" y="-94640"/>
            <a:ext cx="803758" cy="849706"/>
          </a:xfrm>
          <a:prstGeom prst="rect">
            <a:avLst/>
          </a:prstGeom>
          <a:solidFill>
            <a:srgbClr val="F8FE05">
              <a:alpha val="6188"/>
            </a:srgbClr>
          </a:solidFill>
          <a:ln/>
        </p:spPr>
      </p:sp>
      <p:sp>
        <p:nvSpPr>
          <p:cNvPr id="148" name="Shape 146"/>
          <p:cNvSpPr/>
          <p:nvPr/>
        </p:nvSpPr>
        <p:spPr>
          <a:xfrm>
            <a:off x="1435608" y="745922"/>
            <a:ext cx="803758" cy="849706"/>
          </a:xfrm>
          <a:prstGeom prst="rect">
            <a:avLst/>
          </a:prstGeom>
          <a:solidFill>
            <a:srgbClr val="F8FE05">
              <a:alpha val="5156"/>
            </a:srgbClr>
          </a:solidFill>
          <a:ln/>
        </p:spPr>
      </p:sp>
      <p:sp>
        <p:nvSpPr>
          <p:cNvPr id="149" name="Shape 147"/>
          <p:cNvSpPr/>
          <p:nvPr/>
        </p:nvSpPr>
        <p:spPr>
          <a:xfrm>
            <a:off x="1435608" y="1586484"/>
            <a:ext cx="803758" cy="849706"/>
          </a:xfrm>
          <a:prstGeom prst="rect">
            <a:avLst/>
          </a:prstGeom>
          <a:solidFill>
            <a:srgbClr val="F8FE05">
              <a:alpha val="4125"/>
            </a:srgbClr>
          </a:solidFill>
          <a:ln/>
        </p:spPr>
      </p:sp>
      <p:sp>
        <p:nvSpPr>
          <p:cNvPr id="150" name="Shape 148"/>
          <p:cNvSpPr/>
          <p:nvPr/>
        </p:nvSpPr>
        <p:spPr>
          <a:xfrm>
            <a:off x="1435608" y="2427046"/>
            <a:ext cx="803758" cy="849706"/>
          </a:xfrm>
          <a:prstGeom prst="rect">
            <a:avLst/>
          </a:prstGeom>
          <a:solidFill>
            <a:srgbClr val="F8FE05">
              <a:alpha val="3094"/>
            </a:srgbClr>
          </a:solidFill>
          <a:ln/>
        </p:spPr>
      </p:sp>
      <p:sp>
        <p:nvSpPr>
          <p:cNvPr id="151" name="Shape 149"/>
          <p:cNvSpPr/>
          <p:nvPr/>
        </p:nvSpPr>
        <p:spPr>
          <a:xfrm>
            <a:off x="1435608" y="3267608"/>
            <a:ext cx="803758" cy="849706"/>
          </a:xfrm>
          <a:prstGeom prst="rect">
            <a:avLst/>
          </a:prstGeom>
          <a:solidFill>
            <a:srgbClr val="F8FE05">
              <a:alpha val="2063"/>
            </a:srgbClr>
          </a:solidFill>
          <a:ln/>
        </p:spPr>
      </p:sp>
      <p:sp>
        <p:nvSpPr>
          <p:cNvPr id="152" name="Shape 150"/>
          <p:cNvSpPr/>
          <p:nvPr/>
        </p:nvSpPr>
        <p:spPr>
          <a:xfrm>
            <a:off x="1435608" y="4108171"/>
            <a:ext cx="803758" cy="849706"/>
          </a:xfrm>
          <a:prstGeom prst="rect">
            <a:avLst/>
          </a:prstGeom>
          <a:solidFill>
            <a:srgbClr val="F8FE05">
              <a:alpha val="1031"/>
            </a:srgbClr>
          </a:solidFill>
          <a:ln/>
        </p:spPr>
      </p:sp>
      <p:sp>
        <p:nvSpPr>
          <p:cNvPr id="153" name="Shape 151"/>
          <p:cNvSpPr/>
          <p:nvPr/>
        </p:nvSpPr>
        <p:spPr>
          <a:xfrm>
            <a:off x="2806294" y="-1775765"/>
            <a:ext cx="803758" cy="523723"/>
          </a:xfrm>
          <a:prstGeom prst="rect">
            <a:avLst/>
          </a:prstGeom>
          <a:solidFill>
            <a:srgbClr val="F8FE05">
              <a:alpha val="3850"/>
            </a:srgbClr>
          </a:solidFill>
          <a:ln/>
        </p:spPr>
      </p:sp>
      <p:sp>
        <p:nvSpPr>
          <p:cNvPr id="154" name="Shape 152"/>
          <p:cNvSpPr/>
          <p:nvPr/>
        </p:nvSpPr>
        <p:spPr>
          <a:xfrm>
            <a:off x="2806294" y="-1261186"/>
            <a:ext cx="803758" cy="523723"/>
          </a:xfrm>
          <a:prstGeom prst="rect">
            <a:avLst/>
          </a:prstGeom>
          <a:solidFill>
            <a:srgbClr val="F8FE05">
              <a:alpha val="3369"/>
            </a:srgbClr>
          </a:solidFill>
          <a:ln/>
        </p:spPr>
      </p:sp>
      <p:sp>
        <p:nvSpPr>
          <p:cNvPr id="155" name="Shape 153"/>
          <p:cNvSpPr/>
          <p:nvPr/>
        </p:nvSpPr>
        <p:spPr>
          <a:xfrm>
            <a:off x="2806294" y="-746608"/>
            <a:ext cx="803758" cy="523723"/>
          </a:xfrm>
          <a:prstGeom prst="rect">
            <a:avLst/>
          </a:prstGeom>
          <a:solidFill>
            <a:srgbClr val="F8FE05">
              <a:alpha val="2888"/>
            </a:srgbClr>
          </a:solidFill>
          <a:ln/>
        </p:spPr>
      </p:sp>
      <p:sp>
        <p:nvSpPr>
          <p:cNvPr id="156" name="Shape 154"/>
          <p:cNvSpPr/>
          <p:nvPr/>
        </p:nvSpPr>
        <p:spPr>
          <a:xfrm>
            <a:off x="2806294" y="-232029"/>
            <a:ext cx="803758" cy="523723"/>
          </a:xfrm>
          <a:prstGeom prst="rect">
            <a:avLst/>
          </a:prstGeom>
          <a:solidFill>
            <a:srgbClr val="F8FE05">
              <a:alpha val="2406"/>
            </a:srgbClr>
          </a:solidFill>
          <a:ln/>
        </p:spPr>
      </p:sp>
      <p:sp>
        <p:nvSpPr>
          <p:cNvPr id="157" name="Shape 155"/>
          <p:cNvSpPr/>
          <p:nvPr/>
        </p:nvSpPr>
        <p:spPr>
          <a:xfrm>
            <a:off x="2806294" y="282550"/>
            <a:ext cx="803758" cy="523723"/>
          </a:xfrm>
          <a:prstGeom prst="rect">
            <a:avLst/>
          </a:prstGeom>
          <a:solidFill>
            <a:srgbClr val="F8FE05">
              <a:alpha val="1925"/>
            </a:srgbClr>
          </a:solidFill>
          <a:ln/>
        </p:spPr>
      </p:sp>
      <p:sp>
        <p:nvSpPr>
          <p:cNvPr id="158" name="Shape 156"/>
          <p:cNvSpPr/>
          <p:nvPr/>
        </p:nvSpPr>
        <p:spPr>
          <a:xfrm>
            <a:off x="2806294" y="797128"/>
            <a:ext cx="803758" cy="523723"/>
          </a:xfrm>
          <a:prstGeom prst="rect">
            <a:avLst/>
          </a:prstGeom>
          <a:solidFill>
            <a:srgbClr val="F8FE05">
              <a:alpha val="1444"/>
            </a:srgbClr>
          </a:solidFill>
          <a:ln/>
        </p:spPr>
      </p:sp>
      <p:sp>
        <p:nvSpPr>
          <p:cNvPr id="159" name="Shape 157"/>
          <p:cNvSpPr/>
          <p:nvPr/>
        </p:nvSpPr>
        <p:spPr>
          <a:xfrm>
            <a:off x="2806294" y="1311707"/>
            <a:ext cx="803758" cy="523723"/>
          </a:xfrm>
          <a:prstGeom prst="rect">
            <a:avLst/>
          </a:prstGeom>
          <a:solidFill>
            <a:srgbClr val="F8FE05">
              <a:alpha val="963"/>
            </a:srgbClr>
          </a:solidFill>
          <a:ln/>
        </p:spPr>
      </p:sp>
      <p:sp>
        <p:nvSpPr>
          <p:cNvPr id="160" name="Shape 158"/>
          <p:cNvSpPr/>
          <p:nvPr/>
        </p:nvSpPr>
        <p:spPr>
          <a:xfrm>
            <a:off x="2806294" y="1826285"/>
            <a:ext cx="803758" cy="523723"/>
          </a:xfrm>
          <a:prstGeom prst="rect">
            <a:avLst/>
          </a:prstGeom>
          <a:solidFill>
            <a:srgbClr val="F8FE05">
              <a:alpha val="481"/>
            </a:srgbClr>
          </a:solidFill>
          <a:ln/>
        </p:spPr>
      </p:sp>
      <p:sp>
        <p:nvSpPr>
          <p:cNvPr id="161" name="Shape 159"/>
          <p:cNvSpPr/>
          <p:nvPr/>
        </p:nvSpPr>
        <p:spPr>
          <a:xfrm>
            <a:off x="2115922" y="-1775765"/>
            <a:ext cx="803758" cy="671284"/>
          </a:xfrm>
          <a:prstGeom prst="rect">
            <a:avLst/>
          </a:prstGeom>
          <a:solidFill>
            <a:srgbClr val="F8FE05">
              <a:alpha val="5500"/>
            </a:srgbClr>
          </a:solidFill>
          <a:ln/>
        </p:spPr>
      </p:sp>
      <p:sp>
        <p:nvSpPr>
          <p:cNvPr id="162" name="Shape 160"/>
          <p:cNvSpPr/>
          <p:nvPr/>
        </p:nvSpPr>
        <p:spPr>
          <a:xfrm>
            <a:off x="2115922" y="-1113625"/>
            <a:ext cx="803758" cy="671284"/>
          </a:xfrm>
          <a:prstGeom prst="rect">
            <a:avLst/>
          </a:prstGeom>
          <a:solidFill>
            <a:srgbClr val="F8FE05">
              <a:alpha val="4813"/>
            </a:srgbClr>
          </a:solidFill>
          <a:ln/>
        </p:spPr>
      </p:sp>
      <p:sp>
        <p:nvSpPr>
          <p:cNvPr id="163" name="Shape 161"/>
          <p:cNvSpPr/>
          <p:nvPr/>
        </p:nvSpPr>
        <p:spPr>
          <a:xfrm>
            <a:off x="2115922" y="-451485"/>
            <a:ext cx="803758" cy="671284"/>
          </a:xfrm>
          <a:prstGeom prst="rect">
            <a:avLst/>
          </a:prstGeom>
          <a:solidFill>
            <a:srgbClr val="F8FE05">
              <a:alpha val="4125"/>
            </a:srgbClr>
          </a:solidFill>
          <a:ln/>
        </p:spPr>
      </p:sp>
      <p:sp>
        <p:nvSpPr>
          <p:cNvPr id="164" name="Shape 162"/>
          <p:cNvSpPr/>
          <p:nvPr/>
        </p:nvSpPr>
        <p:spPr>
          <a:xfrm>
            <a:off x="2115922" y="210655"/>
            <a:ext cx="803758" cy="671284"/>
          </a:xfrm>
          <a:prstGeom prst="rect">
            <a:avLst/>
          </a:prstGeom>
          <a:solidFill>
            <a:srgbClr val="F8FE05">
              <a:alpha val="3438"/>
            </a:srgbClr>
          </a:solidFill>
          <a:ln/>
        </p:spPr>
      </p:sp>
      <p:sp>
        <p:nvSpPr>
          <p:cNvPr id="165" name="Shape 163"/>
          <p:cNvSpPr/>
          <p:nvPr/>
        </p:nvSpPr>
        <p:spPr>
          <a:xfrm>
            <a:off x="2115922" y="872795"/>
            <a:ext cx="803758" cy="671284"/>
          </a:xfrm>
          <a:prstGeom prst="rect">
            <a:avLst/>
          </a:prstGeom>
          <a:solidFill>
            <a:srgbClr val="F8FE05">
              <a:alpha val="2750"/>
            </a:srgbClr>
          </a:solidFill>
          <a:ln/>
        </p:spPr>
      </p:sp>
      <p:sp>
        <p:nvSpPr>
          <p:cNvPr id="166" name="Shape 164"/>
          <p:cNvSpPr/>
          <p:nvPr/>
        </p:nvSpPr>
        <p:spPr>
          <a:xfrm>
            <a:off x="2115922" y="1534935"/>
            <a:ext cx="803758" cy="671284"/>
          </a:xfrm>
          <a:prstGeom prst="rect">
            <a:avLst/>
          </a:prstGeom>
          <a:solidFill>
            <a:srgbClr val="F8FE05">
              <a:alpha val="2063"/>
            </a:srgbClr>
          </a:solidFill>
          <a:ln/>
        </p:spPr>
      </p:sp>
      <p:sp>
        <p:nvSpPr>
          <p:cNvPr id="167" name="Shape 165"/>
          <p:cNvSpPr/>
          <p:nvPr/>
        </p:nvSpPr>
        <p:spPr>
          <a:xfrm>
            <a:off x="2115922" y="2197075"/>
            <a:ext cx="803758" cy="671284"/>
          </a:xfrm>
          <a:prstGeom prst="rect">
            <a:avLst/>
          </a:prstGeom>
          <a:solidFill>
            <a:srgbClr val="F8FE05">
              <a:alpha val="1375"/>
            </a:srgbClr>
          </a:solidFill>
          <a:ln/>
        </p:spPr>
      </p:sp>
      <p:sp>
        <p:nvSpPr>
          <p:cNvPr id="168" name="Shape 166"/>
          <p:cNvSpPr/>
          <p:nvPr/>
        </p:nvSpPr>
        <p:spPr>
          <a:xfrm>
            <a:off x="2115922" y="2859215"/>
            <a:ext cx="803758" cy="671284"/>
          </a:xfrm>
          <a:prstGeom prst="rect">
            <a:avLst/>
          </a:prstGeom>
          <a:solidFill>
            <a:srgbClr val="F8FE05">
              <a:alpha val="688"/>
            </a:srgbClr>
          </a:solidFill>
          <a:ln/>
        </p:spPr>
      </p:sp>
      <p:sp>
        <p:nvSpPr>
          <p:cNvPr id="169" name="Shape 167"/>
          <p:cNvSpPr/>
          <p:nvPr/>
        </p:nvSpPr>
        <p:spPr>
          <a:xfrm>
            <a:off x="742493" y="-1775765"/>
            <a:ext cx="803758" cy="625107"/>
          </a:xfrm>
          <a:prstGeom prst="rect">
            <a:avLst/>
          </a:prstGeom>
          <a:solidFill>
            <a:srgbClr val="F8FE05">
              <a:alpha val="5500"/>
            </a:srgbClr>
          </a:solidFill>
          <a:ln/>
        </p:spPr>
      </p:sp>
      <p:sp>
        <p:nvSpPr>
          <p:cNvPr id="170" name="Shape 168"/>
          <p:cNvSpPr/>
          <p:nvPr/>
        </p:nvSpPr>
        <p:spPr>
          <a:xfrm>
            <a:off x="742493" y="-1159802"/>
            <a:ext cx="803758" cy="625107"/>
          </a:xfrm>
          <a:prstGeom prst="rect">
            <a:avLst/>
          </a:prstGeom>
          <a:solidFill>
            <a:srgbClr val="F8FE05">
              <a:alpha val="4813"/>
            </a:srgbClr>
          </a:solidFill>
          <a:ln/>
        </p:spPr>
      </p:sp>
      <p:sp>
        <p:nvSpPr>
          <p:cNvPr id="171" name="Shape 169"/>
          <p:cNvSpPr/>
          <p:nvPr/>
        </p:nvSpPr>
        <p:spPr>
          <a:xfrm>
            <a:off x="742493" y="-543839"/>
            <a:ext cx="803758" cy="625107"/>
          </a:xfrm>
          <a:prstGeom prst="rect">
            <a:avLst/>
          </a:prstGeom>
          <a:solidFill>
            <a:srgbClr val="F8FE05">
              <a:alpha val="4125"/>
            </a:srgbClr>
          </a:solidFill>
          <a:ln/>
        </p:spPr>
      </p:sp>
      <p:sp>
        <p:nvSpPr>
          <p:cNvPr id="172" name="Shape 170"/>
          <p:cNvSpPr/>
          <p:nvPr/>
        </p:nvSpPr>
        <p:spPr>
          <a:xfrm>
            <a:off x="742493" y="72123"/>
            <a:ext cx="803758" cy="625107"/>
          </a:xfrm>
          <a:prstGeom prst="rect">
            <a:avLst/>
          </a:prstGeom>
          <a:solidFill>
            <a:srgbClr val="F8FE05">
              <a:alpha val="3438"/>
            </a:srgbClr>
          </a:solidFill>
          <a:ln/>
        </p:spPr>
      </p:sp>
      <p:sp>
        <p:nvSpPr>
          <p:cNvPr id="173" name="Shape 171"/>
          <p:cNvSpPr/>
          <p:nvPr/>
        </p:nvSpPr>
        <p:spPr>
          <a:xfrm>
            <a:off x="742493" y="688086"/>
            <a:ext cx="803758" cy="625107"/>
          </a:xfrm>
          <a:prstGeom prst="rect">
            <a:avLst/>
          </a:prstGeom>
          <a:solidFill>
            <a:srgbClr val="F8FE05">
              <a:alpha val="2750"/>
            </a:srgbClr>
          </a:solidFill>
          <a:ln/>
        </p:spPr>
      </p:sp>
      <p:sp>
        <p:nvSpPr>
          <p:cNvPr id="174" name="Shape 172"/>
          <p:cNvSpPr/>
          <p:nvPr/>
        </p:nvSpPr>
        <p:spPr>
          <a:xfrm>
            <a:off x="742493" y="1304049"/>
            <a:ext cx="803758" cy="625107"/>
          </a:xfrm>
          <a:prstGeom prst="rect">
            <a:avLst/>
          </a:prstGeom>
          <a:solidFill>
            <a:srgbClr val="F8FE05">
              <a:alpha val="2063"/>
            </a:srgbClr>
          </a:solidFill>
          <a:ln/>
        </p:spPr>
      </p:sp>
      <p:sp>
        <p:nvSpPr>
          <p:cNvPr id="175" name="Shape 173"/>
          <p:cNvSpPr/>
          <p:nvPr/>
        </p:nvSpPr>
        <p:spPr>
          <a:xfrm>
            <a:off x="742493" y="1920011"/>
            <a:ext cx="803758" cy="625107"/>
          </a:xfrm>
          <a:prstGeom prst="rect">
            <a:avLst/>
          </a:prstGeom>
          <a:solidFill>
            <a:srgbClr val="F8FE05">
              <a:alpha val="1375"/>
            </a:srgbClr>
          </a:solidFill>
          <a:ln/>
        </p:spPr>
      </p:sp>
      <p:sp>
        <p:nvSpPr>
          <p:cNvPr id="176" name="Shape 174"/>
          <p:cNvSpPr/>
          <p:nvPr/>
        </p:nvSpPr>
        <p:spPr>
          <a:xfrm>
            <a:off x="742493" y="2535974"/>
            <a:ext cx="803758" cy="625107"/>
          </a:xfrm>
          <a:prstGeom prst="rect">
            <a:avLst/>
          </a:prstGeom>
          <a:solidFill>
            <a:srgbClr val="F8FE05">
              <a:alpha val="688"/>
            </a:srgbClr>
          </a:solidFill>
          <a:ln/>
        </p:spPr>
      </p:sp>
      <p:sp>
        <p:nvSpPr>
          <p:cNvPr id="177" name="Shape 175"/>
          <p:cNvSpPr/>
          <p:nvPr/>
        </p:nvSpPr>
        <p:spPr>
          <a:xfrm>
            <a:off x="57607" y="-1775765"/>
            <a:ext cx="803758" cy="395364"/>
          </a:xfrm>
          <a:prstGeom prst="rect">
            <a:avLst/>
          </a:prstGeom>
          <a:solidFill>
            <a:srgbClr val="F8FE05">
              <a:alpha val="3850"/>
            </a:srgbClr>
          </a:solidFill>
          <a:ln/>
        </p:spPr>
      </p:sp>
      <p:sp>
        <p:nvSpPr>
          <p:cNvPr id="178" name="Shape 176"/>
          <p:cNvSpPr/>
          <p:nvPr/>
        </p:nvSpPr>
        <p:spPr>
          <a:xfrm>
            <a:off x="57607" y="-1389545"/>
            <a:ext cx="803758" cy="395364"/>
          </a:xfrm>
          <a:prstGeom prst="rect">
            <a:avLst/>
          </a:prstGeom>
          <a:solidFill>
            <a:srgbClr val="F8FE05">
              <a:alpha val="3369"/>
            </a:srgbClr>
          </a:solidFill>
          <a:ln/>
        </p:spPr>
      </p:sp>
      <p:sp>
        <p:nvSpPr>
          <p:cNvPr id="179" name="Shape 177"/>
          <p:cNvSpPr/>
          <p:nvPr/>
        </p:nvSpPr>
        <p:spPr>
          <a:xfrm>
            <a:off x="57607" y="-1003325"/>
            <a:ext cx="803758" cy="395364"/>
          </a:xfrm>
          <a:prstGeom prst="rect">
            <a:avLst/>
          </a:prstGeom>
          <a:solidFill>
            <a:srgbClr val="F8FE05">
              <a:alpha val="2888"/>
            </a:srgbClr>
          </a:solidFill>
          <a:ln/>
        </p:spPr>
      </p:sp>
      <p:sp>
        <p:nvSpPr>
          <p:cNvPr id="180" name="Shape 178"/>
          <p:cNvSpPr/>
          <p:nvPr/>
        </p:nvSpPr>
        <p:spPr>
          <a:xfrm>
            <a:off x="57607" y="-617106"/>
            <a:ext cx="803758" cy="395364"/>
          </a:xfrm>
          <a:prstGeom prst="rect">
            <a:avLst/>
          </a:prstGeom>
          <a:solidFill>
            <a:srgbClr val="F8FE05">
              <a:alpha val="2406"/>
            </a:srgbClr>
          </a:solidFill>
          <a:ln/>
        </p:spPr>
      </p:sp>
      <p:sp>
        <p:nvSpPr>
          <p:cNvPr id="181" name="Shape 179"/>
          <p:cNvSpPr/>
          <p:nvPr/>
        </p:nvSpPr>
        <p:spPr>
          <a:xfrm>
            <a:off x="57607" y="-230886"/>
            <a:ext cx="803758" cy="395364"/>
          </a:xfrm>
          <a:prstGeom prst="rect">
            <a:avLst/>
          </a:prstGeom>
          <a:solidFill>
            <a:srgbClr val="F8FE05">
              <a:alpha val="1925"/>
            </a:srgbClr>
          </a:solidFill>
          <a:ln/>
        </p:spPr>
      </p:sp>
      <p:sp>
        <p:nvSpPr>
          <p:cNvPr id="182" name="Shape 180"/>
          <p:cNvSpPr/>
          <p:nvPr/>
        </p:nvSpPr>
        <p:spPr>
          <a:xfrm>
            <a:off x="57607" y="155334"/>
            <a:ext cx="803758" cy="395364"/>
          </a:xfrm>
          <a:prstGeom prst="rect">
            <a:avLst/>
          </a:prstGeom>
          <a:solidFill>
            <a:srgbClr val="F8FE05">
              <a:alpha val="1444"/>
            </a:srgbClr>
          </a:solidFill>
          <a:ln/>
        </p:spPr>
      </p:sp>
      <p:sp>
        <p:nvSpPr>
          <p:cNvPr id="183" name="Shape 181"/>
          <p:cNvSpPr/>
          <p:nvPr/>
        </p:nvSpPr>
        <p:spPr>
          <a:xfrm>
            <a:off x="57607" y="541553"/>
            <a:ext cx="803758" cy="395364"/>
          </a:xfrm>
          <a:prstGeom prst="rect">
            <a:avLst/>
          </a:prstGeom>
          <a:solidFill>
            <a:srgbClr val="F8FE05">
              <a:alpha val="963"/>
            </a:srgbClr>
          </a:solidFill>
          <a:ln/>
        </p:spPr>
      </p:sp>
      <p:sp>
        <p:nvSpPr>
          <p:cNvPr id="184" name="Shape 182"/>
          <p:cNvSpPr/>
          <p:nvPr/>
        </p:nvSpPr>
        <p:spPr>
          <a:xfrm>
            <a:off x="57607" y="927773"/>
            <a:ext cx="803758" cy="395364"/>
          </a:xfrm>
          <a:prstGeom prst="rect">
            <a:avLst/>
          </a:prstGeom>
          <a:solidFill>
            <a:srgbClr val="F8FE05">
              <a:alpha val="481"/>
            </a:srgbClr>
          </a:solidFill>
          <a:ln/>
        </p:spPr>
      </p:sp>
      <p:sp>
        <p:nvSpPr>
          <p:cNvPr id="185" name="Shape 183"/>
          <p:cNvSpPr/>
          <p:nvPr/>
        </p:nvSpPr>
        <p:spPr>
          <a:xfrm>
            <a:off x="5578754" y="-1775765"/>
            <a:ext cx="803758" cy="849706"/>
          </a:xfrm>
          <a:prstGeom prst="rect">
            <a:avLst/>
          </a:prstGeom>
          <a:solidFill>
            <a:srgbClr val="F8FE05">
              <a:alpha val="8250"/>
            </a:srgbClr>
          </a:solidFill>
          <a:ln/>
        </p:spPr>
      </p:sp>
      <p:sp>
        <p:nvSpPr>
          <p:cNvPr id="186" name="Shape 184"/>
          <p:cNvSpPr/>
          <p:nvPr/>
        </p:nvSpPr>
        <p:spPr>
          <a:xfrm>
            <a:off x="5578754" y="-935203"/>
            <a:ext cx="803758" cy="849706"/>
          </a:xfrm>
          <a:prstGeom prst="rect">
            <a:avLst/>
          </a:prstGeom>
          <a:solidFill>
            <a:srgbClr val="F8FE05">
              <a:alpha val="7219"/>
            </a:srgbClr>
          </a:solidFill>
          <a:ln/>
        </p:spPr>
      </p:sp>
      <p:sp>
        <p:nvSpPr>
          <p:cNvPr id="187" name="Shape 185"/>
          <p:cNvSpPr/>
          <p:nvPr/>
        </p:nvSpPr>
        <p:spPr>
          <a:xfrm>
            <a:off x="5578754" y="-94640"/>
            <a:ext cx="803758" cy="849706"/>
          </a:xfrm>
          <a:prstGeom prst="rect">
            <a:avLst/>
          </a:prstGeom>
          <a:solidFill>
            <a:srgbClr val="F8FE05">
              <a:alpha val="6188"/>
            </a:srgbClr>
          </a:solidFill>
          <a:ln/>
        </p:spPr>
      </p:sp>
      <p:sp>
        <p:nvSpPr>
          <p:cNvPr id="188" name="Shape 186"/>
          <p:cNvSpPr/>
          <p:nvPr/>
        </p:nvSpPr>
        <p:spPr>
          <a:xfrm>
            <a:off x="5578754" y="745922"/>
            <a:ext cx="803758" cy="849706"/>
          </a:xfrm>
          <a:prstGeom prst="rect">
            <a:avLst/>
          </a:prstGeom>
          <a:solidFill>
            <a:srgbClr val="F8FE05">
              <a:alpha val="5156"/>
            </a:srgbClr>
          </a:solidFill>
          <a:ln/>
        </p:spPr>
      </p:sp>
      <p:sp>
        <p:nvSpPr>
          <p:cNvPr id="189" name="Shape 187"/>
          <p:cNvSpPr/>
          <p:nvPr/>
        </p:nvSpPr>
        <p:spPr>
          <a:xfrm>
            <a:off x="5578754" y="1586484"/>
            <a:ext cx="803758" cy="849706"/>
          </a:xfrm>
          <a:prstGeom prst="rect">
            <a:avLst/>
          </a:prstGeom>
          <a:solidFill>
            <a:srgbClr val="F8FE05">
              <a:alpha val="4125"/>
            </a:srgbClr>
          </a:solidFill>
          <a:ln/>
        </p:spPr>
      </p:sp>
      <p:sp>
        <p:nvSpPr>
          <p:cNvPr id="190" name="Shape 188"/>
          <p:cNvSpPr/>
          <p:nvPr/>
        </p:nvSpPr>
        <p:spPr>
          <a:xfrm>
            <a:off x="5578754" y="2427046"/>
            <a:ext cx="803758" cy="849706"/>
          </a:xfrm>
          <a:prstGeom prst="rect">
            <a:avLst/>
          </a:prstGeom>
          <a:solidFill>
            <a:srgbClr val="F8FE05">
              <a:alpha val="3094"/>
            </a:srgbClr>
          </a:solidFill>
          <a:ln/>
        </p:spPr>
      </p:sp>
      <p:sp>
        <p:nvSpPr>
          <p:cNvPr id="191" name="Shape 189"/>
          <p:cNvSpPr/>
          <p:nvPr/>
        </p:nvSpPr>
        <p:spPr>
          <a:xfrm>
            <a:off x="5578754" y="3267608"/>
            <a:ext cx="803758" cy="849706"/>
          </a:xfrm>
          <a:prstGeom prst="rect">
            <a:avLst/>
          </a:prstGeom>
          <a:solidFill>
            <a:srgbClr val="F8FE05">
              <a:alpha val="2063"/>
            </a:srgbClr>
          </a:solidFill>
          <a:ln/>
        </p:spPr>
      </p:sp>
      <p:sp>
        <p:nvSpPr>
          <p:cNvPr id="192" name="Shape 190"/>
          <p:cNvSpPr/>
          <p:nvPr/>
        </p:nvSpPr>
        <p:spPr>
          <a:xfrm>
            <a:off x="5578754" y="4108171"/>
            <a:ext cx="803758" cy="849706"/>
          </a:xfrm>
          <a:prstGeom prst="rect">
            <a:avLst/>
          </a:prstGeom>
          <a:solidFill>
            <a:srgbClr val="F8FE05">
              <a:alpha val="1031"/>
            </a:srgbClr>
          </a:solidFill>
          <a:ln/>
        </p:spPr>
      </p:sp>
      <p:sp>
        <p:nvSpPr>
          <p:cNvPr id="193" name="Shape 191"/>
          <p:cNvSpPr/>
          <p:nvPr/>
        </p:nvSpPr>
        <p:spPr>
          <a:xfrm>
            <a:off x="6948526" y="-1775765"/>
            <a:ext cx="803758" cy="523723"/>
          </a:xfrm>
          <a:prstGeom prst="rect">
            <a:avLst/>
          </a:prstGeom>
          <a:solidFill>
            <a:srgbClr val="F8FE05">
              <a:alpha val="3850"/>
            </a:srgbClr>
          </a:solidFill>
          <a:ln/>
        </p:spPr>
      </p:sp>
      <p:sp>
        <p:nvSpPr>
          <p:cNvPr id="194" name="Shape 192"/>
          <p:cNvSpPr/>
          <p:nvPr/>
        </p:nvSpPr>
        <p:spPr>
          <a:xfrm>
            <a:off x="6948526" y="-1261186"/>
            <a:ext cx="803758" cy="523723"/>
          </a:xfrm>
          <a:prstGeom prst="rect">
            <a:avLst/>
          </a:prstGeom>
          <a:solidFill>
            <a:srgbClr val="F8FE05">
              <a:alpha val="3369"/>
            </a:srgbClr>
          </a:solidFill>
          <a:ln/>
        </p:spPr>
      </p:sp>
      <p:sp>
        <p:nvSpPr>
          <p:cNvPr id="195" name="Shape 193"/>
          <p:cNvSpPr/>
          <p:nvPr/>
        </p:nvSpPr>
        <p:spPr>
          <a:xfrm>
            <a:off x="6948526" y="-746608"/>
            <a:ext cx="803758" cy="523723"/>
          </a:xfrm>
          <a:prstGeom prst="rect">
            <a:avLst/>
          </a:prstGeom>
          <a:solidFill>
            <a:srgbClr val="F8FE05">
              <a:alpha val="2888"/>
            </a:srgbClr>
          </a:solidFill>
          <a:ln/>
        </p:spPr>
      </p:sp>
      <p:sp>
        <p:nvSpPr>
          <p:cNvPr id="196" name="Shape 194"/>
          <p:cNvSpPr/>
          <p:nvPr/>
        </p:nvSpPr>
        <p:spPr>
          <a:xfrm>
            <a:off x="6948526" y="-232029"/>
            <a:ext cx="803758" cy="523723"/>
          </a:xfrm>
          <a:prstGeom prst="rect">
            <a:avLst/>
          </a:prstGeom>
          <a:solidFill>
            <a:srgbClr val="F8FE05">
              <a:alpha val="2406"/>
            </a:srgbClr>
          </a:solidFill>
          <a:ln/>
        </p:spPr>
      </p:sp>
      <p:sp>
        <p:nvSpPr>
          <p:cNvPr id="197" name="Shape 195"/>
          <p:cNvSpPr/>
          <p:nvPr/>
        </p:nvSpPr>
        <p:spPr>
          <a:xfrm>
            <a:off x="6948526" y="282550"/>
            <a:ext cx="803758" cy="523723"/>
          </a:xfrm>
          <a:prstGeom prst="rect">
            <a:avLst/>
          </a:prstGeom>
          <a:solidFill>
            <a:srgbClr val="F8FE05">
              <a:alpha val="1925"/>
            </a:srgbClr>
          </a:solidFill>
          <a:ln/>
        </p:spPr>
      </p:sp>
      <p:sp>
        <p:nvSpPr>
          <p:cNvPr id="198" name="Shape 196"/>
          <p:cNvSpPr/>
          <p:nvPr/>
        </p:nvSpPr>
        <p:spPr>
          <a:xfrm>
            <a:off x="6948526" y="797128"/>
            <a:ext cx="803758" cy="523723"/>
          </a:xfrm>
          <a:prstGeom prst="rect">
            <a:avLst/>
          </a:prstGeom>
          <a:solidFill>
            <a:srgbClr val="F8FE05">
              <a:alpha val="1444"/>
            </a:srgbClr>
          </a:solidFill>
          <a:ln/>
        </p:spPr>
      </p:sp>
      <p:sp>
        <p:nvSpPr>
          <p:cNvPr id="199" name="Shape 197"/>
          <p:cNvSpPr/>
          <p:nvPr/>
        </p:nvSpPr>
        <p:spPr>
          <a:xfrm>
            <a:off x="6948526" y="1311707"/>
            <a:ext cx="803758" cy="523723"/>
          </a:xfrm>
          <a:prstGeom prst="rect">
            <a:avLst/>
          </a:prstGeom>
          <a:solidFill>
            <a:srgbClr val="F8FE05">
              <a:alpha val="963"/>
            </a:srgbClr>
          </a:solidFill>
          <a:ln/>
        </p:spPr>
      </p:sp>
      <p:sp>
        <p:nvSpPr>
          <p:cNvPr id="200" name="Shape 198"/>
          <p:cNvSpPr/>
          <p:nvPr/>
        </p:nvSpPr>
        <p:spPr>
          <a:xfrm>
            <a:off x="6948526" y="1826285"/>
            <a:ext cx="803758" cy="523723"/>
          </a:xfrm>
          <a:prstGeom prst="rect">
            <a:avLst/>
          </a:prstGeom>
          <a:solidFill>
            <a:srgbClr val="F8FE05">
              <a:alpha val="481"/>
            </a:srgbClr>
          </a:solidFill>
          <a:ln/>
        </p:spPr>
      </p:sp>
      <p:sp>
        <p:nvSpPr>
          <p:cNvPr id="201" name="Shape 199"/>
          <p:cNvSpPr/>
          <p:nvPr/>
        </p:nvSpPr>
        <p:spPr>
          <a:xfrm>
            <a:off x="6259068" y="-1775765"/>
            <a:ext cx="803758" cy="671284"/>
          </a:xfrm>
          <a:prstGeom prst="rect">
            <a:avLst/>
          </a:prstGeom>
          <a:solidFill>
            <a:srgbClr val="F8FE05">
              <a:alpha val="5500"/>
            </a:srgbClr>
          </a:solidFill>
          <a:ln/>
        </p:spPr>
      </p:sp>
      <p:sp>
        <p:nvSpPr>
          <p:cNvPr id="202" name="Shape 200"/>
          <p:cNvSpPr/>
          <p:nvPr/>
        </p:nvSpPr>
        <p:spPr>
          <a:xfrm>
            <a:off x="6259068" y="-1113625"/>
            <a:ext cx="803758" cy="671284"/>
          </a:xfrm>
          <a:prstGeom prst="rect">
            <a:avLst/>
          </a:prstGeom>
          <a:solidFill>
            <a:srgbClr val="F8FE05">
              <a:alpha val="4813"/>
            </a:srgbClr>
          </a:solidFill>
          <a:ln/>
        </p:spPr>
      </p:sp>
      <p:sp>
        <p:nvSpPr>
          <p:cNvPr id="203" name="Shape 201"/>
          <p:cNvSpPr/>
          <p:nvPr/>
        </p:nvSpPr>
        <p:spPr>
          <a:xfrm>
            <a:off x="6259068" y="-451485"/>
            <a:ext cx="803758" cy="671284"/>
          </a:xfrm>
          <a:prstGeom prst="rect">
            <a:avLst/>
          </a:prstGeom>
          <a:solidFill>
            <a:srgbClr val="F8FE05">
              <a:alpha val="4125"/>
            </a:srgbClr>
          </a:solidFill>
          <a:ln/>
        </p:spPr>
      </p:sp>
      <p:sp>
        <p:nvSpPr>
          <p:cNvPr id="204" name="Shape 202"/>
          <p:cNvSpPr/>
          <p:nvPr/>
        </p:nvSpPr>
        <p:spPr>
          <a:xfrm>
            <a:off x="6259068" y="210655"/>
            <a:ext cx="803758" cy="671284"/>
          </a:xfrm>
          <a:prstGeom prst="rect">
            <a:avLst/>
          </a:prstGeom>
          <a:solidFill>
            <a:srgbClr val="F8FE05">
              <a:alpha val="3438"/>
            </a:srgbClr>
          </a:solidFill>
          <a:ln/>
        </p:spPr>
      </p:sp>
      <p:sp>
        <p:nvSpPr>
          <p:cNvPr id="205" name="Shape 203"/>
          <p:cNvSpPr/>
          <p:nvPr/>
        </p:nvSpPr>
        <p:spPr>
          <a:xfrm>
            <a:off x="6259068" y="872795"/>
            <a:ext cx="803758" cy="671284"/>
          </a:xfrm>
          <a:prstGeom prst="rect">
            <a:avLst/>
          </a:prstGeom>
          <a:solidFill>
            <a:srgbClr val="F8FE05">
              <a:alpha val="2750"/>
            </a:srgbClr>
          </a:solidFill>
          <a:ln/>
        </p:spPr>
      </p:sp>
      <p:sp>
        <p:nvSpPr>
          <p:cNvPr id="206" name="Shape 204"/>
          <p:cNvSpPr/>
          <p:nvPr/>
        </p:nvSpPr>
        <p:spPr>
          <a:xfrm>
            <a:off x="6259068" y="1534935"/>
            <a:ext cx="803758" cy="671284"/>
          </a:xfrm>
          <a:prstGeom prst="rect">
            <a:avLst/>
          </a:prstGeom>
          <a:solidFill>
            <a:srgbClr val="F8FE05">
              <a:alpha val="2063"/>
            </a:srgbClr>
          </a:solidFill>
          <a:ln/>
        </p:spPr>
      </p:sp>
      <p:sp>
        <p:nvSpPr>
          <p:cNvPr id="207" name="Shape 205"/>
          <p:cNvSpPr/>
          <p:nvPr/>
        </p:nvSpPr>
        <p:spPr>
          <a:xfrm>
            <a:off x="6259068" y="2197075"/>
            <a:ext cx="803758" cy="671284"/>
          </a:xfrm>
          <a:prstGeom prst="rect">
            <a:avLst/>
          </a:prstGeom>
          <a:solidFill>
            <a:srgbClr val="F8FE05">
              <a:alpha val="1375"/>
            </a:srgbClr>
          </a:solidFill>
          <a:ln/>
        </p:spPr>
      </p:sp>
      <p:sp>
        <p:nvSpPr>
          <p:cNvPr id="208" name="Shape 206"/>
          <p:cNvSpPr/>
          <p:nvPr/>
        </p:nvSpPr>
        <p:spPr>
          <a:xfrm>
            <a:off x="6259068" y="2859215"/>
            <a:ext cx="803758" cy="671284"/>
          </a:xfrm>
          <a:prstGeom prst="rect">
            <a:avLst/>
          </a:prstGeom>
          <a:solidFill>
            <a:srgbClr val="F8FE05">
              <a:alpha val="688"/>
            </a:srgbClr>
          </a:solidFill>
          <a:ln/>
        </p:spPr>
      </p:sp>
      <p:sp>
        <p:nvSpPr>
          <p:cNvPr id="209" name="Shape 207"/>
          <p:cNvSpPr/>
          <p:nvPr/>
        </p:nvSpPr>
        <p:spPr>
          <a:xfrm>
            <a:off x="4892040" y="-1775765"/>
            <a:ext cx="803758" cy="625107"/>
          </a:xfrm>
          <a:prstGeom prst="rect">
            <a:avLst/>
          </a:prstGeom>
          <a:solidFill>
            <a:srgbClr val="F8FE05">
              <a:alpha val="5500"/>
            </a:srgbClr>
          </a:solidFill>
          <a:ln/>
        </p:spPr>
      </p:sp>
      <p:sp>
        <p:nvSpPr>
          <p:cNvPr id="210" name="Shape 208"/>
          <p:cNvSpPr/>
          <p:nvPr/>
        </p:nvSpPr>
        <p:spPr>
          <a:xfrm>
            <a:off x="4892040" y="-1159802"/>
            <a:ext cx="803758" cy="625107"/>
          </a:xfrm>
          <a:prstGeom prst="rect">
            <a:avLst/>
          </a:prstGeom>
          <a:solidFill>
            <a:srgbClr val="F8FE05">
              <a:alpha val="4813"/>
            </a:srgbClr>
          </a:solidFill>
          <a:ln/>
        </p:spPr>
      </p:sp>
      <p:sp>
        <p:nvSpPr>
          <p:cNvPr id="211" name="Shape 209"/>
          <p:cNvSpPr/>
          <p:nvPr/>
        </p:nvSpPr>
        <p:spPr>
          <a:xfrm>
            <a:off x="4892040" y="-543839"/>
            <a:ext cx="803758" cy="625107"/>
          </a:xfrm>
          <a:prstGeom prst="rect">
            <a:avLst/>
          </a:prstGeom>
          <a:solidFill>
            <a:srgbClr val="F8FE05">
              <a:alpha val="4125"/>
            </a:srgbClr>
          </a:solidFill>
          <a:ln/>
        </p:spPr>
      </p:sp>
      <p:sp>
        <p:nvSpPr>
          <p:cNvPr id="212" name="Shape 210"/>
          <p:cNvSpPr/>
          <p:nvPr/>
        </p:nvSpPr>
        <p:spPr>
          <a:xfrm>
            <a:off x="4892040" y="72123"/>
            <a:ext cx="803758" cy="625107"/>
          </a:xfrm>
          <a:prstGeom prst="rect">
            <a:avLst/>
          </a:prstGeom>
          <a:solidFill>
            <a:srgbClr val="F8FE05">
              <a:alpha val="3438"/>
            </a:srgbClr>
          </a:solidFill>
          <a:ln/>
        </p:spPr>
      </p:sp>
      <p:sp>
        <p:nvSpPr>
          <p:cNvPr id="213" name="Shape 211"/>
          <p:cNvSpPr/>
          <p:nvPr/>
        </p:nvSpPr>
        <p:spPr>
          <a:xfrm>
            <a:off x="4892040" y="688086"/>
            <a:ext cx="803758" cy="625107"/>
          </a:xfrm>
          <a:prstGeom prst="rect">
            <a:avLst/>
          </a:prstGeom>
          <a:solidFill>
            <a:srgbClr val="F8FE05">
              <a:alpha val="2750"/>
            </a:srgbClr>
          </a:solidFill>
          <a:ln/>
        </p:spPr>
      </p:sp>
      <p:sp>
        <p:nvSpPr>
          <p:cNvPr id="214" name="Shape 212"/>
          <p:cNvSpPr/>
          <p:nvPr/>
        </p:nvSpPr>
        <p:spPr>
          <a:xfrm>
            <a:off x="4892040" y="1304049"/>
            <a:ext cx="803758" cy="625107"/>
          </a:xfrm>
          <a:prstGeom prst="rect">
            <a:avLst/>
          </a:prstGeom>
          <a:solidFill>
            <a:srgbClr val="F8FE05">
              <a:alpha val="2063"/>
            </a:srgbClr>
          </a:solidFill>
          <a:ln/>
        </p:spPr>
      </p:sp>
      <p:sp>
        <p:nvSpPr>
          <p:cNvPr id="215" name="Shape 213"/>
          <p:cNvSpPr/>
          <p:nvPr/>
        </p:nvSpPr>
        <p:spPr>
          <a:xfrm>
            <a:off x="4892040" y="1920011"/>
            <a:ext cx="803758" cy="625107"/>
          </a:xfrm>
          <a:prstGeom prst="rect">
            <a:avLst/>
          </a:prstGeom>
          <a:solidFill>
            <a:srgbClr val="F8FE05">
              <a:alpha val="1375"/>
            </a:srgbClr>
          </a:solidFill>
          <a:ln/>
        </p:spPr>
      </p:sp>
      <p:sp>
        <p:nvSpPr>
          <p:cNvPr id="216" name="Shape 214"/>
          <p:cNvSpPr/>
          <p:nvPr/>
        </p:nvSpPr>
        <p:spPr>
          <a:xfrm>
            <a:off x="4892040" y="2535974"/>
            <a:ext cx="803758" cy="625107"/>
          </a:xfrm>
          <a:prstGeom prst="rect">
            <a:avLst/>
          </a:prstGeom>
          <a:solidFill>
            <a:srgbClr val="F8FE05">
              <a:alpha val="688"/>
            </a:srgbClr>
          </a:solidFill>
          <a:ln/>
        </p:spPr>
      </p:sp>
      <p:sp>
        <p:nvSpPr>
          <p:cNvPr id="217" name="Shape 215"/>
          <p:cNvSpPr/>
          <p:nvPr/>
        </p:nvSpPr>
        <p:spPr>
          <a:xfrm>
            <a:off x="4200754" y="-1775765"/>
            <a:ext cx="803758" cy="395364"/>
          </a:xfrm>
          <a:prstGeom prst="rect">
            <a:avLst/>
          </a:prstGeom>
          <a:solidFill>
            <a:srgbClr val="F8FE05">
              <a:alpha val="3850"/>
            </a:srgbClr>
          </a:solidFill>
          <a:ln/>
        </p:spPr>
      </p:sp>
      <p:sp>
        <p:nvSpPr>
          <p:cNvPr id="218" name="Shape 216"/>
          <p:cNvSpPr/>
          <p:nvPr/>
        </p:nvSpPr>
        <p:spPr>
          <a:xfrm>
            <a:off x="4200754" y="-1389545"/>
            <a:ext cx="803758" cy="395364"/>
          </a:xfrm>
          <a:prstGeom prst="rect">
            <a:avLst/>
          </a:prstGeom>
          <a:solidFill>
            <a:srgbClr val="F8FE05">
              <a:alpha val="3369"/>
            </a:srgbClr>
          </a:solidFill>
          <a:ln/>
        </p:spPr>
      </p:sp>
      <p:sp>
        <p:nvSpPr>
          <p:cNvPr id="219" name="Shape 217"/>
          <p:cNvSpPr/>
          <p:nvPr/>
        </p:nvSpPr>
        <p:spPr>
          <a:xfrm>
            <a:off x="4200754" y="-1003325"/>
            <a:ext cx="803758" cy="395364"/>
          </a:xfrm>
          <a:prstGeom prst="rect">
            <a:avLst/>
          </a:prstGeom>
          <a:solidFill>
            <a:srgbClr val="F8FE05">
              <a:alpha val="2888"/>
            </a:srgbClr>
          </a:solidFill>
          <a:ln/>
        </p:spPr>
      </p:sp>
      <p:sp>
        <p:nvSpPr>
          <p:cNvPr id="220" name="Shape 218"/>
          <p:cNvSpPr/>
          <p:nvPr/>
        </p:nvSpPr>
        <p:spPr>
          <a:xfrm>
            <a:off x="4200754" y="-617106"/>
            <a:ext cx="803758" cy="395364"/>
          </a:xfrm>
          <a:prstGeom prst="rect">
            <a:avLst/>
          </a:prstGeom>
          <a:solidFill>
            <a:srgbClr val="F8FE05">
              <a:alpha val="2406"/>
            </a:srgbClr>
          </a:solidFill>
          <a:ln/>
        </p:spPr>
      </p:sp>
      <p:sp>
        <p:nvSpPr>
          <p:cNvPr id="221" name="Shape 219"/>
          <p:cNvSpPr/>
          <p:nvPr/>
        </p:nvSpPr>
        <p:spPr>
          <a:xfrm>
            <a:off x="4200754" y="-230886"/>
            <a:ext cx="803758" cy="395364"/>
          </a:xfrm>
          <a:prstGeom prst="rect">
            <a:avLst/>
          </a:prstGeom>
          <a:solidFill>
            <a:srgbClr val="F8FE05">
              <a:alpha val="1925"/>
            </a:srgbClr>
          </a:solidFill>
          <a:ln/>
        </p:spPr>
      </p:sp>
      <p:sp>
        <p:nvSpPr>
          <p:cNvPr id="222" name="Shape 220"/>
          <p:cNvSpPr/>
          <p:nvPr/>
        </p:nvSpPr>
        <p:spPr>
          <a:xfrm>
            <a:off x="4200754" y="155334"/>
            <a:ext cx="803758" cy="395364"/>
          </a:xfrm>
          <a:prstGeom prst="rect">
            <a:avLst/>
          </a:prstGeom>
          <a:solidFill>
            <a:srgbClr val="F8FE05">
              <a:alpha val="1444"/>
            </a:srgbClr>
          </a:solidFill>
          <a:ln/>
        </p:spPr>
      </p:sp>
      <p:sp>
        <p:nvSpPr>
          <p:cNvPr id="223" name="Shape 221"/>
          <p:cNvSpPr/>
          <p:nvPr/>
        </p:nvSpPr>
        <p:spPr>
          <a:xfrm>
            <a:off x="4200754" y="541553"/>
            <a:ext cx="803758" cy="395364"/>
          </a:xfrm>
          <a:prstGeom prst="rect">
            <a:avLst/>
          </a:prstGeom>
          <a:solidFill>
            <a:srgbClr val="F8FE05">
              <a:alpha val="963"/>
            </a:srgbClr>
          </a:solidFill>
          <a:ln/>
        </p:spPr>
      </p:sp>
      <p:sp>
        <p:nvSpPr>
          <p:cNvPr id="224" name="Shape 222"/>
          <p:cNvSpPr/>
          <p:nvPr/>
        </p:nvSpPr>
        <p:spPr>
          <a:xfrm>
            <a:off x="4200754" y="927773"/>
            <a:ext cx="803758" cy="395364"/>
          </a:xfrm>
          <a:prstGeom prst="rect">
            <a:avLst/>
          </a:prstGeom>
          <a:solidFill>
            <a:srgbClr val="F8FE05">
              <a:alpha val="481"/>
            </a:srgbClr>
          </a:solidFill>
          <a:ln/>
        </p:spPr>
      </p:sp>
      <p:sp>
        <p:nvSpPr>
          <p:cNvPr id="225" name="Shape 223"/>
          <p:cNvSpPr/>
          <p:nvPr/>
        </p:nvSpPr>
        <p:spPr>
          <a:xfrm>
            <a:off x="9720986" y="-1775765"/>
            <a:ext cx="803758" cy="849706"/>
          </a:xfrm>
          <a:prstGeom prst="rect">
            <a:avLst/>
          </a:prstGeom>
          <a:solidFill>
            <a:srgbClr val="F8FE05">
              <a:alpha val="8250"/>
            </a:srgbClr>
          </a:solidFill>
          <a:ln/>
        </p:spPr>
      </p:sp>
      <p:sp>
        <p:nvSpPr>
          <p:cNvPr id="226" name="Shape 224"/>
          <p:cNvSpPr/>
          <p:nvPr/>
        </p:nvSpPr>
        <p:spPr>
          <a:xfrm>
            <a:off x="9720986" y="-935203"/>
            <a:ext cx="803758" cy="849706"/>
          </a:xfrm>
          <a:prstGeom prst="rect">
            <a:avLst/>
          </a:prstGeom>
          <a:solidFill>
            <a:srgbClr val="F8FE05">
              <a:alpha val="7219"/>
            </a:srgbClr>
          </a:solidFill>
          <a:ln/>
        </p:spPr>
      </p:sp>
      <p:sp>
        <p:nvSpPr>
          <p:cNvPr id="227" name="Shape 225"/>
          <p:cNvSpPr/>
          <p:nvPr/>
        </p:nvSpPr>
        <p:spPr>
          <a:xfrm>
            <a:off x="9720986" y="-94640"/>
            <a:ext cx="803758" cy="849706"/>
          </a:xfrm>
          <a:prstGeom prst="rect">
            <a:avLst/>
          </a:prstGeom>
          <a:solidFill>
            <a:srgbClr val="F8FE05">
              <a:alpha val="6188"/>
            </a:srgbClr>
          </a:solidFill>
          <a:ln/>
        </p:spPr>
      </p:sp>
      <p:sp>
        <p:nvSpPr>
          <p:cNvPr id="228" name="Shape 226"/>
          <p:cNvSpPr/>
          <p:nvPr/>
        </p:nvSpPr>
        <p:spPr>
          <a:xfrm>
            <a:off x="9720986" y="745922"/>
            <a:ext cx="803758" cy="849706"/>
          </a:xfrm>
          <a:prstGeom prst="rect">
            <a:avLst/>
          </a:prstGeom>
          <a:solidFill>
            <a:srgbClr val="F8FE05">
              <a:alpha val="5156"/>
            </a:srgbClr>
          </a:solidFill>
          <a:ln/>
        </p:spPr>
      </p:sp>
      <p:sp>
        <p:nvSpPr>
          <p:cNvPr id="229" name="Shape 227"/>
          <p:cNvSpPr/>
          <p:nvPr/>
        </p:nvSpPr>
        <p:spPr>
          <a:xfrm>
            <a:off x="9720986" y="1586484"/>
            <a:ext cx="803758" cy="849706"/>
          </a:xfrm>
          <a:prstGeom prst="rect">
            <a:avLst/>
          </a:prstGeom>
          <a:solidFill>
            <a:srgbClr val="F8FE05">
              <a:alpha val="4125"/>
            </a:srgbClr>
          </a:solidFill>
          <a:ln/>
        </p:spPr>
      </p:sp>
      <p:sp>
        <p:nvSpPr>
          <p:cNvPr id="230" name="Shape 228"/>
          <p:cNvSpPr/>
          <p:nvPr/>
        </p:nvSpPr>
        <p:spPr>
          <a:xfrm>
            <a:off x="9720986" y="2427046"/>
            <a:ext cx="803758" cy="849706"/>
          </a:xfrm>
          <a:prstGeom prst="rect">
            <a:avLst/>
          </a:prstGeom>
          <a:solidFill>
            <a:srgbClr val="F8FE05">
              <a:alpha val="3094"/>
            </a:srgbClr>
          </a:solidFill>
          <a:ln/>
        </p:spPr>
      </p:sp>
      <p:sp>
        <p:nvSpPr>
          <p:cNvPr id="231" name="Shape 229"/>
          <p:cNvSpPr/>
          <p:nvPr/>
        </p:nvSpPr>
        <p:spPr>
          <a:xfrm>
            <a:off x="9720986" y="3267608"/>
            <a:ext cx="803758" cy="849706"/>
          </a:xfrm>
          <a:prstGeom prst="rect">
            <a:avLst/>
          </a:prstGeom>
          <a:solidFill>
            <a:srgbClr val="F8FE05">
              <a:alpha val="2063"/>
            </a:srgbClr>
          </a:solidFill>
          <a:ln/>
        </p:spPr>
      </p:sp>
      <p:sp>
        <p:nvSpPr>
          <p:cNvPr id="232" name="Shape 230"/>
          <p:cNvSpPr/>
          <p:nvPr/>
        </p:nvSpPr>
        <p:spPr>
          <a:xfrm>
            <a:off x="9720986" y="4108171"/>
            <a:ext cx="803758" cy="849706"/>
          </a:xfrm>
          <a:prstGeom prst="rect">
            <a:avLst/>
          </a:prstGeom>
          <a:solidFill>
            <a:srgbClr val="F8FE05">
              <a:alpha val="1031"/>
            </a:srgbClr>
          </a:solidFill>
          <a:ln/>
        </p:spPr>
      </p:sp>
      <p:sp>
        <p:nvSpPr>
          <p:cNvPr id="233" name="Shape 231"/>
          <p:cNvSpPr/>
          <p:nvPr/>
        </p:nvSpPr>
        <p:spPr>
          <a:xfrm>
            <a:off x="11090758" y="-1775765"/>
            <a:ext cx="803758" cy="523723"/>
          </a:xfrm>
          <a:prstGeom prst="rect">
            <a:avLst/>
          </a:prstGeom>
          <a:solidFill>
            <a:srgbClr val="F8FE05">
              <a:alpha val="3850"/>
            </a:srgbClr>
          </a:solidFill>
          <a:ln/>
        </p:spPr>
      </p:sp>
      <p:sp>
        <p:nvSpPr>
          <p:cNvPr id="234" name="Shape 232"/>
          <p:cNvSpPr/>
          <p:nvPr/>
        </p:nvSpPr>
        <p:spPr>
          <a:xfrm>
            <a:off x="11090758" y="-1261186"/>
            <a:ext cx="803758" cy="523723"/>
          </a:xfrm>
          <a:prstGeom prst="rect">
            <a:avLst/>
          </a:prstGeom>
          <a:solidFill>
            <a:srgbClr val="F8FE05">
              <a:alpha val="3369"/>
            </a:srgbClr>
          </a:solidFill>
          <a:ln/>
        </p:spPr>
      </p:sp>
      <p:sp>
        <p:nvSpPr>
          <p:cNvPr id="235" name="Shape 233"/>
          <p:cNvSpPr/>
          <p:nvPr/>
        </p:nvSpPr>
        <p:spPr>
          <a:xfrm>
            <a:off x="11090758" y="-746608"/>
            <a:ext cx="803758" cy="523723"/>
          </a:xfrm>
          <a:prstGeom prst="rect">
            <a:avLst/>
          </a:prstGeom>
          <a:solidFill>
            <a:srgbClr val="F8FE05">
              <a:alpha val="2888"/>
            </a:srgbClr>
          </a:solidFill>
          <a:ln/>
        </p:spPr>
      </p:sp>
      <p:sp>
        <p:nvSpPr>
          <p:cNvPr id="236" name="Shape 234"/>
          <p:cNvSpPr/>
          <p:nvPr/>
        </p:nvSpPr>
        <p:spPr>
          <a:xfrm>
            <a:off x="11090758" y="-232029"/>
            <a:ext cx="803758" cy="523723"/>
          </a:xfrm>
          <a:prstGeom prst="rect">
            <a:avLst/>
          </a:prstGeom>
          <a:solidFill>
            <a:srgbClr val="F8FE05">
              <a:alpha val="2406"/>
            </a:srgbClr>
          </a:solidFill>
          <a:ln/>
        </p:spPr>
      </p:sp>
      <p:sp>
        <p:nvSpPr>
          <p:cNvPr id="237" name="Shape 235"/>
          <p:cNvSpPr/>
          <p:nvPr/>
        </p:nvSpPr>
        <p:spPr>
          <a:xfrm>
            <a:off x="11090758" y="282550"/>
            <a:ext cx="803758" cy="523723"/>
          </a:xfrm>
          <a:prstGeom prst="rect">
            <a:avLst/>
          </a:prstGeom>
          <a:solidFill>
            <a:srgbClr val="F8FE05">
              <a:alpha val="1925"/>
            </a:srgbClr>
          </a:solidFill>
          <a:ln/>
        </p:spPr>
      </p:sp>
      <p:sp>
        <p:nvSpPr>
          <p:cNvPr id="238" name="Shape 236"/>
          <p:cNvSpPr/>
          <p:nvPr/>
        </p:nvSpPr>
        <p:spPr>
          <a:xfrm>
            <a:off x="11090758" y="797128"/>
            <a:ext cx="803758" cy="523723"/>
          </a:xfrm>
          <a:prstGeom prst="rect">
            <a:avLst/>
          </a:prstGeom>
          <a:solidFill>
            <a:srgbClr val="F8FE05">
              <a:alpha val="1444"/>
            </a:srgbClr>
          </a:solidFill>
          <a:ln/>
        </p:spPr>
      </p:sp>
      <p:sp>
        <p:nvSpPr>
          <p:cNvPr id="239" name="Shape 237"/>
          <p:cNvSpPr/>
          <p:nvPr/>
        </p:nvSpPr>
        <p:spPr>
          <a:xfrm>
            <a:off x="11090758" y="1311707"/>
            <a:ext cx="803758" cy="523723"/>
          </a:xfrm>
          <a:prstGeom prst="rect">
            <a:avLst/>
          </a:prstGeom>
          <a:solidFill>
            <a:srgbClr val="F8FE05">
              <a:alpha val="963"/>
            </a:srgbClr>
          </a:solidFill>
          <a:ln/>
        </p:spPr>
      </p:sp>
      <p:sp>
        <p:nvSpPr>
          <p:cNvPr id="240" name="Shape 238"/>
          <p:cNvSpPr/>
          <p:nvPr/>
        </p:nvSpPr>
        <p:spPr>
          <a:xfrm>
            <a:off x="11090758" y="1826285"/>
            <a:ext cx="803758" cy="523723"/>
          </a:xfrm>
          <a:prstGeom prst="rect">
            <a:avLst/>
          </a:prstGeom>
          <a:solidFill>
            <a:srgbClr val="F8FE05">
              <a:alpha val="481"/>
            </a:srgbClr>
          </a:solidFill>
          <a:ln/>
        </p:spPr>
      </p:sp>
      <p:sp>
        <p:nvSpPr>
          <p:cNvPr id="241" name="Shape 239"/>
          <p:cNvSpPr/>
          <p:nvPr/>
        </p:nvSpPr>
        <p:spPr>
          <a:xfrm>
            <a:off x="10401300" y="-1775765"/>
            <a:ext cx="803758" cy="671284"/>
          </a:xfrm>
          <a:prstGeom prst="rect">
            <a:avLst/>
          </a:prstGeom>
          <a:solidFill>
            <a:srgbClr val="F8FE05">
              <a:alpha val="5500"/>
            </a:srgbClr>
          </a:solidFill>
          <a:ln/>
        </p:spPr>
      </p:sp>
      <p:sp>
        <p:nvSpPr>
          <p:cNvPr id="242" name="Shape 240"/>
          <p:cNvSpPr/>
          <p:nvPr/>
        </p:nvSpPr>
        <p:spPr>
          <a:xfrm>
            <a:off x="10401300" y="-1113625"/>
            <a:ext cx="803758" cy="671284"/>
          </a:xfrm>
          <a:prstGeom prst="rect">
            <a:avLst/>
          </a:prstGeom>
          <a:solidFill>
            <a:srgbClr val="F8FE05">
              <a:alpha val="4813"/>
            </a:srgbClr>
          </a:solidFill>
          <a:ln/>
        </p:spPr>
      </p:sp>
      <p:sp>
        <p:nvSpPr>
          <p:cNvPr id="243" name="Shape 241"/>
          <p:cNvSpPr/>
          <p:nvPr/>
        </p:nvSpPr>
        <p:spPr>
          <a:xfrm>
            <a:off x="10401300" y="-451485"/>
            <a:ext cx="803758" cy="671284"/>
          </a:xfrm>
          <a:prstGeom prst="rect">
            <a:avLst/>
          </a:prstGeom>
          <a:solidFill>
            <a:srgbClr val="F8FE05">
              <a:alpha val="4125"/>
            </a:srgbClr>
          </a:solidFill>
          <a:ln/>
        </p:spPr>
      </p:sp>
      <p:sp>
        <p:nvSpPr>
          <p:cNvPr id="244" name="Shape 242"/>
          <p:cNvSpPr/>
          <p:nvPr/>
        </p:nvSpPr>
        <p:spPr>
          <a:xfrm>
            <a:off x="10401300" y="210655"/>
            <a:ext cx="803758" cy="671284"/>
          </a:xfrm>
          <a:prstGeom prst="rect">
            <a:avLst/>
          </a:prstGeom>
          <a:solidFill>
            <a:srgbClr val="F8FE05">
              <a:alpha val="3438"/>
            </a:srgbClr>
          </a:solidFill>
          <a:ln/>
        </p:spPr>
      </p:sp>
      <p:sp>
        <p:nvSpPr>
          <p:cNvPr id="245" name="Shape 243"/>
          <p:cNvSpPr/>
          <p:nvPr/>
        </p:nvSpPr>
        <p:spPr>
          <a:xfrm>
            <a:off x="10401300" y="872795"/>
            <a:ext cx="803758" cy="671284"/>
          </a:xfrm>
          <a:prstGeom prst="rect">
            <a:avLst/>
          </a:prstGeom>
          <a:solidFill>
            <a:srgbClr val="F8FE05">
              <a:alpha val="2750"/>
            </a:srgbClr>
          </a:solidFill>
          <a:ln/>
        </p:spPr>
      </p:sp>
      <p:sp>
        <p:nvSpPr>
          <p:cNvPr id="246" name="Shape 244"/>
          <p:cNvSpPr/>
          <p:nvPr/>
        </p:nvSpPr>
        <p:spPr>
          <a:xfrm>
            <a:off x="10401300" y="1534935"/>
            <a:ext cx="803758" cy="671284"/>
          </a:xfrm>
          <a:prstGeom prst="rect">
            <a:avLst/>
          </a:prstGeom>
          <a:solidFill>
            <a:srgbClr val="F8FE05">
              <a:alpha val="2063"/>
            </a:srgbClr>
          </a:solidFill>
          <a:ln/>
        </p:spPr>
      </p:sp>
      <p:sp>
        <p:nvSpPr>
          <p:cNvPr id="247" name="Shape 245"/>
          <p:cNvSpPr/>
          <p:nvPr/>
        </p:nvSpPr>
        <p:spPr>
          <a:xfrm>
            <a:off x="10401300" y="2197075"/>
            <a:ext cx="803758" cy="671284"/>
          </a:xfrm>
          <a:prstGeom prst="rect">
            <a:avLst/>
          </a:prstGeom>
          <a:solidFill>
            <a:srgbClr val="F8FE05">
              <a:alpha val="1375"/>
            </a:srgbClr>
          </a:solidFill>
          <a:ln/>
        </p:spPr>
      </p:sp>
      <p:sp>
        <p:nvSpPr>
          <p:cNvPr id="248" name="Shape 246"/>
          <p:cNvSpPr/>
          <p:nvPr/>
        </p:nvSpPr>
        <p:spPr>
          <a:xfrm>
            <a:off x="10401300" y="2859215"/>
            <a:ext cx="803758" cy="671284"/>
          </a:xfrm>
          <a:prstGeom prst="rect">
            <a:avLst/>
          </a:prstGeom>
          <a:solidFill>
            <a:srgbClr val="F8FE05">
              <a:alpha val="688"/>
            </a:srgbClr>
          </a:solidFill>
          <a:ln/>
        </p:spPr>
      </p:sp>
      <p:sp>
        <p:nvSpPr>
          <p:cNvPr id="249" name="Shape 247"/>
          <p:cNvSpPr/>
          <p:nvPr/>
        </p:nvSpPr>
        <p:spPr>
          <a:xfrm>
            <a:off x="9034272" y="-1775765"/>
            <a:ext cx="803758" cy="625107"/>
          </a:xfrm>
          <a:prstGeom prst="rect">
            <a:avLst/>
          </a:prstGeom>
          <a:solidFill>
            <a:srgbClr val="F8FE05">
              <a:alpha val="5500"/>
            </a:srgbClr>
          </a:solidFill>
          <a:ln/>
        </p:spPr>
      </p:sp>
      <p:sp>
        <p:nvSpPr>
          <p:cNvPr id="250" name="Shape 248"/>
          <p:cNvSpPr/>
          <p:nvPr/>
        </p:nvSpPr>
        <p:spPr>
          <a:xfrm>
            <a:off x="9034272" y="-1159802"/>
            <a:ext cx="803758" cy="625107"/>
          </a:xfrm>
          <a:prstGeom prst="rect">
            <a:avLst/>
          </a:prstGeom>
          <a:solidFill>
            <a:srgbClr val="F8FE05">
              <a:alpha val="4813"/>
            </a:srgbClr>
          </a:solidFill>
          <a:ln/>
        </p:spPr>
      </p:sp>
      <p:sp>
        <p:nvSpPr>
          <p:cNvPr id="251" name="Shape 249"/>
          <p:cNvSpPr/>
          <p:nvPr/>
        </p:nvSpPr>
        <p:spPr>
          <a:xfrm>
            <a:off x="9034272" y="-543839"/>
            <a:ext cx="803758" cy="625107"/>
          </a:xfrm>
          <a:prstGeom prst="rect">
            <a:avLst/>
          </a:prstGeom>
          <a:solidFill>
            <a:srgbClr val="F8FE05">
              <a:alpha val="4125"/>
            </a:srgbClr>
          </a:solidFill>
          <a:ln/>
        </p:spPr>
      </p:sp>
      <p:sp>
        <p:nvSpPr>
          <p:cNvPr id="252" name="Shape 250"/>
          <p:cNvSpPr/>
          <p:nvPr/>
        </p:nvSpPr>
        <p:spPr>
          <a:xfrm>
            <a:off x="9034272" y="72123"/>
            <a:ext cx="803758" cy="625107"/>
          </a:xfrm>
          <a:prstGeom prst="rect">
            <a:avLst/>
          </a:prstGeom>
          <a:solidFill>
            <a:srgbClr val="F8FE05">
              <a:alpha val="3438"/>
            </a:srgbClr>
          </a:solidFill>
          <a:ln/>
        </p:spPr>
      </p:sp>
      <p:sp>
        <p:nvSpPr>
          <p:cNvPr id="253" name="Shape 251"/>
          <p:cNvSpPr/>
          <p:nvPr/>
        </p:nvSpPr>
        <p:spPr>
          <a:xfrm>
            <a:off x="9034272" y="688086"/>
            <a:ext cx="803758" cy="625107"/>
          </a:xfrm>
          <a:prstGeom prst="rect">
            <a:avLst/>
          </a:prstGeom>
          <a:solidFill>
            <a:srgbClr val="F8FE05">
              <a:alpha val="2750"/>
            </a:srgbClr>
          </a:solidFill>
          <a:ln/>
        </p:spPr>
      </p:sp>
      <p:sp>
        <p:nvSpPr>
          <p:cNvPr id="254" name="Shape 252"/>
          <p:cNvSpPr/>
          <p:nvPr/>
        </p:nvSpPr>
        <p:spPr>
          <a:xfrm>
            <a:off x="9034272" y="1304049"/>
            <a:ext cx="803758" cy="625107"/>
          </a:xfrm>
          <a:prstGeom prst="rect">
            <a:avLst/>
          </a:prstGeom>
          <a:solidFill>
            <a:srgbClr val="F8FE05">
              <a:alpha val="2063"/>
            </a:srgbClr>
          </a:solidFill>
          <a:ln/>
        </p:spPr>
      </p:sp>
      <p:sp>
        <p:nvSpPr>
          <p:cNvPr id="255" name="Shape 253"/>
          <p:cNvSpPr/>
          <p:nvPr/>
        </p:nvSpPr>
        <p:spPr>
          <a:xfrm>
            <a:off x="9034272" y="1920011"/>
            <a:ext cx="803758" cy="625107"/>
          </a:xfrm>
          <a:prstGeom prst="rect">
            <a:avLst/>
          </a:prstGeom>
          <a:solidFill>
            <a:srgbClr val="F8FE05">
              <a:alpha val="1375"/>
            </a:srgbClr>
          </a:solidFill>
          <a:ln/>
        </p:spPr>
      </p:sp>
      <p:sp>
        <p:nvSpPr>
          <p:cNvPr id="256" name="Shape 254"/>
          <p:cNvSpPr/>
          <p:nvPr/>
        </p:nvSpPr>
        <p:spPr>
          <a:xfrm>
            <a:off x="9034272" y="2535974"/>
            <a:ext cx="803758" cy="625107"/>
          </a:xfrm>
          <a:prstGeom prst="rect">
            <a:avLst/>
          </a:prstGeom>
          <a:solidFill>
            <a:srgbClr val="F8FE05">
              <a:alpha val="688"/>
            </a:srgbClr>
          </a:solidFill>
          <a:ln/>
        </p:spPr>
      </p:sp>
      <p:sp>
        <p:nvSpPr>
          <p:cNvPr id="257" name="Shape 255"/>
          <p:cNvSpPr/>
          <p:nvPr/>
        </p:nvSpPr>
        <p:spPr>
          <a:xfrm>
            <a:off x="8342986" y="-1775765"/>
            <a:ext cx="803758" cy="395364"/>
          </a:xfrm>
          <a:prstGeom prst="rect">
            <a:avLst/>
          </a:prstGeom>
          <a:solidFill>
            <a:srgbClr val="F8FE05">
              <a:alpha val="3850"/>
            </a:srgbClr>
          </a:solidFill>
          <a:ln/>
        </p:spPr>
      </p:sp>
      <p:sp>
        <p:nvSpPr>
          <p:cNvPr id="258" name="Shape 256"/>
          <p:cNvSpPr/>
          <p:nvPr/>
        </p:nvSpPr>
        <p:spPr>
          <a:xfrm>
            <a:off x="8342986" y="-1389545"/>
            <a:ext cx="803758" cy="395364"/>
          </a:xfrm>
          <a:prstGeom prst="rect">
            <a:avLst/>
          </a:prstGeom>
          <a:solidFill>
            <a:srgbClr val="F8FE05">
              <a:alpha val="3369"/>
            </a:srgbClr>
          </a:solidFill>
          <a:ln/>
        </p:spPr>
      </p:sp>
      <p:sp>
        <p:nvSpPr>
          <p:cNvPr id="259" name="Shape 257"/>
          <p:cNvSpPr/>
          <p:nvPr/>
        </p:nvSpPr>
        <p:spPr>
          <a:xfrm>
            <a:off x="8342986" y="-1003325"/>
            <a:ext cx="803758" cy="395364"/>
          </a:xfrm>
          <a:prstGeom prst="rect">
            <a:avLst/>
          </a:prstGeom>
          <a:solidFill>
            <a:srgbClr val="F8FE05">
              <a:alpha val="2888"/>
            </a:srgbClr>
          </a:solidFill>
          <a:ln/>
        </p:spPr>
      </p:sp>
      <p:sp>
        <p:nvSpPr>
          <p:cNvPr id="260" name="Shape 258"/>
          <p:cNvSpPr/>
          <p:nvPr/>
        </p:nvSpPr>
        <p:spPr>
          <a:xfrm>
            <a:off x="8342986" y="-617106"/>
            <a:ext cx="803758" cy="395364"/>
          </a:xfrm>
          <a:prstGeom prst="rect">
            <a:avLst/>
          </a:prstGeom>
          <a:solidFill>
            <a:srgbClr val="F8FE05">
              <a:alpha val="2406"/>
            </a:srgbClr>
          </a:solidFill>
          <a:ln/>
        </p:spPr>
      </p:sp>
      <p:sp>
        <p:nvSpPr>
          <p:cNvPr id="261" name="Shape 259"/>
          <p:cNvSpPr/>
          <p:nvPr/>
        </p:nvSpPr>
        <p:spPr>
          <a:xfrm>
            <a:off x="8342986" y="-230886"/>
            <a:ext cx="803758" cy="395364"/>
          </a:xfrm>
          <a:prstGeom prst="rect">
            <a:avLst/>
          </a:prstGeom>
          <a:solidFill>
            <a:srgbClr val="F8FE05">
              <a:alpha val="1925"/>
            </a:srgbClr>
          </a:solidFill>
          <a:ln/>
        </p:spPr>
      </p:sp>
      <p:sp>
        <p:nvSpPr>
          <p:cNvPr id="262" name="Shape 260"/>
          <p:cNvSpPr/>
          <p:nvPr/>
        </p:nvSpPr>
        <p:spPr>
          <a:xfrm>
            <a:off x="8342986" y="155334"/>
            <a:ext cx="803758" cy="395364"/>
          </a:xfrm>
          <a:prstGeom prst="rect">
            <a:avLst/>
          </a:prstGeom>
          <a:solidFill>
            <a:srgbClr val="F8FE05">
              <a:alpha val="1444"/>
            </a:srgbClr>
          </a:solidFill>
          <a:ln/>
        </p:spPr>
      </p:sp>
      <p:sp>
        <p:nvSpPr>
          <p:cNvPr id="263" name="Shape 261"/>
          <p:cNvSpPr/>
          <p:nvPr/>
        </p:nvSpPr>
        <p:spPr>
          <a:xfrm>
            <a:off x="8342986" y="541553"/>
            <a:ext cx="803758" cy="395364"/>
          </a:xfrm>
          <a:prstGeom prst="rect">
            <a:avLst/>
          </a:prstGeom>
          <a:solidFill>
            <a:srgbClr val="F8FE05">
              <a:alpha val="963"/>
            </a:srgbClr>
          </a:solidFill>
          <a:ln/>
        </p:spPr>
      </p:sp>
      <p:sp>
        <p:nvSpPr>
          <p:cNvPr id="264" name="Shape 262"/>
          <p:cNvSpPr/>
          <p:nvPr/>
        </p:nvSpPr>
        <p:spPr>
          <a:xfrm>
            <a:off x="8342986" y="927773"/>
            <a:ext cx="803758" cy="395364"/>
          </a:xfrm>
          <a:prstGeom prst="rect">
            <a:avLst/>
          </a:prstGeom>
          <a:solidFill>
            <a:srgbClr val="F8FE05">
              <a:alpha val="481"/>
            </a:srgbClr>
          </a:solidFill>
          <a:ln/>
        </p:spPr>
      </p:sp>
      <p:sp>
        <p:nvSpPr>
          <p:cNvPr id="265" name="Text 263"/>
          <p:cNvSpPr/>
          <p:nvPr/>
        </p:nvSpPr>
        <p:spPr>
          <a:xfrm>
            <a:off x="548640" y="502920"/>
            <a:ext cx="11091672" cy="822960"/>
          </a:xfrm>
          <a:prstGeom prst="rect">
            <a:avLst/>
          </a:prstGeom>
          <a:noFill/>
          <a:ln/>
        </p:spPr>
        <p:txBody>
          <a:bodyPr wrap="square" rtlCol="0" anchor="t"/>
          <a:lstStyle/>
          <a:p>
            <a:pPr algn="ctr" indent="0" marL="0">
              <a:lnSpc>
                <a:spcPct val="90000"/>
              </a:lnSpc>
              <a:buNone/>
            </a:pPr>
            <a:r>
              <a:rPr lang="en-US" sz="4000" spc="-150" kern="0" dirty="0">
                <a:solidFill>
                  <a:srgbClr val="FFFFFF"/>
                </a:solidFill>
                <a:latin typeface="Manrope" pitchFamily="34" charset="0"/>
                <a:ea typeface="Manrope" pitchFamily="34" charset="-122"/>
                <a:cs typeface="Manrope" pitchFamily="34" charset="-120"/>
              </a:rPr>
              <a:t>Your roadmap: </a:t>
            </a:r>
            <a:r>
              <a:rPr lang="en-US" sz="4000" spc="-150" kern="0" dirty="0">
                <a:solidFill>
                  <a:srgbClr val="D5E6CD"/>
                </a:solidFill>
                <a:latin typeface="Manrope" pitchFamily="34" charset="0"/>
                <a:ea typeface="Manrope" pitchFamily="34" charset="-122"/>
                <a:cs typeface="Manrope" pitchFamily="34" charset="-120"/>
              </a:rPr>
              <a:t>11 stages, one step at a time</a:t>
            </a:r>
          </a:p>
        </p:txBody>
      </p:sp>
      <p:sp>
        <p:nvSpPr>
          <p:cNvPr id="270" name="Text 268"/>
          <p:cNvSpPr/>
          <p:nvPr/>
        </p:nvSpPr>
        <p:spPr>
          <a:xfrm>
            <a:off x="1527048" y="6080760"/>
            <a:ext cx="9144000" cy="411480"/>
          </a:xfrm>
          <a:prstGeom prst="rect">
            <a:avLst/>
          </a:prstGeom>
          <a:noFill/>
          <a:ln/>
        </p:spPr>
        <p:txBody>
          <a:bodyPr wrap="square" rtlCol="0" anchor="t"/>
          <a:lstStyle/>
          <a:p>
            <a:pPr algn="ctr" indent="0" marL="0">
              <a:lnSpc>
                <a:spcPct val="110000"/>
              </a:lnSpc>
              <a:spcAft>
                <a:spcPts val="600"/>
              </a:spcAft>
              <a:buNone/>
            </a:pPr>
            <a:r>
              <a:rPr lang="en-US" sz="1600" dirty="0">
                <a:solidFill>
                  <a:srgbClr val="D0CFCF"/>
                </a:solidFill>
                <a:latin typeface="Manrope" pitchFamily="34" charset="0"/>
                <a:ea typeface="Manrope" pitchFamily="34" charset="-122"/>
                <a:cs typeface="Manrope" pitchFamily="34" charset="-120"/>
              </a:rPr>
              <a:t>Start at Stage 0 if you have never written code</a:t>
            </a:r>
          </a:p>
        </p:txBody>
      </p:sp>
      <p:sp>
        <p:nvSpPr>
          <p:cNvPr id="272" name="Timeline line"/>
          <p:cNvSpPr/>
          <p:nvPr/>
        </p:nvSpPr>
        <p:spPr>
          <a:xfrm>
            <a:off x="1143000" y="3246120"/>
            <a:ext cx="9902952" cy="0"/>
          </a:xfrm>
          <a:prstGeom prst="line">
            <a:avLst/>
          </a:prstGeom>
          <a:noFill/>
          <a:ln w="25400">
            <a:solidFill>
              <a:srgbClr val="C0DAB4"/>
            </a:solidFill>
          </a:ln>
        </p:spPr>
        <p:txBody>
          <a:bodyPr wrap="square" lIns="73152" rIns="73152" tIns="0" bIns="0" anchor="ctr" rtlCol="0"/>
          <a:lstStyle/>
          <a:p>
            <a:pPr algn="l"/>
            <a:endParaRPr lang="en-US" sz="1600"/>
          </a:p>
        </p:txBody>
      </p:sp>
      <p:sp>
        <p:nvSpPr>
          <p:cNvPr id="273" name="Node 0"/>
          <p:cNvSpPr/>
          <p:nvPr/>
        </p:nvSpPr>
        <p:spPr>
          <a:xfrm>
            <a:off x="886968" y="2990088"/>
            <a:ext cx="512064" cy="512064"/>
          </a:xfrm>
          <a:prstGeom prst="ellipse">
            <a:avLst/>
          </a:prstGeom>
          <a:solidFill>
            <a:srgbClr val="A9C022"/>
          </a:solidFill>
          <a:ln w="12700">
            <a:solidFill>
              <a:srgbClr val="E4F2A0"/>
            </a:solidFill>
          </a:ln>
        </p:spPr>
        <p:txBody>
          <a:bodyPr wrap="square" lIns="0" rIns="0" tIns="0" bIns="0" anchor="ctr" rtlCol="0"/>
          <a:lstStyle/>
          <a:p>
            <a:pPr algn="ctr"/>
            <a:r>
              <a:rPr lang="en-US" sz="1800" b="1" dirty="0">
                <a:solidFill>
                  <a:srgbClr val="16302A"/>
                </a:solidFill>
                <a:latin typeface="Manrope"/>
                <a:cs typeface="Manrope"/>
              </a:rPr>
              <a:t>0</a:t>
            </a:r>
            <a:endParaRPr lang="en-US" sz="1800"/>
          </a:p>
        </p:txBody>
      </p:sp>
      <p:sp>
        <p:nvSpPr>
          <p:cNvPr id="274" name="Tick 0"/>
          <p:cNvSpPr/>
          <p:nvPr/>
        </p:nvSpPr>
        <p:spPr>
          <a:xfrm>
            <a:off x="1143000" y="3502152"/>
            <a:ext cx="0" cy="164592"/>
          </a:xfrm>
          <a:prstGeom prst="line">
            <a:avLst/>
          </a:prstGeom>
          <a:noFill/>
          <a:ln w="12700">
            <a:solidFill>
              <a:srgbClr val="C0DAB4"/>
            </a:solidFill>
          </a:ln>
        </p:spPr>
        <p:txBody>
          <a:bodyPr wrap="square" lIns="73152" rIns="73152" tIns="0" bIns="0" anchor="ctr" rtlCol="0"/>
          <a:lstStyle/>
          <a:p>
            <a:pPr algn="l"/>
            <a:endParaRPr lang="en-US" sz="1600"/>
          </a:p>
        </p:txBody>
      </p:sp>
      <p:sp>
        <p:nvSpPr>
          <p:cNvPr id="275" name="Label 0"/>
          <p:cNvSpPr/>
          <p:nvPr/>
        </p:nvSpPr>
        <p:spPr>
          <a:xfrm>
            <a:off x="228600" y="3703320"/>
            <a:ext cx="1828800" cy="868680"/>
          </a:xfrm>
          <a:prstGeom prst="rect">
            <a:avLst/>
          </a:prstGeom>
          <a:noFill/>
          <a:ln w="12700">
            <a:noFill/>
          </a:ln>
        </p:spPr>
        <p:txBody>
          <a:bodyPr wrap="square" lIns="0" rIns="0" tIns="0" bIns="0" anchor="t" rtlCol="0"/>
          <a:lstStyle/>
          <a:p>
            <a:pPr algn="ctr"/>
            <a:r>
              <a:rPr lang="en-US" sz="1600" b="1" dirty="0">
                <a:solidFill>
                  <a:srgbClr val="FFFFFF"/>
                </a:solidFill>
                <a:latin typeface="Manrope"/>
                <a:cs typeface="Manrope"/>
              </a:rPr>
              <a:t>Python basics</a:t>
            </a:r>
            <a:endParaRPr lang="en-US" sz="1600"/>
          </a:p>
        </p:txBody>
      </p:sp>
      <p:sp>
        <p:nvSpPr>
          <p:cNvPr id="276" name="Node 1"/>
          <p:cNvSpPr/>
          <p:nvPr/>
        </p:nvSpPr>
        <p:spPr>
          <a:xfrm>
            <a:off x="1877263" y="2990088"/>
            <a:ext cx="512064" cy="512064"/>
          </a:xfrm>
          <a:prstGeom prst="ellipse">
            <a:avLst/>
          </a:prstGeom>
          <a:solidFill>
            <a:srgbClr val="A9C022"/>
          </a:solidFill>
          <a:ln w="12700">
            <a:solidFill>
              <a:srgbClr val="E4F2A0"/>
            </a:solidFill>
          </a:ln>
        </p:spPr>
        <p:txBody>
          <a:bodyPr wrap="square" lIns="0" rIns="0" tIns="0" bIns="0" anchor="ctr" rtlCol="0"/>
          <a:lstStyle/>
          <a:p>
            <a:pPr algn="ctr"/>
            <a:r>
              <a:rPr lang="en-US" sz="1800" b="1" dirty="0">
                <a:solidFill>
                  <a:srgbClr val="16302A"/>
                </a:solidFill>
                <a:latin typeface="Manrope"/>
                <a:cs typeface="Manrope"/>
              </a:rPr>
              <a:t>1</a:t>
            </a:r>
            <a:endParaRPr lang="en-US" sz="1800"/>
          </a:p>
        </p:txBody>
      </p:sp>
      <p:sp>
        <p:nvSpPr>
          <p:cNvPr id="277" name="Tick 1"/>
          <p:cNvSpPr/>
          <p:nvPr/>
        </p:nvSpPr>
        <p:spPr>
          <a:xfrm>
            <a:off x="2133295" y="2825496"/>
            <a:ext cx="0" cy="164592"/>
          </a:xfrm>
          <a:prstGeom prst="line">
            <a:avLst/>
          </a:prstGeom>
          <a:noFill/>
          <a:ln w="12700">
            <a:solidFill>
              <a:srgbClr val="C0DAB4"/>
            </a:solidFill>
          </a:ln>
        </p:spPr>
        <p:txBody>
          <a:bodyPr wrap="square" lIns="73152" rIns="73152" tIns="0" bIns="0" anchor="ctr" rtlCol="0"/>
          <a:lstStyle/>
          <a:p>
            <a:pPr algn="l"/>
            <a:endParaRPr lang="en-US" sz="1600"/>
          </a:p>
        </p:txBody>
      </p:sp>
      <p:sp>
        <p:nvSpPr>
          <p:cNvPr id="278" name="Label 1"/>
          <p:cNvSpPr/>
          <p:nvPr/>
        </p:nvSpPr>
        <p:spPr>
          <a:xfrm>
            <a:off x="1218895" y="1920240"/>
            <a:ext cx="1828800" cy="868680"/>
          </a:xfrm>
          <a:prstGeom prst="rect">
            <a:avLst/>
          </a:prstGeom>
          <a:noFill/>
          <a:ln w="12700">
            <a:noFill/>
          </a:ln>
        </p:spPr>
        <p:txBody>
          <a:bodyPr wrap="square" lIns="0" rIns="0" tIns="0" bIns="0" anchor="b" rtlCol="0"/>
          <a:lstStyle/>
          <a:p>
            <a:pPr algn="ctr"/>
            <a:r>
              <a:rPr lang="en-US" sz="1600" b="1" dirty="0">
                <a:solidFill>
                  <a:srgbClr val="FFFFFF"/>
                </a:solidFill>
                <a:latin typeface="Manrope"/>
                <a:cs typeface="Manrope"/>
              </a:rPr>
              <a:t>Math + ML</a:t>
            </a:r>
            <a:endParaRPr lang="en-US" sz="1600"/>
          </a:p>
        </p:txBody>
      </p:sp>
      <p:sp>
        <p:nvSpPr>
          <p:cNvPr id="279" name="Node 2"/>
          <p:cNvSpPr/>
          <p:nvPr/>
        </p:nvSpPr>
        <p:spPr>
          <a:xfrm>
            <a:off x="2867558" y="2990088"/>
            <a:ext cx="512064" cy="512064"/>
          </a:xfrm>
          <a:prstGeom prst="ellipse">
            <a:avLst/>
          </a:prstGeom>
          <a:solidFill>
            <a:srgbClr val="A9C022"/>
          </a:solidFill>
          <a:ln w="12700">
            <a:solidFill>
              <a:srgbClr val="E4F2A0"/>
            </a:solidFill>
          </a:ln>
        </p:spPr>
        <p:txBody>
          <a:bodyPr wrap="square" lIns="0" rIns="0" tIns="0" bIns="0" anchor="ctr" rtlCol="0"/>
          <a:lstStyle/>
          <a:p>
            <a:pPr algn="ctr"/>
            <a:r>
              <a:rPr lang="en-US" sz="1800" b="1" dirty="0">
                <a:solidFill>
                  <a:srgbClr val="16302A"/>
                </a:solidFill>
                <a:latin typeface="Manrope"/>
                <a:cs typeface="Manrope"/>
              </a:rPr>
              <a:t>2</a:t>
            </a:r>
            <a:endParaRPr lang="en-US" sz="1800"/>
          </a:p>
        </p:txBody>
      </p:sp>
      <p:sp>
        <p:nvSpPr>
          <p:cNvPr id="280" name="Tick 2"/>
          <p:cNvSpPr/>
          <p:nvPr/>
        </p:nvSpPr>
        <p:spPr>
          <a:xfrm>
            <a:off x="3123590" y="3502152"/>
            <a:ext cx="0" cy="164592"/>
          </a:xfrm>
          <a:prstGeom prst="line">
            <a:avLst/>
          </a:prstGeom>
          <a:noFill/>
          <a:ln w="12700">
            <a:solidFill>
              <a:srgbClr val="C0DAB4"/>
            </a:solidFill>
          </a:ln>
        </p:spPr>
        <p:txBody>
          <a:bodyPr wrap="square" lIns="73152" rIns="73152" tIns="0" bIns="0" anchor="ctr" rtlCol="0"/>
          <a:lstStyle/>
          <a:p>
            <a:pPr algn="l"/>
            <a:endParaRPr lang="en-US" sz="1600"/>
          </a:p>
        </p:txBody>
      </p:sp>
      <p:sp>
        <p:nvSpPr>
          <p:cNvPr id="281" name="Label 2"/>
          <p:cNvSpPr/>
          <p:nvPr/>
        </p:nvSpPr>
        <p:spPr>
          <a:xfrm>
            <a:off x="2209190" y="3703320"/>
            <a:ext cx="1828800" cy="868680"/>
          </a:xfrm>
          <a:prstGeom prst="rect">
            <a:avLst/>
          </a:prstGeom>
          <a:noFill/>
          <a:ln w="12700">
            <a:noFill/>
          </a:ln>
        </p:spPr>
        <p:txBody>
          <a:bodyPr wrap="square" lIns="0" rIns="0" tIns="0" bIns="0" anchor="t" rtlCol="0"/>
          <a:lstStyle/>
          <a:p>
            <a:pPr algn="ctr"/>
            <a:r>
              <a:rPr lang="en-US" sz="1600" b="1" dirty="0">
                <a:solidFill>
                  <a:srgbClr val="FFFFFF"/>
                </a:solidFill>
                <a:latin typeface="Manrope"/>
                <a:cs typeface="Manrope"/>
              </a:rPr>
              <a:t>Deep learning</a:t>
            </a:r>
            <a:endParaRPr lang="en-US" sz="1600"/>
          </a:p>
        </p:txBody>
      </p:sp>
      <p:sp>
        <p:nvSpPr>
          <p:cNvPr id="282" name="Node 3"/>
          <p:cNvSpPr/>
          <p:nvPr/>
        </p:nvSpPr>
        <p:spPr>
          <a:xfrm>
            <a:off x="3857854" y="2990088"/>
            <a:ext cx="512064" cy="512064"/>
          </a:xfrm>
          <a:prstGeom prst="ellipse">
            <a:avLst/>
          </a:prstGeom>
          <a:solidFill>
            <a:srgbClr val="A9C022"/>
          </a:solidFill>
          <a:ln w="12700">
            <a:solidFill>
              <a:srgbClr val="E4F2A0"/>
            </a:solidFill>
          </a:ln>
        </p:spPr>
        <p:txBody>
          <a:bodyPr wrap="square" lIns="0" rIns="0" tIns="0" bIns="0" anchor="ctr" rtlCol="0"/>
          <a:lstStyle/>
          <a:p>
            <a:pPr algn="ctr"/>
            <a:r>
              <a:rPr lang="en-US" sz="1800" b="1" dirty="0">
                <a:solidFill>
                  <a:srgbClr val="16302A"/>
                </a:solidFill>
                <a:latin typeface="Manrope"/>
                <a:cs typeface="Manrope"/>
              </a:rPr>
              <a:t>3</a:t>
            </a:r>
            <a:endParaRPr lang="en-US" sz="1800"/>
          </a:p>
        </p:txBody>
      </p:sp>
      <p:sp>
        <p:nvSpPr>
          <p:cNvPr id="283" name="Tick 3"/>
          <p:cNvSpPr/>
          <p:nvPr/>
        </p:nvSpPr>
        <p:spPr>
          <a:xfrm>
            <a:off x="4113886" y="2825496"/>
            <a:ext cx="0" cy="164592"/>
          </a:xfrm>
          <a:prstGeom prst="line">
            <a:avLst/>
          </a:prstGeom>
          <a:noFill/>
          <a:ln w="12700">
            <a:solidFill>
              <a:srgbClr val="C0DAB4"/>
            </a:solidFill>
          </a:ln>
        </p:spPr>
        <p:txBody>
          <a:bodyPr wrap="square" lIns="73152" rIns="73152" tIns="0" bIns="0" anchor="ctr" rtlCol="0"/>
          <a:lstStyle/>
          <a:p>
            <a:pPr algn="l"/>
            <a:endParaRPr lang="en-US" sz="1600"/>
          </a:p>
        </p:txBody>
      </p:sp>
      <p:sp>
        <p:nvSpPr>
          <p:cNvPr id="284" name="Label 3"/>
          <p:cNvSpPr/>
          <p:nvPr/>
        </p:nvSpPr>
        <p:spPr>
          <a:xfrm>
            <a:off x="3199486" y="1920240"/>
            <a:ext cx="1828800" cy="868680"/>
          </a:xfrm>
          <a:prstGeom prst="rect">
            <a:avLst/>
          </a:prstGeom>
          <a:noFill/>
          <a:ln w="12700">
            <a:noFill/>
          </a:ln>
        </p:spPr>
        <p:txBody>
          <a:bodyPr wrap="square" lIns="0" rIns="0" tIns="0" bIns="0" anchor="b" rtlCol="0"/>
          <a:lstStyle/>
          <a:p>
            <a:pPr algn="ctr"/>
            <a:r>
              <a:rPr lang="en-US" sz="1600" b="1" dirty="0">
                <a:solidFill>
                  <a:srgbClr val="FFFFFF"/>
                </a:solidFill>
                <a:latin typeface="Manrope"/>
                <a:cs typeface="Manrope"/>
              </a:rPr>
              <a:t>LLMs</a:t>
            </a:r>
            <a:endParaRPr lang="en-US" sz="1600"/>
          </a:p>
        </p:txBody>
      </p:sp>
      <p:sp>
        <p:nvSpPr>
          <p:cNvPr id="285" name="Node 4"/>
          <p:cNvSpPr/>
          <p:nvPr/>
        </p:nvSpPr>
        <p:spPr>
          <a:xfrm>
            <a:off x="4848149" y="2990088"/>
            <a:ext cx="512064" cy="512064"/>
          </a:xfrm>
          <a:prstGeom prst="ellipse">
            <a:avLst/>
          </a:prstGeom>
          <a:solidFill>
            <a:srgbClr val="A9C022"/>
          </a:solidFill>
          <a:ln w="12700">
            <a:solidFill>
              <a:srgbClr val="E4F2A0"/>
            </a:solidFill>
          </a:ln>
        </p:spPr>
        <p:txBody>
          <a:bodyPr wrap="square" lIns="0" rIns="0" tIns="0" bIns="0" anchor="ctr" rtlCol="0"/>
          <a:lstStyle/>
          <a:p>
            <a:pPr algn="ctr"/>
            <a:r>
              <a:rPr lang="en-US" sz="1800" b="1" dirty="0">
                <a:solidFill>
                  <a:srgbClr val="16302A"/>
                </a:solidFill>
                <a:latin typeface="Manrope"/>
                <a:cs typeface="Manrope"/>
              </a:rPr>
              <a:t>4</a:t>
            </a:r>
            <a:endParaRPr lang="en-US" sz="1800"/>
          </a:p>
        </p:txBody>
      </p:sp>
      <p:sp>
        <p:nvSpPr>
          <p:cNvPr id="286" name="Tick 4"/>
          <p:cNvSpPr/>
          <p:nvPr/>
        </p:nvSpPr>
        <p:spPr>
          <a:xfrm>
            <a:off x="5104181" y="3502152"/>
            <a:ext cx="0" cy="164592"/>
          </a:xfrm>
          <a:prstGeom prst="line">
            <a:avLst/>
          </a:prstGeom>
          <a:noFill/>
          <a:ln w="12700">
            <a:solidFill>
              <a:srgbClr val="C0DAB4"/>
            </a:solidFill>
          </a:ln>
        </p:spPr>
        <p:txBody>
          <a:bodyPr wrap="square" lIns="73152" rIns="73152" tIns="0" bIns="0" anchor="ctr" rtlCol="0"/>
          <a:lstStyle/>
          <a:p>
            <a:pPr algn="l"/>
            <a:endParaRPr lang="en-US" sz="1600"/>
          </a:p>
        </p:txBody>
      </p:sp>
      <p:sp>
        <p:nvSpPr>
          <p:cNvPr id="287" name="Label 4"/>
          <p:cNvSpPr/>
          <p:nvPr/>
        </p:nvSpPr>
        <p:spPr>
          <a:xfrm>
            <a:off x="4189781" y="3703320"/>
            <a:ext cx="1828800" cy="868680"/>
          </a:xfrm>
          <a:prstGeom prst="rect">
            <a:avLst/>
          </a:prstGeom>
          <a:noFill/>
          <a:ln w="12700">
            <a:noFill/>
          </a:ln>
        </p:spPr>
        <p:txBody>
          <a:bodyPr wrap="square" lIns="0" rIns="0" tIns="0" bIns="0" anchor="t" rtlCol="0"/>
          <a:lstStyle/>
          <a:p>
            <a:pPr algn="ctr"/>
            <a:r>
              <a:rPr lang="en-US" sz="1600" b="1" dirty="0">
                <a:solidFill>
                  <a:srgbClr val="FFFFFF"/>
                </a:solidFill>
                <a:latin typeface="Manrope"/>
                <a:cs typeface="Manrope"/>
              </a:rPr>
              <a:t>Prompts</a:t>
            </a:r>
            <a:endParaRPr lang="en-US" sz="1600"/>
          </a:p>
        </p:txBody>
      </p:sp>
      <p:sp>
        <p:nvSpPr>
          <p:cNvPr id="288" name="Node 5"/>
          <p:cNvSpPr/>
          <p:nvPr/>
        </p:nvSpPr>
        <p:spPr>
          <a:xfrm>
            <a:off x="5838444" y="2990088"/>
            <a:ext cx="512064" cy="512064"/>
          </a:xfrm>
          <a:prstGeom prst="ellipse">
            <a:avLst/>
          </a:prstGeom>
          <a:solidFill>
            <a:srgbClr val="A9C022"/>
          </a:solidFill>
          <a:ln w="12700">
            <a:solidFill>
              <a:srgbClr val="E4F2A0"/>
            </a:solidFill>
          </a:ln>
        </p:spPr>
        <p:txBody>
          <a:bodyPr wrap="square" lIns="0" rIns="0" tIns="0" bIns="0" anchor="ctr" rtlCol="0"/>
          <a:lstStyle/>
          <a:p>
            <a:pPr algn="ctr"/>
            <a:r>
              <a:rPr lang="en-US" sz="1800" b="1" dirty="0">
                <a:solidFill>
                  <a:srgbClr val="16302A"/>
                </a:solidFill>
                <a:latin typeface="Manrope"/>
                <a:cs typeface="Manrope"/>
              </a:rPr>
              <a:t>5</a:t>
            </a:r>
            <a:endParaRPr lang="en-US" sz="1800"/>
          </a:p>
        </p:txBody>
      </p:sp>
      <p:sp>
        <p:nvSpPr>
          <p:cNvPr id="289" name="Tick 5"/>
          <p:cNvSpPr/>
          <p:nvPr/>
        </p:nvSpPr>
        <p:spPr>
          <a:xfrm>
            <a:off x="6094476" y="2825496"/>
            <a:ext cx="0" cy="164592"/>
          </a:xfrm>
          <a:prstGeom prst="line">
            <a:avLst/>
          </a:prstGeom>
          <a:noFill/>
          <a:ln w="12700">
            <a:solidFill>
              <a:srgbClr val="C0DAB4"/>
            </a:solidFill>
          </a:ln>
        </p:spPr>
        <p:txBody>
          <a:bodyPr wrap="square" lIns="73152" rIns="73152" tIns="0" bIns="0" anchor="ctr" rtlCol="0"/>
          <a:lstStyle/>
          <a:p>
            <a:pPr algn="l"/>
            <a:endParaRPr lang="en-US" sz="1600"/>
          </a:p>
        </p:txBody>
      </p:sp>
      <p:sp>
        <p:nvSpPr>
          <p:cNvPr id="290" name="Label 5"/>
          <p:cNvSpPr/>
          <p:nvPr/>
        </p:nvSpPr>
        <p:spPr>
          <a:xfrm>
            <a:off x="5180076" y="1920240"/>
            <a:ext cx="1828800" cy="868680"/>
          </a:xfrm>
          <a:prstGeom prst="rect">
            <a:avLst/>
          </a:prstGeom>
          <a:noFill/>
          <a:ln w="12700">
            <a:noFill/>
          </a:ln>
        </p:spPr>
        <p:txBody>
          <a:bodyPr wrap="square" lIns="0" rIns="0" tIns="0" bIns="0" anchor="b" rtlCol="0"/>
          <a:lstStyle/>
          <a:p>
            <a:pPr algn="ctr"/>
            <a:r>
              <a:rPr lang="en-US" sz="1600" b="1" dirty="0">
                <a:solidFill>
                  <a:srgbClr val="FFFFFF"/>
                </a:solidFill>
                <a:latin typeface="Manrope"/>
                <a:cs typeface="Manrope"/>
              </a:rPr>
              <a:t>RAG</a:t>
            </a:r>
            <a:endParaRPr lang="en-US" sz="1600"/>
          </a:p>
        </p:txBody>
      </p:sp>
      <p:sp>
        <p:nvSpPr>
          <p:cNvPr id="291" name="Node 6"/>
          <p:cNvSpPr/>
          <p:nvPr/>
        </p:nvSpPr>
        <p:spPr>
          <a:xfrm>
            <a:off x="6828739" y="2990088"/>
            <a:ext cx="512064" cy="512064"/>
          </a:xfrm>
          <a:prstGeom prst="ellipse">
            <a:avLst/>
          </a:prstGeom>
          <a:solidFill>
            <a:srgbClr val="A9C022"/>
          </a:solidFill>
          <a:ln w="12700">
            <a:solidFill>
              <a:srgbClr val="E4F2A0"/>
            </a:solidFill>
          </a:ln>
        </p:spPr>
        <p:txBody>
          <a:bodyPr wrap="square" lIns="0" rIns="0" tIns="0" bIns="0" anchor="ctr" rtlCol="0"/>
          <a:lstStyle/>
          <a:p>
            <a:pPr algn="ctr"/>
            <a:r>
              <a:rPr lang="en-US" sz="1800" b="1" dirty="0">
                <a:solidFill>
                  <a:srgbClr val="16302A"/>
                </a:solidFill>
                <a:latin typeface="Manrope"/>
                <a:cs typeface="Manrope"/>
              </a:rPr>
              <a:t>6</a:t>
            </a:r>
            <a:endParaRPr lang="en-US" sz="1800"/>
          </a:p>
        </p:txBody>
      </p:sp>
      <p:sp>
        <p:nvSpPr>
          <p:cNvPr id="292" name="Tick 6"/>
          <p:cNvSpPr/>
          <p:nvPr/>
        </p:nvSpPr>
        <p:spPr>
          <a:xfrm>
            <a:off x="7084771" y="3502152"/>
            <a:ext cx="0" cy="164592"/>
          </a:xfrm>
          <a:prstGeom prst="line">
            <a:avLst/>
          </a:prstGeom>
          <a:noFill/>
          <a:ln w="12700">
            <a:solidFill>
              <a:srgbClr val="C0DAB4"/>
            </a:solidFill>
          </a:ln>
        </p:spPr>
        <p:txBody>
          <a:bodyPr wrap="square" lIns="73152" rIns="73152" tIns="0" bIns="0" anchor="ctr" rtlCol="0"/>
          <a:lstStyle/>
          <a:p>
            <a:pPr algn="l"/>
            <a:endParaRPr lang="en-US" sz="1600"/>
          </a:p>
        </p:txBody>
      </p:sp>
      <p:sp>
        <p:nvSpPr>
          <p:cNvPr id="293" name="Label 6"/>
          <p:cNvSpPr/>
          <p:nvPr/>
        </p:nvSpPr>
        <p:spPr>
          <a:xfrm>
            <a:off x="6170371" y="3703320"/>
            <a:ext cx="1828800" cy="868680"/>
          </a:xfrm>
          <a:prstGeom prst="rect">
            <a:avLst/>
          </a:prstGeom>
          <a:noFill/>
          <a:ln w="12700">
            <a:noFill/>
          </a:ln>
        </p:spPr>
        <p:txBody>
          <a:bodyPr wrap="square" lIns="0" rIns="0" tIns="0" bIns="0" anchor="t" rtlCol="0"/>
          <a:lstStyle/>
          <a:p>
            <a:pPr algn="ctr"/>
            <a:r>
              <a:rPr lang="en-US" sz="1600" b="1" dirty="0">
                <a:solidFill>
                  <a:srgbClr val="FFFFFF"/>
                </a:solidFill>
                <a:latin typeface="Manrope"/>
                <a:cs typeface="Manrope"/>
              </a:rPr>
              <a:t>Tools</a:t>
            </a:r>
            <a:endParaRPr lang="en-US" sz="1600"/>
          </a:p>
        </p:txBody>
      </p:sp>
      <p:sp>
        <p:nvSpPr>
          <p:cNvPr id="294" name="Node 7"/>
          <p:cNvSpPr/>
          <p:nvPr/>
        </p:nvSpPr>
        <p:spPr>
          <a:xfrm>
            <a:off x="7819034" y="2990088"/>
            <a:ext cx="512064" cy="512064"/>
          </a:xfrm>
          <a:prstGeom prst="ellipse">
            <a:avLst/>
          </a:prstGeom>
          <a:solidFill>
            <a:srgbClr val="A9C022"/>
          </a:solidFill>
          <a:ln w="12700">
            <a:solidFill>
              <a:srgbClr val="E4F2A0"/>
            </a:solidFill>
          </a:ln>
        </p:spPr>
        <p:txBody>
          <a:bodyPr wrap="square" lIns="0" rIns="0" tIns="0" bIns="0" anchor="ctr" rtlCol="0"/>
          <a:lstStyle/>
          <a:p>
            <a:pPr algn="ctr"/>
            <a:r>
              <a:rPr lang="en-US" sz="1800" b="1" dirty="0">
                <a:solidFill>
                  <a:srgbClr val="16302A"/>
                </a:solidFill>
                <a:latin typeface="Manrope"/>
                <a:cs typeface="Manrope"/>
              </a:rPr>
              <a:t>7</a:t>
            </a:r>
            <a:endParaRPr lang="en-US" sz="1800"/>
          </a:p>
        </p:txBody>
      </p:sp>
      <p:sp>
        <p:nvSpPr>
          <p:cNvPr id="295" name="Tick 7"/>
          <p:cNvSpPr/>
          <p:nvPr/>
        </p:nvSpPr>
        <p:spPr>
          <a:xfrm>
            <a:off x="8075066" y="2825496"/>
            <a:ext cx="0" cy="164592"/>
          </a:xfrm>
          <a:prstGeom prst="line">
            <a:avLst/>
          </a:prstGeom>
          <a:noFill/>
          <a:ln w="12700">
            <a:solidFill>
              <a:srgbClr val="C0DAB4"/>
            </a:solidFill>
          </a:ln>
        </p:spPr>
        <p:txBody>
          <a:bodyPr wrap="square" lIns="73152" rIns="73152" tIns="0" bIns="0" anchor="ctr" rtlCol="0"/>
          <a:lstStyle/>
          <a:p>
            <a:pPr algn="l"/>
            <a:endParaRPr lang="en-US" sz="1600"/>
          </a:p>
        </p:txBody>
      </p:sp>
      <p:sp>
        <p:nvSpPr>
          <p:cNvPr id="296" name="Label 7"/>
          <p:cNvSpPr/>
          <p:nvPr/>
        </p:nvSpPr>
        <p:spPr>
          <a:xfrm>
            <a:off x="7160666" y="1920240"/>
            <a:ext cx="1828800" cy="868680"/>
          </a:xfrm>
          <a:prstGeom prst="rect">
            <a:avLst/>
          </a:prstGeom>
          <a:noFill/>
          <a:ln w="12700">
            <a:noFill/>
          </a:ln>
        </p:spPr>
        <p:txBody>
          <a:bodyPr wrap="square" lIns="0" rIns="0" tIns="0" bIns="0" anchor="b" rtlCol="0"/>
          <a:lstStyle/>
          <a:p>
            <a:pPr algn="ctr"/>
            <a:r>
              <a:rPr lang="en-US" sz="1600" b="1" dirty="0">
                <a:solidFill>
                  <a:srgbClr val="FFFFFF"/>
                </a:solidFill>
                <a:latin typeface="Manrope"/>
                <a:cs typeface="Manrope"/>
              </a:rPr>
              <a:t>Agent design</a:t>
            </a:r>
            <a:endParaRPr lang="en-US" sz="1600"/>
          </a:p>
        </p:txBody>
      </p:sp>
      <p:sp>
        <p:nvSpPr>
          <p:cNvPr id="297" name="Node 8"/>
          <p:cNvSpPr/>
          <p:nvPr/>
        </p:nvSpPr>
        <p:spPr>
          <a:xfrm>
            <a:off x="8809330" y="2990088"/>
            <a:ext cx="512064" cy="512064"/>
          </a:xfrm>
          <a:prstGeom prst="ellipse">
            <a:avLst/>
          </a:prstGeom>
          <a:solidFill>
            <a:srgbClr val="A9C022"/>
          </a:solidFill>
          <a:ln w="12700">
            <a:solidFill>
              <a:srgbClr val="E4F2A0"/>
            </a:solidFill>
          </a:ln>
        </p:spPr>
        <p:txBody>
          <a:bodyPr wrap="square" lIns="0" rIns="0" tIns="0" bIns="0" anchor="ctr" rtlCol="0"/>
          <a:lstStyle/>
          <a:p>
            <a:pPr algn="ctr"/>
            <a:r>
              <a:rPr lang="en-US" sz="1800" b="1" dirty="0">
                <a:solidFill>
                  <a:srgbClr val="16302A"/>
                </a:solidFill>
                <a:latin typeface="Manrope"/>
                <a:cs typeface="Manrope"/>
              </a:rPr>
              <a:t>8</a:t>
            </a:r>
            <a:endParaRPr lang="en-US" sz="1800"/>
          </a:p>
        </p:txBody>
      </p:sp>
      <p:sp>
        <p:nvSpPr>
          <p:cNvPr id="298" name="Tick 8"/>
          <p:cNvSpPr/>
          <p:nvPr/>
        </p:nvSpPr>
        <p:spPr>
          <a:xfrm>
            <a:off x="9065362" y="3502152"/>
            <a:ext cx="0" cy="164592"/>
          </a:xfrm>
          <a:prstGeom prst="line">
            <a:avLst/>
          </a:prstGeom>
          <a:noFill/>
          <a:ln w="12700">
            <a:solidFill>
              <a:srgbClr val="C0DAB4"/>
            </a:solidFill>
          </a:ln>
        </p:spPr>
        <p:txBody>
          <a:bodyPr wrap="square" lIns="73152" rIns="73152" tIns="0" bIns="0" anchor="ctr" rtlCol="0"/>
          <a:lstStyle/>
          <a:p>
            <a:pPr algn="l"/>
            <a:endParaRPr lang="en-US" sz="1600"/>
          </a:p>
        </p:txBody>
      </p:sp>
      <p:sp>
        <p:nvSpPr>
          <p:cNvPr id="299" name="Label 8"/>
          <p:cNvSpPr/>
          <p:nvPr/>
        </p:nvSpPr>
        <p:spPr>
          <a:xfrm>
            <a:off x="8150962" y="3703320"/>
            <a:ext cx="1828800" cy="868680"/>
          </a:xfrm>
          <a:prstGeom prst="rect">
            <a:avLst/>
          </a:prstGeom>
          <a:noFill/>
          <a:ln w="12700">
            <a:noFill/>
          </a:ln>
        </p:spPr>
        <p:txBody>
          <a:bodyPr wrap="square" lIns="0" rIns="0" tIns="0" bIns="0" anchor="t" rtlCol="0"/>
          <a:lstStyle/>
          <a:p>
            <a:pPr algn="ctr"/>
            <a:r>
              <a:rPr lang="en-US" sz="1600" b="1" dirty="0">
                <a:solidFill>
                  <a:srgbClr val="FFFFFF"/>
                </a:solidFill>
                <a:latin typeface="Manrope"/>
                <a:cs typeface="Manrope"/>
              </a:rPr>
              <a:t>Frameworks, MCP</a:t>
            </a:r>
            <a:endParaRPr lang="en-US" sz="1600"/>
          </a:p>
        </p:txBody>
      </p:sp>
      <p:sp>
        <p:nvSpPr>
          <p:cNvPr id="300" name="Node 9"/>
          <p:cNvSpPr/>
          <p:nvPr/>
        </p:nvSpPr>
        <p:spPr>
          <a:xfrm>
            <a:off x="9799625" y="2990088"/>
            <a:ext cx="512064" cy="512064"/>
          </a:xfrm>
          <a:prstGeom prst="ellipse">
            <a:avLst/>
          </a:prstGeom>
          <a:solidFill>
            <a:srgbClr val="A9C022"/>
          </a:solidFill>
          <a:ln w="12700">
            <a:solidFill>
              <a:srgbClr val="E4F2A0"/>
            </a:solidFill>
          </a:ln>
        </p:spPr>
        <p:txBody>
          <a:bodyPr wrap="square" lIns="0" rIns="0" tIns="0" bIns="0" anchor="ctr" rtlCol="0"/>
          <a:lstStyle/>
          <a:p>
            <a:pPr algn="ctr"/>
            <a:r>
              <a:rPr lang="en-US" sz="1800" b="1" dirty="0">
                <a:solidFill>
                  <a:srgbClr val="16302A"/>
                </a:solidFill>
                <a:latin typeface="Manrope"/>
                <a:cs typeface="Manrope"/>
              </a:rPr>
              <a:t>9</a:t>
            </a:r>
            <a:endParaRPr lang="en-US" sz="1800"/>
          </a:p>
        </p:txBody>
      </p:sp>
      <p:sp>
        <p:nvSpPr>
          <p:cNvPr id="301" name="Tick 9"/>
          <p:cNvSpPr/>
          <p:nvPr/>
        </p:nvSpPr>
        <p:spPr>
          <a:xfrm>
            <a:off x="10055657" y="2825496"/>
            <a:ext cx="0" cy="164592"/>
          </a:xfrm>
          <a:prstGeom prst="line">
            <a:avLst/>
          </a:prstGeom>
          <a:noFill/>
          <a:ln w="12700">
            <a:solidFill>
              <a:srgbClr val="C0DAB4"/>
            </a:solidFill>
          </a:ln>
        </p:spPr>
        <p:txBody>
          <a:bodyPr wrap="square" lIns="73152" rIns="73152" tIns="0" bIns="0" anchor="ctr" rtlCol="0"/>
          <a:lstStyle/>
          <a:p>
            <a:pPr algn="l"/>
            <a:endParaRPr lang="en-US" sz="1600"/>
          </a:p>
        </p:txBody>
      </p:sp>
      <p:sp>
        <p:nvSpPr>
          <p:cNvPr id="302" name="Label 9"/>
          <p:cNvSpPr/>
          <p:nvPr/>
        </p:nvSpPr>
        <p:spPr>
          <a:xfrm>
            <a:off x="9141257" y="1920240"/>
            <a:ext cx="1828800" cy="868680"/>
          </a:xfrm>
          <a:prstGeom prst="rect">
            <a:avLst/>
          </a:prstGeom>
          <a:noFill/>
          <a:ln w="12700">
            <a:noFill/>
          </a:ln>
        </p:spPr>
        <p:txBody>
          <a:bodyPr wrap="square" lIns="0" rIns="0" tIns="0" bIns="0" anchor="b" rtlCol="0"/>
          <a:lstStyle/>
          <a:p>
            <a:pPr algn="ctr"/>
            <a:r>
              <a:rPr lang="en-US" sz="1600" b="1" dirty="0">
                <a:solidFill>
                  <a:srgbClr val="FFFFFF"/>
                </a:solidFill>
                <a:latin typeface="Manrope"/>
                <a:cs typeface="Manrope"/>
              </a:rPr>
              <a:t>Testing, safety</a:t>
            </a:r>
            <a:endParaRPr lang="en-US" sz="1600"/>
          </a:p>
        </p:txBody>
      </p:sp>
      <p:sp>
        <p:nvSpPr>
          <p:cNvPr id="303" name="Node 10"/>
          <p:cNvSpPr/>
          <p:nvPr/>
        </p:nvSpPr>
        <p:spPr>
          <a:xfrm>
            <a:off x="10789920" y="2990088"/>
            <a:ext cx="512064" cy="512064"/>
          </a:xfrm>
          <a:prstGeom prst="ellipse">
            <a:avLst/>
          </a:prstGeom>
          <a:solidFill>
            <a:srgbClr val="A9C022"/>
          </a:solidFill>
          <a:ln w="12700">
            <a:solidFill>
              <a:srgbClr val="E4F2A0"/>
            </a:solidFill>
          </a:ln>
        </p:spPr>
        <p:txBody>
          <a:bodyPr wrap="square" lIns="0" rIns="0" tIns="0" bIns="0" anchor="ctr" rtlCol="0"/>
          <a:lstStyle/>
          <a:p>
            <a:pPr algn="ctr"/>
            <a:r>
              <a:rPr lang="en-US" sz="1800" b="1" dirty="0">
                <a:solidFill>
                  <a:srgbClr val="16302A"/>
                </a:solidFill>
                <a:latin typeface="Manrope"/>
                <a:cs typeface="Manrope"/>
              </a:rPr>
              <a:t>10</a:t>
            </a:r>
            <a:endParaRPr lang="en-US" sz="1800"/>
          </a:p>
        </p:txBody>
      </p:sp>
      <p:sp>
        <p:nvSpPr>
          <p:cNvPr id="304" name="Tick 10"/>
          <p:cNvSpPr/>
          <p:nvPr/>
        </p:nvSpPr>
        <p:spPr>
          <a:xfrm>
            <a:off x="11045952" y="3502152"/>
            <a:ext cx="0" cy="164592"/>
          </a:xfrm>
          <a:prstGeom prst="line">
            <a:avLst/>
          </a:prstGeom>
          <a:noFill/>
          <a:ln w="12700">
            <a:solidFill>
              <a:srgbClr val="C0DAB4"/>
            </a:solidFill>
          </a:ln>
        </p:spPr>
        <p:txBody>
          <a:bodyPr wrap="square" lIns="73152" rIns="73152" tIns="0" bIns="0" anchor="ctr" rtlCol="0"/>
          <a:lstStyle/>
          <a:p>
            <a:pPr algn="l"/>
            <a:endParaRPr lang="en-US" sz="1600"/>
          </a:p>
        </p:txBody>
      </p:sp>
      <p:sp>
        <p:nvSpPr>
          <p:cNvPr id="305" name="Label 10"/>
          <p:cNvSpPr/>
          <p:nvPr/>
        </p:nvSpPr>
        <p:spPr>
          <a:xfrm>
            <a:off x="10131552" y="3703320"/>
            <a:ext cx="1828800" cy="868680"/>
          </a:xfrm>
          <a:prstGeom prst="rect">
            <a:avLst/>
          </a:prstGeom>
          <a:noFill/>
          <a:ln w="12700">
            <a:noFill/>
          </a:ln>
        </p:spPr>
        <p:txBody>
          <a:bodyPr wrap="square" lIns="0" rIns="0" tIns="0" bIns="0" anchor="t" rtlCol="0"/>
          <a:lstStyle/>
          <a:p>
            <a:pPr algn="ctr"/>
            <a:r>
              <a:rPr lang="en-US" sz="1600" b="1" dirty="0">
                <a:solidFill>
                  <a:srgbClr val="FFFFFF"/>
                </a:solidFill>
                <a:latin typeface="Manrope"/>
                <a:cs typeface="Manrope"/>
              </a:rPr>
              <a:t>Launch</a:t>
            </a:r>
            <a:endParaRPr lang="en-US" sz="1600"/>
          </a:p>
        </p:txBody>
      </p:sp>
      <p:sp>
        <p:nvSpPr>
          <p:cNvPr id="306" name="Bracket"/>
          <p:cNvSpPr/>
          <p:nvPr/>
        </p:nvSpPr>
        <p:spPr>
          <a:xfrm>
            <a:off x="4829861" y="4983480"/>
            <a:ext cx="6490411" cy="0"/>
          </a:xfrm>
          <a:prstGeom prst="line">
            <a:avLst/>
          </a:prstGeom>
          <a:noFill/>
          <a:ln w="22225">
            <a:solidFill>
              <a:srgbClr val="A9C022"/>
            </a:solidFill>
          </a:ln>
        </p:spPr>
        <p:txBody>
          <a:bodyPr wrap="square" lIns="73152" rIns="73152" tIns="0" bIns="0" anchor="ctr" rtlCol="0"/>
          <a:lstStyle/>
          <a:p>
            <a:pPr algn="l"/>
            <a:endParaRPr lang="en-US" sz="1600"/>
          </a:p>
        </p:txBody>
      </p:sp>
      <p:sp>
        <p:nvSpPr>
          <p:cNvPr id="307" name="Bracket L"/>
          <p:cNvSpPr/>
          <p:nvPr/>
        </p:nvSpPr>
        <p:spPr>
          <a:xfrm>
            <a:off x="4829861" y="4837176"/>
            <a:ext cx="0" cy="146304"/>
          </a:xfrm>
          <a:prstGeom prst="line">
            <a:avLst/>
          </a:prstGeom>
          <a:noFill/>
          <a:ln w="22225">
            <a:solidFill>
              <a:srgbClr val="A9C022"/>
            </a:solidFill>
          </a:ln>
        </p:spPr>
        <p:txBody>
          <a:bodyPr wrap="square" lIns="73152" rIns="73152" tIns="0" bIns="0" anchor="ctr" rtlCol="0"/>
          <a:lstStyle/>
          <a:p>
            <a:pPr algn="l"/>
            <a:endParaRPr lang="en-US" sz="1600"/>
          </a:p>
        </p:txBody>
      </p:sp>
      <p:sp>
        <p:nvSpPr>
          <p:cNvPr id="308" name="Bracket R"/>
          <p:cNvSpPr/>
          <p:nvPr/>
        </p:nvSpPr>
        <p:spPr>
          <a:xfrm>
            <a:off x="11320272" y="4837176"/>
            <a:ext cx="0" cy="146304"/>
          </a:xfrm>
          <a:prstGeom prst="line">
            <a:avLst/>
          </a:prstGeom>
          <a:noFill/>
          <a:ln w="22225">
            <a:solidFill>
              <a:srgbClr val="A9C022"/>
            </a:solidFill>
          </a:ln>
        </p:spPr>
        <p:txBody>
          <a:bodyPr wrap="square" lIns="73152" rIns="73152" tIns="0" bIns="0" anchor="ctr" rtlCol="0"/>
          <a:lstStyle/>
          <a:p>
            <a:pPr algn="l"/>
            <a:endParaRPr lang="en-US" sz="1600"/>
          </a:p>
        </p:txBody>
      </p:sp>
      <p:sp>
        <p:nvSpPr>
          <p:cNvPr id="309" name="Bracket label"/>
          <p:cNvSpPr/>
          <p:nvPr/>
        </p:nvSpPr>
        <p:spPr>
          <a:xfrm>
            <a:off x="4829861" y="5093208"/>
            <a:ext cx="6490411" cy="685800"/>
          </a:xfrm>
          <a:prstGeom prst="rect">
            <a:avLst/>
          </a:prstGeom>
          <a:noFill/>
          <a:ln w="12700">
            <a:noFill/>
          </a:ln>
        </p:spPr>
        <p:txBody>
          <a:bodyPr wrap="square" lIns="0" rIns="0" tIns="0" bIns="0" anchor="t" rtlCol="0"/>
          <a:lstStyle/>
          <a:p>
            <a:pPr algn="ctr"/>
            <a:r>
              <a:rPr lang="en-US" sz="1800" b="1" dirty="0">
                <a:solidFill>
                  <a:srgbClr val="A9C022"/>
                </a:solidFill>
                <a:latin typeface="Manrope"/>
                <a:cs typeface="Manrope"/>
              </a:rPr>
              <a:t>Stages 4–10 overlap a lot: </a:t>
            </a:r>
            <a:r>
              <a:rPr lang="en-US" sz="1800" b="0" dirty="0">
                <a:solidFill>
                  <a:srgbClr val="FFFFFF"/>
                </a:solidFill>
                <a:latin typeface="Manrope"/>
                <a:cs typeface="Manrope"/>
              </a:rPr>
              <a:t>start building small agents early</a:t>
            </a:r>
            <a:endParaRPr 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6462065" y="0"/>
            <a:ext cx="5729630" cy="6858000"/>
          </a:xfrm>
          <a:prstGeom prst="rect">
            <a:avLst/>
          </a:prstGeom>
          <a:solidFill>
            <a:srgbClr val="0C4441"/>
          </a:solidFill>
          <a:ln/>
        </p:spPr>
      </p:sp>
      <p:sp>
        <p:nvSpPr>
          <p:cNvPr id="3" name="Shape 1"/>
          <p:cNvSpPr/>
          <p:nvPr/>
        </p:nvSpPr>
        <p:spPr>
          <a:xfrm>
            <a:off x="7088429" y="-74066"/>
            <a:ext cx="803758" cy="753809"/>
          </a:xfrm>
          <a:prstGeom prst="rect">
            <a:avLst/>
          </a:prstGeom>
          <a:solidFill>
            <a:srgbClr val="F8FE05">
              <a:alpha val="8250"/>
            </a:srgbClr>
          </a:solidFill>
          <a:ln/>
        </p:spPr>
      </p:sp>
      <p:sp>
        <p:nvSpPr>
          <p:cNvPr id="4" name="Shape 2"/>
          <p:cNvSpPr/>
          <p:nvPr/>
        </p:nvSpPr>
        <p:spPr>
          <a:xfrm>
            <a:off x="7088429" y="670598"/>
            <a:ext cx="803758" cy="753809"/>
          </a:xfrm>
          <a:prstGeom prst="rect">
            <a:avLst/>
          </a:prstGeom>
          <a:solidFill>
            <a:srgbClr val="F8FE05">
              <a:alpha val="7219"/>
            </a:srgbClr>
          </a:solidFill>
          <a:ln/>
        </p:spPr>
      </p:sp>
      <p:sp>
        <p:nvSpPr>
          <p:cNvPr id="5" name="Shape 3"/>
          <p:cNvSpPr/>
          <p:nvPr/>
        </p:nvSpPr>
        <p:spPr>
          <a:xfrm>
            <a:off x="7088429" y="1415263"/>
            <a:ext cx="803758" cy="753809"/>
          </a:xfrm>
          <a:prstGeom prst="rect">
            <a:avLst/>
          </a:prstGeom>
          <a:solidFill>
            <a:srgbClr val="F8FE05">
              <a:alpha val="6188"/>
            </a:srgbClr>
          </a:solidFill>
          <a:ln/>
        </p:spPr>
      </p:sp>
      <p:sp>
        <p:nvSpPr>
          <p:cNvPr id="6" name="Shape 4"/>
          <p:cNvSpPr/>
          <p:nvPr/>
        </p:nvSpPr>
        <p:spPr>
          <a:xfrm>
            <a:off x="7088429" y="2159927"/>
            <a:ext cx="803758" cy="753809"/>
          </a:xfrm>
          <a:prstGeom prst="rect">
            <a:avLst/>
          </a:prstGeom>
          <a:solidFill>
            <a:srgbClr val="F8FE05">
              <a:alpha val="5156"/>
            </a:srgbClr>
          </a:solidFill>
          <a:ln/>
        </p:spPr>
      </p:sp>
      <p:sp>
        <p:nvSpPr>
          <p:cNvPr id="7" name="Shape 5"/>
          <p:cNvSpPr/>
          <p:nvPr/>
        </p:nvSpPr>
        <p:spPr>
          <a:xfrm>
            <a:off x="7088429" y="2904592"/>
            <a:ext cx="803758" cy="753809"/>
          </a:xfrm>
          <a:prstGeom prst="rect">
            <a:avLst/>
          </a:prstGeom>
          <a:solidFill>
            <a:srgbClr val="F8FE05">
              <a:alpha val="4125"/>
            </a:srgbClr>
          </a:solidFill>
          <a:ln/>
        </p:spPr>
      </p:sp>
      <p:sp>
        <p:nvSpPr>
          <p:cNvPr id="8" name="Shape 6"/>
          <p:cNvSpPr/>
          <p:nvPr/>
        </p:nvSpPr>
        <p:spPr>
          <a:xfrm>
            <a:off x="7088429" y="3649256"/>
            <a:ext cx="803758" cy="753809"/>
          </a:xfrm>
          <a:prstGeom prst="rect">
            <a:avLst/>
          </a:prstGeom>
          <a:solidFill>
            <a:srgbClr val="F8FE05">
              <a:alpha val="3094"/>
            </a:srgbClr>
          </a:solidFill>
          <a:ln/>
        </p:spPr>
      </p:sp>
      <p:sp>
        <p:nvSpPr>
          <p:cNvPr id="9" name="Shape 7"/>
          <p:cNvSpPr/>
          <p:nvPr/>
        </p:nvSpPr>
        <p:spPr>
          <a:xfrm>
            <a:off x="7088429" y="4393921"/>
            <a:ext cx="803758" cy="753809"/>
          </a:xfrm>
          <a:prstGeom prst="rect">
            <a:avLst/>
          </a:prstGeom>
          <a:solidFill>
            <a:srgbClr val="F8FE05">
              <a:alpha val="2063"/>
            </a:srgbClr>
          </a:solidFill>
          <a:ln/>
        </p:spPr>
      </p:sp>
      <p:sp>
        <p:nvSpPr>
          <p:cNvPr id="10" name="Shape 8"/>
          <p:cNvSpPr/>
          <p:nvPr/>
        </p:nvSpPr>
        <p:spPr>
          <a:xfrm>
            <a:off x="7088429" y="5138585"/>
            <a:ext cx="803758" cy="753809"/>
          </a:xfrm>
          <a:prstGeom prst="rect">
            <a:avLst/>
          </a:prstGeom>
          <a:solidFill>
            <a:srgbClr val="F8FE05">
              <a:alpha val="1031"/>
            </a:srgbClr>
          </a:solidFill>
          <a:ln/>
        </p:spPr>
      </p:sp>
      <p:sp>
        <p:nvSpPr>
          <p:cNvPr id="11" name="Shape 9"/>
          <p:cNvSpPr/>
          <p:nvPr/>
        </p:nvSpPr>
        <p:spPr>
          <a:xfrm>
            <a:off x="8459114" y="-74066"/>
            <a:ext cx="803758" cy="427825"/>
          </a:xfrm>
          <a:prstGeom prst="rect">
            <a:avLst/>
          </a:prstGeom>
          <a:solidFill>
            <a:srgbClr val="F8FE05">
              <a:alpha val="3850"/>
            </a:srgbClr>
          </a:solidFill>
          <a:ln/>
        </p:spPr>
      </p:sp>
      <p:sp>
        <p:nvSpPr>
          <p:cNvPr id="12" name="Shape 10"/>
          <p:cNvSpPr/>
          <p:nvPr/>
        </p:nvSpPr>
        <p:spPr>
          <a:xfrm>
            <a:off x="8459114" y="344614"/>
            <a:ext cx="803758" cy="427825"/>
          </a:xfrm>
          <a:prstGeom prst="rect">
            <a:avLst/>
          </a:prstGeom>
          <a:solidFill>
            <a:srgbClr val="F8FE05">
              <a:alpha val="3369"/>
            </a:srgbClr>
          </a:solidFill>
          <a:ln/>
        </p:spPr>
      </p:sp>
      <p:sp>
        <p:nvSpPr>
          <p:cNvPr id="13" name="Shape 11"/>
          <p:cNvSpPr/>
          <p:nvPr/>
        </p:nvSpPr>
        <p:spPr>
          <a:xfrm>
            <a:off x="8459114" y="763295"/>
            <a:ext cx="803758" cy="427825"/>
          </a:xfrm>
          <a:prstGeom prst="rect">
            <a:avLst/>
          </a:prstGeom>
          <a:solidFill>
            <a:srgbClr val="F8FE05">
              <a:alpha val="2888"/>
            </a:srgbClr>
          </a:solidFill>
          <a:ln/>
        </p:spPr>
      </p:sp>
      <p:sp>
        <p:nvSpPr>
          <p:cNvPr id="14" name="Shape 12"/>
          <p:cNvSpPr/>
          <p:nvPr/>
        </p:nvSpPr>
        <p:spPr>
          <a:xfrm>
            <a:off x="8459114" y="1181976"/>
            <a:ext cx="803758" cy="427825"/>
          </a:xfrm>
          <a:prstGeom prst="rect">
            <a:avLst/>
          </a:prstGeom>
          <a:solidFill>
            <a:srgbClr val="F8FE05">
              <a:alpha val="2406"/>
            </a:srgbClr>
          </a:solidFill>
          <a:ln/>
        </p:spPr>
      </p:sp>
      <p:sp>
        <p:nvSpPr>
          <p:cNvPr id="15" name="Shape 13"/>
          <p:cNvSpPr/>
          <p:nvPr/>
        </p:nvSpPr>
        <p:spPr>
          <a:xfrm>
            <a:off x="8459114" y="1600657"/>
            <a:ext cx="803758" cy="427825"/>
          </a:xfrm>
          <a:prstGeom prst="rect">
            <a:avLst/>
          </a:prstGeom>
          <a:solidFill>
            <a:srgbClr val="F8FE05">
              <a:alpha val="1925"/>
            </a:srgbClr>
          </a:solidFill>
          <a:ln/>
        </p:spPr>
      </p:sp>
      <p:sp>
        <p:nvSpPr>
          <p:cNvPr id="16" name="Shape 14"/>
          <p:cNvSpPr/>
          <p:nvPr/>
        </p:nvSpPr>
        <p:spPr>
          <a:xfrm>
            <a:off x="8459114" y="2019338"/>
            <a:ext cx="803758" cy="427825"/>
          </a:xfrm>
          <a:prstGeom prst="rect">
            <a:avLst/>
          </a:prstGeom>
          <a:solidFill>
            <a:srgbClr val="F8FE05">
              <a:alpha val="1444"/>
            </a:srgbClr>
          </a:solidFill>
          <a:ln/>
        </p:spPr>
      </p:sp>
      <p:sp>
        <p:nvSpPr>
          <p:cNvPr id="17" name="Shape 15"/>
          <p:cNvSpPr/>
          <p:nvPr/>
        </p:nvSpPr>
        <p:spPr>
          <a:xfrm>
            <a:off x="8459114" y="2438019"/>
            <a:ext cx="803758" cy="427825"/>
          </a:xfrm>
          <a:prstGeom prst="rect">
            <a:avLst/>
          </a:prstGeom>
          <a:solidFill>
            <a:srgbClr val="F8FE05">
              <a:alpha val="963"/>
            </a:srgbClr>
          </a:solidFill>
          <a:ln/>
        </p:spPr>
      </p:sp>
      <p:sp>
        <p:nvSpPr>
          <p:cNvPr id="18" name="Shape 16"/>
          <p:cNvSpPr/>
          <p:nvPr/>
        </p:nvSpPr>
        <p:spPr>
          <a:xfrm>
            <a:off x="8459114" y="2856700"/>
            <a:ext cx="803758" cy="427825"/>
          </a:xfrm>
          <a:prstGeom prst="rect">
            <a:avLst/>
          </a:prstGeom>
          <a:solidFill>
            <a:srgbClr val="F8FE05">
              <a:alpha val="481"/>
            </a:srgbClr>
          </a:solidFill>
          <a:ln/>
        </p:spPr>
      </p:sp>
      <p:sp>
        <p:nvSpPr>
          <p:cNvPr id="19" name="Shape 17"/>
          <p:cNvSpPr/>
          <p:nvPr/>
        </p:nvSpPr>
        <p:spPr>
          <a:xfrm>
            <a:off x="7768742" y="-48463"/>
            <a:ext cx="803758" cy="572300"/>
          </a:xfrm>
          <a:prstGeom prst="rect">
            <a:avLst/>
          </a:prstGeom>
          <a:solidFill>
            <a:srgbClr val="F8FE05">
              <a:alpha val="5500"/>
            </a:srgbClr>
          </a:solidFill>
          <a:ln/>
        </p:spPr>
      </p:sp>
      <p:sp>
        <p:nvSpPr>
          <p:cNvPr id="20" name="Shape 18"/>
          <p:cNvSpPr/>
          <p:nvPr/>
        </p:nvSpPr>
        <p:spPr>
          <a:xfrm>
            <a:off x="7768742" y="514693"/>
            <a:ext cx="803758" cy="572300"/>
          </a:xfrm>
          <a:prstGeom prst="rect">
            <a:avLst/>
          </a:prstGeom>
          <a:solidFill>
            <a:srgbClr val="F8FE05">
              <a:alpha val="4813"/>
            </a:srgbClr>
          </a:solidFill>
          <a:ln/>
        </p:spPr>
      </p:sp>
      <p:sp>
        <p:nvSpPr>
          <p:cNvPr id="21" name="Shape 19"/>
          <p:cNvSpPr/>
          <p:nvPr/>
        </p:nvSpPr>
        <p:spPr>
          <a:xfrm>
            <a:off x="7768742" y="1077849"/>
            <a:ext cx="803758" cy="572300"/>
          </a:xfrm>
          <a:prstGeom prst="rect">
            <a:avLst/>
          </a:prstGeom>
          <a:solidFill>
            <a:srgbClr val="F8FE05">
              <a:alpha val="4125"/>
            </a:srgbClr>
          </a:solidFill>
          <a:ln/>
        </p:spPr>
      </p:sp>
      <p:sp>
        <p:nvSpPr>
          <p:cNvPr id="22" name="Shape 20"/>
          <p:cNvSpPr/>
          <p:nvPr/>
        </p:nvSpPr>
        <p:spPr>
          <a:xfrm>
            <a:off x="7768742" y="1641005"/>
            <a:ext cx="803758" cy="572300"/>
          </a:xfrm>
          <a:prstGeom prst="rect">
            <a:avLst/>
          </a:prstGeom>
          <a:solidFill>
            <a:srgbClr val="F8FE05">
              <a:alpha val="3438"/>
            </a:srgbClr>
          </a:solidFill>
          <a:ln/>
        </p:spPr>
      </p:sp>
      <p:sp>
        <p:nvSpPr>
          <p:cNvPr id="23" name="Shape 21"/>
          <p:cNvSpPr/>
          <p:nvPr/>
        </p:nvSpPr>
        <p:spPr>
          <a:xfrm>
            <a:off x="7768742" y="2204161"/>
            <a:ext cx="803758" cy="572300"/>
          </a:xfrm>
          <a:prstGeom prst="rect">
            <a:avLst/>
          </a:prstGeom>
          <a:solidFill>
            <a:srgbClr val="F8FE05">
              <a:alpha val="2750"/>
            </a:srgbClr>
          </a:solidFill>
          <a:ln/>
        </p:spPr>
      </p:sp>
      <p:sp>
        <p:nvSpPr>
          <p:cNvPr id="24" name="Shape 22"/>
          <p:cNvSpPr/>
          <p:nvPr/>
        </p:nvSpPr>
        <p:spPr>
          <a:xfrm>
            <a:off x="7768742" y="2767317"/>
            <a:ext cx="803758" cy="572300"/>
          </a:xfrm>
          <a:prstGeom prst="rect">
            <a:avLst/>
          </a:prstGeom>
          <a:solidFill>
            <a:srgbClr val="F8FE05">
              <a:alpha val="2063"/>
            </a:srgbClr>
          </a:solidFill>
          <a:ln/>
        </p:spPr>
      </p:sp>
      <p:sp>
        <p:nvSpPr>
          <p:cNvPr id="25" name="Shape 23"/>
          <p:cNvSpPr/>
          <p:nvPr/>
        </p:nvSpPr>
        <p:spPr>
          <a:xfrm>
            <a:off x="7768742" y="3330473"/>
            <a:ext cx="803758" cy="572300"/>
          </a:xfrm>
          <a:prstGeom prst="rect">
            <a:avLst/>
          </a:prstGeom>
          <a:solidFill>
            <a:srgbClr val="F8FE05">
              <a:alpha val="1375"/>
            </a:srgbClr>
          </a:solidFill>
          <a:ln/>
        </p:spPr>
      </p:sp>
      <p:sp>
        <p:nvSpPr>
          <p:cNvPr id="26" name="Shape 24"/>
          <p:cNvSpPr/>
          <p:nvPr/>
        </p:nvSpPr>
        <p:spPr>
          <a:xfrm>
            <a:off x="7768742" y="3893629"/>
            <a:ext cx="803758" cy="572300"/>
          </a:xfrm>
          <a:prstGeom prst="rect">
            <a:avLst/>
          </a:prstGeom>
          <a:solidFill>
            <a:srgbClr val="F8FE05">
              <a:alpha val="688"/>
            </a:srgbClr>
          </a:solidFill>
          <a:ln/>
        </p:spPr>
      </p:sp>
      <p:sp>
        <p:nvSpPr>
          <p:cNvPr id="27" name="Shape 25"/>
          <p:cNvSpPr/>
          <p:nvPr/>
        </p:nvSpPr>
        <p:spPr>
          <a:xfrm>
            <a:off x="6401714" y="-48463"/>
            <a:ext cx="803758" cy="526009"/>
          </a:xfrm>
          <a:prstGeom prst="rect">
            <a:avLst/>
          </a:prstGeom>
          <a:solidFill>
            <a:srgbClr val="F8FE05">
              <a:alpha val="5500"/>
            </a:srgbClr>
          </a:solidFill>
          <a:ln/>
        </p:spPr>
      </p:sp>
      <p:sp>
        <p:nvSpPr>
          <p:cNvPr id="28" name="Shape 26"/>
          <p:cNvSpPr/>
          <p:nvPr/>
        </p:nvSpPr>
        <p:spPr>
          <a:xfrm>
            <a:off x="6401714" y="468401"/>
            <a:ext cx="803758" cy="526009"/>
          </a:xfrm>
          <a:prstGeom prst="rect">
            <a:avLst/>
          </a:prstGeom>
          <a:solidFill>
            <a:srgbClr val="F8FE05">
              <a:alpha val="4813"/>
            </a:srgbClr>
          </a:solidFill>
          <a:ln/>
        </p:spPr>
      </p:sp>
      <p:sp>
        <p:nvSpPr>
          <p:cNvPr id="29" name="Shape 27"/>
          <p:cNvSpPr/>
          <p:nvPr/>
        </p:nvSpPr>
        <p:spPr>
          <a:xfrm>
            <a:off x="6401714" y="985266"/>
            <a:ext cx="803758" cy="526009"/>
          </a:xfrm>
          <a:prstGeom prst="rect">
            <a:avLst/>
          </a:prstGeom>
          <a:solidFill>
            <a:srgbClr val="F8FE05">
              <a:alpha val="4125"/>
            </a:srgbClr>
          </a:solidFill>
          <a:ln/>
        </p:spPr>
      </p:sp>
      <p:sp>
        <p:nvSpPr>
          <p:cNvPr id="30" name="Shape 28"/>
          <p:cNvSpPr/>
          <p:nvPr/>
        </p:nvSpPr>
        <p:spPr>
          <a:xfrm>
            <a:off x="6401714" y="1502131"/>
            <a:ext cx="803758" cy="526009"/>
          </a:xfrm>
          <a:prstGeom prst="rect">
            <a:avLst/>
          </a:prstGeom>
          <a:solidFill>
            <a:srgbClr val="F8FE05">
              <a:alpha val="3438"/>
            </a:srgbClr>
          </a:solidFill>
          <a:ln/>
        </p:spPr>
      </p:sp>
      <p:sp>
        <p:nvSpPr>
          <p:cNvPr id="31" name="Shape 29"/>
          <p:cNvSpPr/>
          <p:nvPr/>
        </p:nvSpPr>
        <p:spPr>
          <a:xfrm>
            <a:off x="6401714" y="2018995"/>
            <a:ext cx="803758" cy="526009"/>
          </a:xfrm>
          <a:prstGeom prst="rect">
            <a:avLst/>
          </a:prstGeom>
          <a:solidFill>
            <a:srgbClr val="F8FE05">
              <a:alpha val="2750"/>
            </a:srgbClr>
          </a:solidFill>
          <a:ln/>
        </p:spPr>
      </p:sp>
      <p:sp>
        <p:nvSpPr>
          <p:cNvPr id="32" name="Shape 30"/>
          <p:cNvSpPr/>
          <p:nvPr/>
        </p:nvSpPr>
        <p:spPr>
          <a:xfrm>
            <a:off x="6401714" y="2535860"/>
            <a:ext cx="803758" cy="526009"/>
          </a:xfrm>
          <a:prstGeom prst="rect">
            <a:avLst/>
          </a:prstGeom>
          <a:solidFill>
            <a:srgbClr val="F8FE05">
              <a:alpha val="2063"/>
            </a:srgbClr>
          </a:solidFill>
          <a:ln/>
        </p:spPr>
      </p:sp>
      <p:sp>
        <p:nvSpPr>
          <p:cNvPr id="33" name="Shape 31"/>
          <p:cNvSpPr/>
          <p:nvPr/>
        </p:nvSpPr>
        <p:spPr>
          <a:xfrm>
            <a:off x="6401714" y="3052724"/>
            <a:ext cx="803758" cy="526009"/>
          </a:xfrm>
          <a:prstGeom prst="rect">
            <a:avLst/>
          </a:prstGeom>
          <a:solidFill>
            <a:srgbClr val="F8FE05">
              <a:alpha val="1375"/>
            </a:srgbClr>
          </a:solidFill>
          <a:ln/>
        </p:spPr>
      </p:sp>
      <p:sp>
        <p:nvSpPr>
          <p:cNvPr id="34" name="Shape 32"/>
          <p:cNvSpPr/>
          <p:nvPr/>
        </p:nvSpPr>
        <p:spPr>
          <a:xfrm>
            <a:off x="6401714" y="3569589"/>
            <a:ext cx="803758" cy="526009"/>
          </a:xfrm>
          <a:prstGeom prst="rect">
            <a:avLst/>
          </a:prstGeom>
          <a:solidFill>
            <a:srgbClr val="F8FE05">
              <a:alpha val="688"/>
            </a:srgbClr>
          </a:solidFill>
          <a:ln/>
        </p:spPr>
      </p:sp>
      <p:sp>
        <p:nvSpPr>
          <p:cNvPr id="35" name="Shape 33"/>
          <p:cNvSpPr/>
          <p:nvPr/>
        </p:nvSpPr>
        <p:spPr>
          <a:xfrm>
            <a:off x="11437315" y="-48463"/>
            <a:ext cx="803758" cy="750722"/>
          </a:xfrm>
          <a:prstGeom prst="rect">
            <a:avLst/>
          </a:prstGeom>
          <a:solidFill>
            <a:srgbClr val="F8FE05">
              <a:alpha val="8250"/>
            </a:srgbClr>
          </a:solidFill>
          <a:ln/>
        </p:spPr>
      </p:sp>
      <p:sp>
        <p:nvSpPr>
          <p:cNvPr id="36" name="Shape 34"/>
          <p:cNvSpPr/>
          <p:nvPr/>
        </p:nvSpPr>
        <p:spPr>
          <a:xfrm>
            <a:off x="11437315" y="693115"/>
            <a:ext cx="803758" cy="750722"/>
          </a:xfrm>
          <a:prstGeom prst="rect">
            <a:avLst/>
          </a:prstGeom>
          <a:solidFill>
            <a:srgbClr val="F8FE05">
              <a:alpha val="7219"/>
            </a:srgbClr>
          </a:solidFill>
          <a:ln/>
        </p:spPr>
      </p:sp>
      <p:sp>
        <p:nvSpPr>
          <p:cNvPr id="37" name="Shape 35"/>
          <p:cNvSpPr/>
          <p:nvPr/>
        </p:nvSpPr>
        <p:spPr>
          <a:xfrm>
            <a:off x="11437315" y="1434694"/>
            <a:ext cx="803758" cy="750722"/>
          </a:xfrm>
          <a:prstGeom prst="rect">
            <a:avLst/>
          </a:prstGeom>
          <a:solidFill>
            <a:srgbClr val="F8FE05">
              <a:alpha val="6188"/>
            </a:srgbClr>
          </a:solidFill>
          <a:ln/>
        </p:spPr>
      </p:sp>
      <p:sp>
        <p:nvSpPr>
          <p:cNvPr id="38" name="Shape 36"/>
          <p:cNvSpPr/>
          <p:nvPr/>
        </p:nvSpPr>
        <p:spPr>
          <a:xfrm>
            <a:off x="11437315" y="2176272"/>
            <a:ext cx="803758" cy="750722"/>
          </a:xfrm>
          <a:prstGeom prst="rect">
            <a:avLst/>
          </a:prstGeom>
          <a:solidFill>
            <a:srgbClr val="F8FE05">
              <a:alpha val="5156"/>
            </a:srgbClr>
          </a:solidFill>
          <a:ln/>
        </p:spPr>
      </p:sp>
      <p:sp>
        <p:nvSpPr>
          <p:cNvPr id="39" name="Shape 37"/>
          <p:cNvSpPr/>
          <p:nvPr/>
        </p:nvSpPr>
        <p:spPr>
          <a:xfrm>
            <a:off x="11437315" y="2917850"/>
            <a:ext cx="803758" cy="750722"/>
          </a:xfrm>
          <a:prstGeom prst="rect">
            <a:avLst/>
          </a:prstGeom>
          <a:solidFill>
            <a:srgbClr val="F8FE05">
              <a:alpha val="4125"/>
            </a:srgbClr>
          </a:solidFill>
          <a:ln/>
        </p:spPr>
      </p:sp>
      <p:sp>
        <p:nvSpPr>
          <p:cNvPr id="40" name="Shape 38"/>
          <p:cNvSpPr/>
          <p:nvPr/>
        </p:nvSpPr>
        <p:spPr>
          <a:xfrm>
            <a:off x="11437315" y="3659429"/>
            <a:ext cx="803758" cy="750722"/>
          </a:xfrm>
          <a:prstGeom prst="rect">
            <a:avLst/>
          </a:prstGeom>
          <a:solidFill>
            <a:srgbClr val="F8FE05">
              <a:alpha val="3094"/>
            </a:srgbClr>
          </a:solidFill>
          <a:ln/>
        </p:spPr>
      </p:sp>
      <p:sp>
        <p:nvSpPr>
          <p:cNvPr id="41" name="Shape 39"/>
          <p:cNvSpPr/>
          <p:nvPr/>
        </p:nvSpPr>
        <p:spPr>
          <a:xfrm>
            <a:off x="11437315" y="4401007"/>
            <a:ext cx="803758" cy="750722"/>
          </a:xfrm>
          <a:prstGeom prst="rect">
            <a:avLst/>
          </a:prstGeom>
          <a:solidFill>
            <a:srgbClr val="F8FE05">
              <a:alpha val="2063"/>
            </a:srgbClr>
          </a:solidFill>
          <a:ln/>
        </p:spPr>
      </p:sp>
      <p:sp>
        <p:nvSpPr>
          <p:cNvPr id="42" name="Shape 40"/>
          <p:cNvSpPr/>
          <p:nvPr/>
        </p:nvSpPr>
        <p:spPr>
          <a:xfrm>
            <a:off x="11437315" y="5142586"/>
            <a:ext cx="803758" cy="750722"/>
          </a:xfrm>
          <a:prstGeom prst="rect">
            <a:avLst/>
          </a:prstGeom>
          <a:solidFill>
            <a:srgbClr val="F8FE05">
              <a:alpha val="1031"/>
            </a:srgbClr>
          </a:solidFill>
          <a:ln/>
        </p:spPr>
      </p:sp>
      <p:sp>
        <p:nvSpPr>
          <p:cNvPr id="43" name="Shape 41"/>
          <p:cNvSpPr/>
          <p:nvPr/>
        </p:nvSpPr>
        <p:spPr>
          <a:xfrm>
            <a:off x="10750601" y="-74066"/>
            <a:ext cx="803758" cy="529209"/>
          </a:xfrm>
          <a:prstGeom prst="rect">
            <a:avLst/>
          </a:prstGeom>
          <a:solidFill>
            <a:srgbClr val="F8FE05">
              <a:alpha val="5500"/>
            </a:srgbClr>
          </a:solidFill>
          <a:ln/>
        </p:spPr>
      </p:sp>
      <p:sp>
        <p:nvSpPr>
          <p:cNvPr id="44" name="Shape 42"/>
          <p:cNvSpPr/>
          <p:nvPr/>
        </p:nvSpPr>
        <p:spPr>
          <a:xfrm>
            <a:off x="10750601" y="445999"/>
            <a:ext cx="803758" cy="529209"/>
          </a:xfrm>
          <a:prstGeom prst="rect">
            <a:avLst/>
          </a:prstGeom>
          <a:solidFill>
            <a:srgbClr val="F8FE05">
              <a:alpha val="4813"/>
            </a:srgbClr>
          </a:solidFill>
          <a:ln/>
        </p:spPr>
      </p:sp>
      <p:sp>
        <p:nvSpPr>
          <p:cNvPr id="45" name="Shape 43"/>
          <p:cNvSpPr/>
          <p:nvPr/>
        </p:nvSpPr>
        <p:spPr>
          <a:xfrm>
            <a:off x="10750601" y="966064"/>
            <a:ext cx="803758" cy="529209"/>
          </a:xfrm>
          <a:prstGeom prst="rect">
            <a:avLst/>
          </a:prstGeom>
          <a:solidFill>
            <a:srgbClr val="F8FE05">
              <a:alpha val="4125"/>
            </a:srgbClr>
          </a:solidFill>
          <a:ln/>
        </p:spPr>
      </p:sp>
      <p:sp>
        <p:nvSpPr>
          <p:cNvPr id="46" name="Shape 44"/>
          <p:cNvSpPr/>
          <p:nvPr/>
        </p:nvSpPr>
        <p:spPr>
          <a:xfrm>
            <a:off x="10750601" y="1486129"/>
            <a:ext cx="803758" cy="529209"/>
          </a:xfrm>
          <a:prstGeom prst="rect">
            <a:avLst/>
          </a:prstGeom>
          <a:solidFill>
            <a:srgbClr val="F8FE05">
              <a:alpha val="3438"/>
            </a:srgbClr>
          </a:solidFill>
          <a:ln/>
        </p:spPr>
      </p:sp>
      <p:sp>
        <p:nvSpPr>
          <p:cNvPr id="47" name="Shape 45"/>
          <p:cNvSpPr/>
          <p:nvPr/>
        </p:nvSpPr>
        <p:spPr>
          <a:xfrm>
            <a:off x="10750601" y="2006194"/>
            <a:ext cx="803758" cy="529209"/>
          </a:xfrm>
          <a:prstGeom prst="rect">
            <a:avLst/>
          </a:prstGeom>
          <a:solidFill>
            <a:srgbClr val="F8FE05">
              <a:alpha val="2750"/>
            </a:srgbClr>
          </a:solidFill>
          <a:ln/>
        </p:spPr>
      </p:sp>
      <p:sp>
        <p:nvSpPr>
          <p:cNvPr id="48" name="Shape 46"/>
          <p:cNvSpPr/>
          <p:nvPr/>
        </p:nvSpPr>
        <p:spPr>
          <a:xfrm>
            <a:off x="10750601" y="2526259"/>
            <a:ext cx="803758" cy="529209"/>
          </a:xfrm>
          <a:prstGeom prst="rect">
            <a:avLst/>
          </a:prstGeom>
          <a:solidFill>
            <a:srgbClr val="F8FE05">
              <a:alpha val="2063"/>
            </a:srgbClr>
          </a:solidFill>
          <a:ln/>
        </p:spPr>
      </p:sp>
      <p:sp>
        <p:nvSpPr>
          <p:cNvPr id="49" name="Shape 47"/>
          <p:cNvSpPr/>
          <p:nvPr/>
        </p:nvSpPr>
        <p:spPr>
          <a:xfrm>
            <a:off x="10750601" y="3046324"/>
            <a:ext cx="803758" cy="529209"/>
          </a:xfrm>
          <a:prstGeom prst="rect">
            <a:avLst/>
          </a:prstGeom>
          <a:solidFill>
            <a:srgbClr val="F8FE05">
              <a:alpha val="1375"/>
            </a:srgbClr>
          </a:solidFill>
          <a:ln/>
        </p:spPr>
      </p:sp>
      <p:sp>
        <p:nvSpPr>
          <p:cNvPr id="50" name="Shape 48"/>
          <p:cNvSpPr/>
          <p:nvPr/>
        </p:nvSpPr>
        <p:spPr>
          <a:xfrm>
            <a:off x="10750601" y="3566389"/>
            <a:ext cx="803758" cy="529209"/>
          </a:xfrm>
          <a:prstGeom prst="rect">
            <a:avLst/>
          </a:prstGeom>
          <a:solidFill>
            <a:srgbClr val="F8FE05">
              <a:alpha val="688"/>
            </a:srgbClr>
          </a:solidFill>
          <a:ln/>
        </p:spPr>
      </p:sp>
      <p:sp>
        <p:nvSpPr>
          <p:cNvPr id="51" name="Shape 49"/>
          <p:cNvSpPr/>
          <p:nvPr/>
        </p:nvSpPr>
        <p:spPr>
          <a:xfrm>
            <a:off x="10059314" y="-48463"/>
            <a:ext cx="803758" cy="296380"/>
          </a:xfrm>
          <a:prstGeom prst="rect">
            <a:avLst/>
          </a:prstGeom>
          <a:solidFill>
            <a:srgbClr val="F8FE05">
              <a:alpha val="3850"/>
            </a:srgbClr>
          </a:solidFill>
          <a:ln/>
        </p:spPr>
      </p:sp>
      <p:sp>
        <p:nvSpPr>
          <p:cNvPr id="52" name="Shape 50"/>
          <p:cNvSpPr/>
          <p:nvPr/>
        </p:nvSpPr>
        <p:spPr>
          <a:xfrm>
            <a:off x="10059314" y="238773"/>
            <a:ext cx="803758" cy="296380"/>
          </a:xfrm>
          <a:prstGeom prst="rect">
            <a:avLst/>
          </a:prstGeom>
          <a:solidFill>
            <a:srgbClr val="F8FE05">
              <a:alpha val="3369"/>
            </a:srgbClr>
          </a:solidFill>
          <a:ln/>
        </p:spPr>
      </p:sp>
      <p:sp>
        <p:nvSpPr>
          <p:cNvPr id="53" name="Shape 51"/>
          <p:cNvSpPr/>
          <p:nvPr/>
        </p:nvSpPr>
        <p:spPr>
          <a:xfrm>
            <a:off x="10059314" y="526009"/>
            <a:ext cx="803758" cy="296380"/>
          </a:xfrm>
          <a:prstGeom prst="rect">
            <a:avLst/>
          </a:prstGeom>
          <a:solidFill>
            <a:srgbClr val="F8FE05">
              <a:alpha val="2888"/>
            </a:srgbClr>
          </a:solidFill>
          <a:ln/>
        </p:spPr>
      </p:sp>
      <p:sp>
        <p:nvSpPr>
          <p:cNvPr id="54" name="Shape 52"/>
          <p:cNvSpPr/>
          <p:nvPr/>
        </p:nvSpPr>
        <p:spPr>
          <a:xfrm>
            <a:off x="10059314" y="813244"/>
            <a:ext cx="803758" cy="296380"/>
          </a:xfrm>
          <a:prstGeom prst="rect">
            <a:avLst/>
          </a:prstGeom>
          <a:solidFill>
            <a:srgbClr val="F8FE05">
              <a:alpha val="2406"/>
            </a:srgbClr>
          </a:solidFill>
          <a:ln/>
        </p:spPr>
      </p:sp>
      <p:sp>
        <p:nvSpPr>
          <p:cNvPr id="55" name="Shape 53"/>
          <p:cNvSpPr/>
          <p:nvPr/>
        </p:nvSpPr>
        <p:spPr>
          <a:xfrm>
            <a:off x="10059314" y="1100480"/>
            <a:ext cx="803758" cy="296380"/>
          </a:xfrm>
          <a:prstGeom prst="rect">
            <a:avLst/>
          </a:prstGeom>
          <a:solidFill>
            <a:srgbClr val="F8FE05">
              <a:alpha val="1925"/>
            </a:srgbClr>
          </a:solidFill>
          <a:ln/>
        </p:spPr>
      </p:sp>
      <p:sp>
        <p:nvSpPr>
          <p:cNvPr id="56" name="Shape 54"/>
          <p:cNvSpPr/>
          <p:nvPr/>
        </p:nvSpPr>
        <p:spPr>
          <a:xfrm>
            <a:off x="10059314" y="1387716"/>
            <a:ext cx="803758" cy="296380"/>
          </a:xfrm>
          <a:prstGeom prst="rect">
            <a:avLst/>
          </a:prstGeom>
          <a:solidFill>
            <a:srgbClr val="F8FE05">
              <a:alpha val="1444"/>
            </a:srgbClr>
          </a:solidFill>
          <a:ln/>
        </p:spPr>
      </p:sp>
      <p:sp>
        <p:nvSpPr>
          <p:cNvPr id="57" name="Shape 55"/>
          <p:cNvSpPr/>
          <p:nvPr/>
        </p:nvSpPr>
        <p:spPr>
          <a:xfrm>
            <a:off x="10059314" y="1674952"/>
            <a:ext cx="803758" cy="296380"/>
          </a:xfrm>
          <a:prstGeom prst="rect">
            <a:avLst/>
          </a:prstGeom>
          <a:solidFill>
            <a:srgbClr val="F8FE05">
              <a:alpha val="963"/>
            </a:srgbClr>
          </a:solidFill>
          <a:ln/>
        </p:spPr>
      </p:sp>
      <p:sp>
        <p:nvSpPr>
          <p:cNvPr id="58" name="Shape 56"/>
          <p:cNvSpPr/>
          <p:nvPr/>
        </p:nvSpPr>
        <p:spPr>
          <a:xfrm>
            <a:off x="10059314" y="1962188"/>
            <a:ext cx="803758" cy="296380"/>
          </a:xfrm>
          <a:prstGeom prst="rect">
            <a:avLst/>
          </a:prstGeom>
          <a:solidFill>
            <a:srgbClr val="F8FE05">
              <a:alpha val="481"/>
            </a:srgbClr>
          </a:solidFill>
          <a:ln/>
        </p:spPr>
      </p:sp>
      <p:sp>
        <p:nvSpPr>
          <p:cNvPr id="59" name="Shape 57"/>
          <p:cNvSpPr/>
          <p:nvPr/>
        </p:nvSpPr>
        <p:spPr>
          <a:xfrm>
            <a:off x="9249156" y="849478"/>
            <a:ext cx="803758" cy="769468"/>
          </a:xfrm>
          <a:prstGeom prst="rect">
            <a:avLst/>
          </a:prstGeom>
          <a:solidFill>
            <a:srgbClr val="FFFFFF">
              <a:alpha val="688"/>
            </a:srgbClr>
          </a:solidFill>
          <a:ln/>
        </p:spPr>
      </p:sp>
      <p:sp>
        <p:nvSpPr>
          <p:cNvPr id="60" name="Shape 58"/>
          <p:cNvSpPr/>
          <p:nvPr/>
        </p:nvSpPr>
        <p:spPr>
          <a:xfrm>
            <a:off x="9249156" y="1609801"/>
            <a:ext cx="803758" cy="769468"/>
          </a:xfrm>
          <a:prstGeom prst="rect">
            <a:avLst/>
          </a:prstGeom>
          <a:solidFill>
            <a:srgbClr val="FFFFFF">
              <a:alpha val="1375"/>
            </a:srgbClr>
          </a:solidFill>
          <a:ln/>
        </p:spPr>
      </p:sp>
      <p:sp>
        <p:nvSpPr>
          <p:cNvPr id="61" name="Shape 59"/>
          <p:cNvSpPr/>
          <p:nvPr/>
        </p:nvSpPr>
        <p:spPr>
          <a:xfrm>
            <a:off x="9249156" y="2370125"/>
            <a:ext cx="803758" cy="769468"/>
          </a:xfrm>
          <a:prstGeom prst="rect">
            <a:avLst/>
          </a:prstGeom>
          <a:solidFill>
            <a:srgbClr val="FFFFFF">
              <a:alpha val="2063"/>
            </a:srgbClr>
          </a:solidFill>
          <a:ln/>
        </p:spPr>
      </p:sp>
      <p:sp>
        <p:nvSpPr>
          <p:cNvPr id="62" name="Shape 60"/>
          <p:cNvSpPr/>
          <p:nvPr/>
        </p:nvSpPr>
        <p:spPr>
          <a:xfrm>
            <a:off x="9249156" y="3130448"/>
            <a:ext cx="803758" cy="769468"/>
          </a:xfrm>
          <a:prstGeom prst="rect">
            <a:avLst/>
          </a:prstGeom>
          <a:solidFill>
            <a:srgbClr val="FFFFFF">
              <a:alpha val="2750"/>
            </a:srgbClr>
          </a:solidFill>
          <a:ln/>
        </p:spPr>
      </p:sp>
      <p:sp>
        <p:nvSpPr>
          <p:cNvPr id="63" name="Shape 61"/>
          <p:cNvSpPr/>
          <p:nvPr/>
        </p:nvSpPr>
        <p:spPr>
          <a:xfrm>
            <a:off x="9249156" y="3890772"/>
            <a:ext cx="803758" cy="769468"/>
          </a:xfrm>
          <a:prstGeom prst="rect">
            <a:avLst/>
          </a:prstGeom>
          <a:solidFill>
            <a:srgbClr val="FFFFFF">
              <a:alpha val="3438"/>
            </a:srgbClr>
          </a:solidFill>
          <a:ln/>
        </p:spPr>
      </p:sp>
      <p:sp>
        <p:nvSpPr>
          <p:cNvPr id="64" name="Shape 62"/>
          <p:cNvSpPr/>
          <p:nvPr/>
        </p:nvSpPr>
        <p:spPr>
          <a:xfrm>
            <a:off x="9249156" y="4651096"/>
            <a:ext cx="803758" cy="769468"/>
          </a:xfrm>
          <a:prstGeom prst="rect">
            <a:avLst/>
          </a:prstGeom>
          <a:solidFill>
            <a:srgbClr val="FFFFFF">
              <a:alpha val="4125"/>
            </a:srgbClr>
          </a:solidFill>
          <a:ln/>
        </p:spPr>
      </p:sp>
      <p:sp>
        <p:nvSpPr>
          <p:cNvPr id="65" name="Shape 63"/>
          <p:cNvSpPr/>
          <p:nvPr/>
        </p:nvSpPr>
        <p:spPr>
          <a:xfrm>
            <a:off x="9249156" y="5411419"/>
            <a:ext cx="803758" cy="769468"/>
          </a:xfrm>
          <a:prstGeom prst="rect">
            <a:avLst/>
          </a:prstGeom>
          <a:solidFill>
            <a:srgbClr val="FFFFFF">
              <a:alpha val="4813"/>
            </a:srgbClr>
          </a:solidFill>
          <a:ln/>
        </p:spPr>
      </p:sp>
      <p:sp>
        <p:nvSpPr>
          <p:cNvPr id="66" name="Shape 64"/>
          <p:cNvSpPr/>
          <p:nvPr/>
        </p:nvSpPr>
        <p:spPr>
          <a:xfrm>
            <a:off x="9249156" y="6171743"/>
            <a:ext cx="803758" cy="769468"/>
          </a:xfrm>
          <a:prstGeom prst="rect">
            <a:avLst/>
          </a:prstGeom>
          <a:solidFill>
            <a:srgbClr val="FFFFFF">
              <a:alpha val="5500"/>
            </a:srgbClr>
          </a:solidFill>
          <a:ln/>
        </p:spPr>
      </p:sp>
      <p:sp>
        <p:nvSpPr>
          <p:cNvPr id="67" name="Shape 65"/>
          <p:cNvSpPr/>
          <p:nvPr/>
        </p:nvSpPr>
        <p:spPr>
          <a:xfrm>
            <a:off x="7879385" y="3457346"/>
            <a:ext cx="803758" cy="443484"/>
          </a:xfrm>
          <a:prstGeom prst="rect">
            <a:avLst/>
          </a:prstGeom>
          <a:solidFill>
            <a:srgbClr val="FFFFFF">
              <a:alpha val="138"/>
            </a:srgbClr>
          </a:solidFill>
          <a:ln/>
        </p:spPr>
      </p:sp>
      <p:sp>
        <p:nvSpPr>
          <p:cNvPr id="68" name="Shape 66"/>
          <p:cNvSpPr/>
          <p:nvPr/>
        </p:nvSpPr>
        <p:spPr>
          <a:xfrm>
            <a:off x="7879385" y="3891686"/>
            <a:ext cx="803758" cy="443484"/>
          </a:xfrm>
          <a:prstGeom prst="rect">
            <a:avLst/>
          </a:prstGeom>
          <a:solidFill>
            <a:srgbClr val="FFFFFF">
              <a:alpha val="275"/>
            </a:srgbClr>
          </a:solidFill>
          <a:ln/>
        </p:spPr>
      </p:sp>
      <p:sp>
        <p:nvSpPr>
          <p:cNvPr id="69" name="Shape 67"/>
          <p:cNvSpPr/>
          <p:nvPr/>
        </p:nvSpPr>
        <p:spPr>
          <a:xfrm>
            <a:off x="7879385" y="4326026"/>
            <a:ext cx="803758" cy="443484"/>
          </a:xfrm>
          <a:prstGeom prst="rect">
            <a:avLst/>
          </a:prstGeom>
          <a:solidFill>
            <a:srgbClr val="FFFFFF">
              <a:alpha val="412"/>
            </a:srgbClr>
          </a:solidFill>
          <a:ln/>
        </p:spPr>
      </p:sp>
      <p:sp>
        <p:nvSpPr>
          <p:cNvPr id="70" name="Shape 68"/>
          <p:cNvSpPr/>
          <p:nvPr/>
        </p:nvSpPr>
        <p:spPr>
          <a:xfrm>
            <a:off x="7879385" y="4760366"/>
            <a:ext cx="803758" cy="443484"/>
          </a:xfrm>
          <a:prstGeom prst="rect">
            <a:avLst/>
          </a:prstGeom>
          <a:solidFill>
            <a:srgbClr val="FFFFFF">
              <a:alpha val="550"/>
            </a:srgbClr>
          </a:solidFill>
          <a:ln/>
        </p:spPr>
      </p:sp>
      <p:sp>
        <p:nvSpPr>
          <p:cNvPr id="71" name="Shape 69"/>
          <p:cNvSpPr/>
          <p:nvPr/>
        </p:nvSpPr>
        <p:spPr>
          <a:xfrm>
            <a:off x="7879385" y="5194706"/>
            <a:ext cx="803758" cy="443484"/>
          </a:xfrm>
          <a:prstGeom prst="rect">
            <a:avLst/>
          </a:prstGeom>
          <a:solidFill>
            <a:srgbClr val="FFFFFF">
              <a:alpha val="688"/>
            </a:srgbClr>
          </a:solidFill>
          <a:ln/>
        </p:spPr>
      </p:sp>
      <p:sp>
        <p:nvSpPr>
          <p:cNvPr id="72" name="Shape 70"/>
          <p:cNvSpPr/>
          <p:nvPr/>
        </p:nvSpPr>
        <p:spPr>
          <a:xfrm>
            <a:off x="7879385" y="5629046"/>
            <a:ext cx="803758" cy="443484"/>
          </a:xfrm>
          <a:prstGeom prst="rect">
            <a:avLst/>
          </a:prstGeom>
          <a:solidFill>
            <a:srgbClr val="FFFFFF">
              <a:alpha val="825"/>
            </a:srgbClr>
          </a:solidFill>
          <a:ln/>
        </p:spPr>
      </p:sp>
      <p:sp>
        <p:nvSpPr>
          <p:cNvPr id="73" name="Shape 71"/>
          <p:cNvSpPr/>
          <p:nvPr/>
        </p:nvSpPr>
        <p:spPr>
          <a:xfrm>
            <a:off x="7879385" y="6063386"/>
            <a:ext cx="803758" cy="443484"/>
          </a:xfrm>
          <a:prstGeom prst="rect">
            <a:avLst/>
          </a:prstGeom>
          <a:solidFill>
            <a:srgbClr val="FFFFFF">
              <a:alpha val="963"/>
            </a:srgbClr>
          </a:solidFill>
          <a:ln/>
        </p:spPr>
      </p:sp>
      <p:sp>
        <p:nvSpPr>
          <p:cNvPr id="74" name="Shape 72"/>
          <p:cNvSpPr/>
          <p:nvPr/>
        </p:nvSpPr>
        <p:spPr>
          <a:xfrm>
            <a:off x="7879385" y="6497726"/>
            <a:ext cx="803758" cy="443484"/>
          </a:xfrm>
          <a:prstGeom prst="rect">
            <a:avLst/>
          </a:prstGeom>
          <a:solidFill>
            <a:srgbClr val="FFFFFF">
              <a:alpha val="1100"/>
            </a:srgbClr>
          </a:solidFill>
          <a:ln/>
        </p:spPr>
      </p:sp>
      <p:sp>
        <p:nvSpPr>
          <p:cNvPr id="75" name="Shape 73"/>
          <p:cNvSpPr/>
          <p:nvPr/>
        </p:nvSpPr>
        <p:spPr>
          <a:xfrm>
            <a:off x="8568842" y="2276856"/>
            <a:ext cx="803758" cy="587959"/>
          </a:xfrm>
          <a:prstGeom prst="rect">
            <a:avLst/>
          </a:prstGeom>
          <a:solidFill>
            <a:srgbClr val="FFFFFF">
              <a:alpha val="344"/>
            </a:srgbClr>
          </a:solidFill>
          <a:ln/>
        </p:spPr>
      </p:sp>
      <p:sp>
        <p:nvSpPr>
          <p:cNvPr id="76" name="Shape 74"/>
          <p:cNvSpPr/>
          <p:nvPr/>
        </p:nvSpPr>
        <p:spPr>
          <a:xfrm>
            <a:off x="8568842" y="2855671"/>
            <a:ext cx="803758" cy="587959"/>
          </a:xfrm>
          <a:prstGeom prst="rect">
            <a:avLst/>
          </a:prstGeom>
          <a:solidFill>
            <a:srgbClr val="FFFFFF">
              <a:alpha val="688"/>
            </a:srgbClr>
          </a:solidFill>
          <a:ln/>
        </p:spPr>
      </p:sp>
      <p:sp>
        <p:nvSpPr>
          <p:cNvPr id="77" name="Shape 75"/>
          <p:cNvSpPr/>
          <p:nvPr/>
        </p:nvSpPr>
        <p:spPr>
          <a:xfrm>
            <a:off x="8568842" y="3434486"/>
            <a:ext cx="803758" cy="587959"/>
          </a:xfrm>
          <a:prstGeom prst="rect">
            <a:avLst/>
          </a:prstGeom>
          <a:solidFill>
            <a:srgbClr val="FFFFFF">
              <a:alpha val="1031"/>
            </a:srgbClr>
          </a:solidFill>
          <a:ln/>
        </p:spPr>
      </p:sp>
      <p:sp>
        <p:nvSpPr>
          <p:cNvPr id="78" name="Shape 76"/>
          <p:cNvSpPr/>
          <p:nvPr/>
        </p:nvSpPr>
        <p:spPr>
          <a:xfrm>
            <a:off x="8568842" y="4013302"/>
            <a:ext cx="803758" cy="587959"/>
          </a:xfrm>
          <a:prstGeom prst="rect">
            <a:avLst/>
          </a:prstGeom>
          <a:solidFill>
            <a:srgbClr val="FFFFFF">
              <a:alpha val="1375"/>
            </a:srgbClr>
          </a:solidFill>
          <a:ln/>
        </p:spPr>
      </p:sp>
      <p:sp>
        <p:nvSpPr>
          <p:cNvPr id="79" name="Shape 77"/>
          <p:cNvSpPr/>
          <p:nvPr/>
        </p:nvSpPr>
        <p:spPr>
          <a:xfrm>
            <a:off x="8568842" y="4592117"/>
            <a:ext cx="803758" cy="587959"/>
          </a:xfrm>
          <a:prstGeom prst="rect">
            <a:avLst/>
          </a:prstGeom>
          <a:solidFill>
            <a:srgbClr val="FFFFFF">
              <a:alpha val="1719"/>
            </a:srgbClr>
          </a:solidFill>
          <a:ln/>
        </p:spPr>
      </p:sp>
      <p:sp>
        <p:nvSpPr>
          <p:cNvPr id="80" name="Shape 78"/>
          <p:cNvSpPr/>
          <p:nvPr/>
        </p:nvSpPr>
        <p:spPr>
          <a:xfrm>
            <a:off x="8568842" y="5170932"/>
            <a:ext cx="803758" cy="587959"/>
          </a:xfrm>
          <a:prstGeom prst="rect">
            <a:avLst/>
          </a:prstGeom>
          <a:solidFill>
            <a:srgbClr val="FFFFFF">
              <a:alpha val="2063"/>
            </a:srgbClr>
          </a:solidFill>
          <a:ln/>
        </p:spPr>
      </p:sp>
      <p:sp>
        <p:nvSpPr>
          <p:cNvPr id="81" name="Shape 79"/>
          <p:cNvSpPr/>
          <p:nvPr/>
        </p:nvSpPr>
        <p:spPr>
          <a:xfrm>
            <a:off x="8568842" y="5749747"/>
            <a:ext cx="803758" cy="587959"/>
          </a:xfrm>
          <a:prstGeom prst="rect">
            <a:avLst/>
          </a:prstGeom>
          <a:solidFill>
            <a:srgbClr val="FFFFFF">
              <a:alpha val="2406"/>
            </a:srgbClr>
          </a:solidFill>
          <a:ln/>
        </p:spPr>
      </p:sp>
      <p:sp>
        <p:nvSpPr>
          <p:cNvPr id="82" name="Shape 80"/>
          <p:cNvSpPr/>
          <p:nvPr/>
        </p:nvSpPr>
        <p:spPr>
          <a:xfrm>
            <a:off x="8568842" y="6328562"/>
            <a:ext cx="803758" cy="587959"/>
          </a:xfrm>
          <a:prstGeom prst="rect">
            <a:avLst/>
          </a:prstGeom>
          <a:solidFill>
            <a:srgbClr val="FFFFFF">
              <a:alpha val="2750"/>
            </a:srgbClr>
          </a:solidFill>
          <a:ln/>
        </p:spPr>
      </p:sp>
      <p:sp>
        <p:nvSpPr>
          <p:cNvPr id="83" name="Shape 81"/>
          <p:cNvSpPr/>
          <p:nvPr/>
        </p:nvSpPr>
        <p:spPr>
          <a:xfrm>
            <a:off x="9921240" y="2646274"/>
            <a:ext cx="803758" cy="547840"/>
          </a:xfrm>
          <a:prstGeom prst="rect">
            <a:avLst/>
          </a:prstGeom>
          <a:solidFill>
            <a:srgbClr val="FFFFFF">
              <a:alpha val="344"/>
            </a:srgbClr>
          </a:solidFill>
          <a:ln/>
        </p:spPr>
      </p:sp>
      <p:sp>
        <p:nvSpPr>
          <p:cNvPr id="84" name="Shape 82"/>
          <p:cNvSpPr/>
          <p:nvPr/>
        </p:nvSpPr>
        <p:spPr>
          <a:xfrm>
            <a:off x="9921240" y="3184970"/>
            <a:ext cx="803758" cy="547840"/>
          </a:xfrm>
          <a:prstGeom prst="rect">
            <a:avLst/>
          </a:prstGeom>
          <a:solidFill>
            <a:srgbClr val="FFFFFF">
              <a:alpha val="688"/>
            </a:srgbClr>
          </a:solidFill>
          <a:ln/>
        </p:spPr>
      </p:sp>
      <p:sp>
        <p:nvSpPr>
          <p:cNvPr id="85" name="Shape 83"/>
          <p:cNvSpPr/>
          <p:nvPr/>
        </p:nvSpPr>
        <p:spPr>
          <a:xfrm>
            <a:off x="9921240" y="3723665"/>
            <a:ext cx="803758" cy="547840"/>
          </a:xfrm>
          <a:prstGeom prst="rect">
            <a:avLst/>
          </a:prstGeom>
          <a:solidFill>
            <a:srgbClr val="FFFFFF">
              <a:alpha val="1031"/>
            </a:srgbClr>
          </a:solidFill>
          <a:ln/>
        </p:spPr>
      </p:sp>
      <p:sp>
        <p:nvSpPr>
          <p:cNvPr id="86" name="Shape 84"/>
          <p:cNvSpPr/>
          <p:nvPr/>
        </p:nvSpPr>
        <p:spPr>
          <a:xfrm>
            <a:off x="9921240" y="4262361"/>
            <a:ext cx="803758" cy="547840"/>
          </a:xfrm>
          <a:prstGeom prst="rect">
            <a:avLst/>
          </a:prstGeom>
          <a:solidFill>
            <a:srgbClr val="FFFFFF">
              <a:alpha val="1375"/>
            </a:srgbClr>
          </a:solidFill>
          <a:ln/>
        </p:spPr>
      </p:sp>
      <p:sp>
        <p:nvSpPr>
          <p:cNvPr id="87" name="Shape 85"/>
          <p:cNvSpPr/>
          <p:nvPr/>
        </p:nvSpPr>
        <p:spPr>
          <a:xfrm>
            <a:off x="9921240" y="4801057"/>
            <a:ext cx="803758" cy="547840"/>
          </a:xfrm>
          <a:prstGeom prst="rect">
            <a:avLst/>
          </a:prstGeom>
          <a:solidFill>
            <a:srgbClr val="FFFFFF">
              <a:alpha val="1719"/>
            </a:srgbClr>
          </a:solidFill>
          <a:ln/>
        </p:spPr>
      </p:sp>
      <p:sp>
        <p:nvSpPr>
          <p:cNvPr id="88" name="Shape 86"/>
          <p:cNvSpPr/>
          <p:nvPr/>
        </p:nvSpPr>
        <p:spPr>
          <a:xfrm>
            <a:off x="9921240" y="5339753"/>
            <a:ext cx="803758" cy="547840"/>
          </a:xfrm>
          <a:prstGeom prst="rect">
            <a:avLst/>
          </a:prstGeom>
          <a:solidFill>
            <a:srgbClr val="FFFFFF">
              <a:alpha val="2063"/>
            </a:srgbClr>
          </a:solidFill>
          <a:ln/>
        </p:spPr>
      </p:sp>
      <p:sp>
        <p:nvSpPr>
          <p:cNvPr id="89" name="Shape 87"/>
          <p:cNvSpPr/>
          <p:nvPr/>
        </p:nvSpPr>
        <p:spPr>
          <a:xfrm>
            <a:off x="9921240" y="5878449"/>
            <a:ext cx="803758" cy="547840"/>
          </a:xfrm>
          <a:prstGeom prst="rect">
            <a:avLst/>
          </a:prstGeom>
          <a:solidFill>
            <a:srgbClr val="FFFFFF">
              <a:alpha val="2406"/>
            </a:srgbClr>
          </a:solidFill>
          <a:ln/>
        </p:spPr>
      </p:sp>
      <p:sp>
        <p:nvSpPr>
          <p:cNvPr id="90" name="Shape 88"/>
          <p:cNvSpPr/>
          <p:nvPr/>
        </p:nvSpPr>
        <p:spPr>
          <a:xfrm>
            <a:off x="9921240" y="6417145"/>
            <a:ext cx="803758" cy="547840"/>
          </a:xfrm>
          <a:prstGeom prst="rect">
            <a:avLst/>
          </a:prstGeom>
          <a:solidFill>
            <a:srgbClr val="FFFFFF">
              <a:alpha val="2750"/>
            </a:srgbClr>
          </a:solidFill>
          <a:ln/>
        </p:spPr>
      </p:sp>
      <p:sp>
        <p:nvSpPr>
          <p:cNvPr id="91" name="Shape 89"/>
          <p:cNvSpPr/>
          <p:nvPr/>
        </p:nvSpPr>
        <p:spPr>
          <a:xfrm>
            <a:off x="10613441" y="4484218"/>
            <a:ext cx="803758" cy="319126"/>
          </a:xfrm>
          <a:prstGeom prst="rect">
            <a:avLst/>
          </a:prstGeom>
          <a:solidFill>
            <a:srgbClr val="FFFFFF">
              <a:alpha val="138"/>
            </a:srgbClr>
          </a:solidFill>
          <a:ln/>
        </p:spPr>
      </p:sp>
      <p:sp>
        <p:nvSpPr>
          <p:cNvPr id="92" name="Shape 90"/>
          <p:cNvSpPr/>
          <p:nvPr/>
        </p:nvSpPr>
        <p:spPr>
          <a:xfrm>
            <a:off x="10613441" y="4794199"/>
            <a:ext cx="803758" cy="319126"/>
          </a:xfrm>
          <a:prstGeom prst="rect">
            <a:avLst/>
          </a:prstGeom>
          <a:solidFill>
            <a:srgbClr val="FFFFFF">
              <a:alpha val="275"/>
            </a:srgbClr>
          </a:solidFill>
          <a:ln/>
        </p:spPr>
      </p:sp>
      <p:sp>
        <p:nvSpPr>
          <p:cNvPr id="93" name="Shape 91"/>
          <p:cNvSpPr/>
          <p:nvPr/>
        </p:nvSpPr>
        <p:spPr>
          <a:xfrm>
            <a:off x="10613441" y="5104181"/>
            <a:ext cx="803758" cy="319126"/>
          </a:xfrm>
          <a:prstGeom prst="rect">
            <a:avLst/>
          </a:prstGeom>
          <a:solidFill>
            <a:srgbClr val="FFFFFF">
              <a:alpha val="412"/>
            </a:srgbClr>
          </a:solidFill>
          <a:ln/>
        </p:spPr>
      </p:sp>
      <p:sp>
        <p:nvSpPr>
          <p:cNvPr id="94" name="Shape 92"/>
          <p:cNvSpPr/>
          <p:nvPr/>
        </p:nvSpPr>
        <p:spPr>
          <a:xfrm>
            <a:off x="10613441" y="5414162"/>
            <a:ext cx="803758" cy="319126"/>
          </a:xfrm>
          <a:prstGeom prst="rect">
            <a:avLst/>
          </a:prstGeom>
          <a:solidFill>
            <a:srgbClr val="FFFFFF">
              <a:alpha val="550"/>
            </a:srgbClr>
          </a:solidFill>
          <a:ln/>
        </p:spPr>
      </p:sp>
      <p:sp>
        <p:nvSpPr>
          <p:cNvPr id="95" name="Shape 93"/>
          <p:cNvSpPr/>
          <p:nvPr/>
        </p:nvSpPr>
        <p:spPr>
          <a:xfrm>
            <a:off x="10613441" y="5724144"/>
            <a:ext cx="803758" cy="319126"/>
          </a:xfrm>
          <a:prstGeom prst="rect">
            <a:avLst/>
          </a:prstGeom>
          <a:solidFill>
            <a:srgbClr val="FFFFFF">
              <a:alpha val="688"/>
            </a:srgbClr>
          </a:solidFill>
          <a:ln/>
        </p:spPr>
      </p:sp>
      <p:sp>
        <p:nvSpPr>
          <p:cNvPr id="96" name="Shape 94"/>
          <p:cNvSpPr/>
          <p:nvPr/>
        </p:nvSpPr>
        <p:spPr>
          <a:xfrm>
            <a:off x="10613441" y="6034126"/>
            <a:ext cx="803758" cy="319126"/>
          </a:xfrm>
          <a:prstGeom prst="rect">
            <a:avLst/>
          </a:prstGeom>
          <a:solidFill>
            <a:srgbClr val="FFFFFF">
              <a:alpha val="825"/>
            </a:srgbClr>
          </a:solidFill>
          <a:ln/>
        </p:spPr>
      </p:sp>
      <p:sp>
        <p:nvSpPr>
          <p:cNvPr id="97" name="Shape 95"/>
          <p:cNvSpPr/>
          <p:nvPr/>
        </p:nvSpPr>
        <p:spPr>
          <a:xfrm>
            <a:off x="10613441" y="6344107"/>
            <a:ext cx="803758" cy="319126"/>
          </a:xfrm>
          <a:prstGeom prst="rect">
            <a:avLst/>
          </a:prstGeom>
          <a:solidFill>
            <a:srgbClr val="FFFFFF">
              <a:alpha val="963"/>
            </a:srgbClr>
          </a:solidFill>
          <a:ln/>
        </p:spPr>
      </p:sp>
      <p:sp>
        <p:nvSpPr>
          <p:cNvPr id="98" name="Shape 96"/>
          <p:cNvSpPr/>
          <p:nvPr/>
        </p:nvSpPr>
        <p:spPr>
          <a:xfrm>
            <a:off x="10613441" y="6654089"/>
            <a:ext cx="803758" cy="319126"/>
          </a:xfrm>
          <a:prstGeom prst="rect">
            <a:avLst/>
          </a:prstGeom>
          <a:solidFill>
            <a:srgbClr val="FFFFFF">
              <a:alpha val="1100"/>
            </a:srgbClr>
          </a:solidFill>
          <a:ln/>
        </p:spPr>
      </p:sp>
      <p:sp>
        <p:nvSpPr>
          <p:cNvPr id="104" name="Text 102"/>
          <p:cNvSpPr/>
          <p:nvPr/>
        </p:nvSpPr>
        <p:spPr>
          <a:xfrm>
            <a:off x="785470" y="914400"/>
            <a:ext cx="5729630" cy="1463040"/>
          </a:xfrm>
          <a:prstGeom prst="rect">
            <a:avLst/>
          </a:prstGeom>
          <a:noFill/>
          <a:ln/>
        </p:spPr>
        <p:txBody>
          <a:bodyPr wrap="square" rtlCol="0" anchor="t"/>
          <a:lstStyle/>
          <a:p>
            <a:pPr indent="0" marL="0">
              <a:lnSpc>
                <a:spcPct val="90000"/>
              </a:lnSpc>
              <a:buNone/>
            </a:pPr>
            <a:r>
              <a:rPr lang="en-US" sz="4000" spc="-150" kern="0" dirty="0">
                <a:solidFill>
                  <a:srgbClr val="FFFFFF"/>
                </a:solidFill>
                <a:latin typeface="Manrope" pitchFamily="34" charset="0"/>
                <a:ea typeface="Manrope" pitchFamily="34" charset="-122"/>
                <a:cs typeface="Manrope" pitchFamily="34" charset="-120"/>
              </a:rPr>
              <a:t>Stage 0: </a:t>
            </a:r>
            <a:r>
              <a:rPr lang="en-US" sz="4000" spc="-150" kern="0" dirty="0">
                <a:solidFill>
                  <a:srgbClr val="D5E6CD"/>
                </a:solidFill>
                <a:latin typeface="Manrope" pitchFamily="34" charset="0"/>
                <a:ea typeface="Manrope" pitchFamily="34" charset="-122"/>
                <a:cs typeface="Manrope" pitchFamily="34" charset="-120"/>
              </a:rPr>
              <a:t>learn to write simple programs</a:t>
            </a:r>
          </a:p>
        </p:txBody>
      </p:sp>
      <p:sp>
        <p:nvSpPr>
          <p:cNvPr id="105" name="Text 103"/>
          <p:cNvSpPr/>
          <p:nvPr/>
        </p:nvSpPr>
        <p:spPr>
          <a:xfrm>
            <a:off x="1447495" y="2776118"/>
            <a:ext cx="4663440" cy="339242"/>
          </a:xfrm>
          <a:prstGeom prst="rect">
            <a:avLst/>
          </a:prstGeom>
          <a:noFill/>
          <a:ln/>
        </p:spPr>
        <p:txBody>
          <a:bodyPr wrap="square"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Code is written instructions</a:t>
            </a:r>
          </a:p>
        </p:txBody>
      </p:sp>
      <p:sp>
        <p:nvSpPr>
          <p:cNvPr id="106" name="Text 104"/>
          <p:cNvSpPr/>
          <p:nvPr/>
        </p:nvSpPr>
        <p:spPr>
          <a:xfrm>
            <a:off x="1447495" y="3119933"/>
            <a:ext cx="4663440" cy="73152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Text that people write and a computer runs. You'll learn Python, made to be easy to read.</a:t>
            </a:r>
          </a:p>
        </p:txBody>
      </p:sp>
      <p:sp>
        <p:nvSpPr>
          <p:cNvPr id="107" name="Shape 105"/>
          <p:cNvSpPr/>
          <p:nvPr/>
        </p:nvSpPr>
        <p:spPr>
          <a:xfrm>
            <a:off x="887882" y="2834640"/>
            <a:ext cx="377647" cy="377647"/>
          </a:xfrm>
          <a:prstGeom prst="ellipse">
            <a:avLst/>
          </a:prstGeom>
          <a:ln w="15875">
            <a:solidFill>
              <a:srgbClr val="9FEF9C"/>
            </a:solidFill>
            <a:prstDash val="solid"/>
          </a:ln>
        </p:spPr>
      </p:sp>
      <p:sp>
        <p:nvSpPr>
          <p:cNvPr id="108" name="Shape 106"/>
          <p:cNvSpPr/>
          <p:nvPr/>
        </p:nvSpPr>
        <p:spPr>
          <a:xfrm>
            <a:off x="1012506" y="2959264"/>
            <a:ext cx="128400" cy="128400"/>
          </a:xfrm>
          <a:prstGeom prst="ellipse">
            <a:avLst/>
          </a:prstGeom>
          <a:solidFill>
            <a:srgbClr val="9FEF9C"/>
          </a:solidFill>
          <a:ln/>
        </p:spPr>
      </p:sp>
      <p:sp>
        <p:nvSpPr>
          <p:cNvPr id="109" name="Text 107"/>
          <p:cNvSpPr/>
          <p:nvPr/>
        </p:nvSpPr>
        <p:spPr>
          <a:xfrm>
            <a:off x="1447495" y="3939235"/>
            <a:ext cx="4663440" cy="339242"/>
          </a:xfrm>
          <a:prstGeom prst="rect">
            <a:avLst/>
          </a:prstGeom>
          <a:noFill/>
          <a:ln/>
        </p:spPr>
        <p:txBody>
          <a:bodyPr wrap="square"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For total beginners</a:t>
            </a:r>
          </a:p>
        </p:txBody>
      </p:sp>
      <p:sp>
        <p:nvSpPr>
          <p:cNvPr id="110" name="Text 108"/>
          <p:cNvSpPr/>
          <p:nvPr/>
        </p:nvSpPr>
        <p:spPr>
          <a:xfrm>
            <a:off x="1447495" y="4283050"/>
            <a:ext cx="4663440" cy="73152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For anyone who has never written code. Most AI tools are built for Python.</a:t>
            </a:r>
          </a:p>
        </p:txBody>
      </p:sp>
      <p:sp>
        <p:nvSpPr>
          <p:cNvPr id="111" name="Shape 109"/>
          <p:cNvSpPr/>
          <p:nvPr/>
        </p:nvSpPr>
        <p:spPr>
          <a:xfrm>
            <a:off x="854050" y="3986784"/>
            <a:ext cx="488290" cy="406908"/>
          </a:xfrm>
          <a:prstGeom prst="ellipse">
            <a:avLst/>
          </a:prstGeom>
          <a:ln w="15875">
            <a:solidFill>
              <a:srgbClr val="9FEF9C"/>
            </a:solidFill>
            <a:prstDash val="solid"/>
          </a:ln>
        </p:spPr>
      </p:sp>
      <p:sp>
        <p:nvSpPr>
          <p:cNvPr id="112" name="Shape 110"/>
          <p:cNvSpPr/>
          <p:nvPr/>
        </p:nvSpPr>
        <p:spPr>
          <a:xfrm>
            <a:off x="1015185" y="4121064"/>
            <a:ext cx="166018" cy="138349"/>
          </a:xfrm>
          <a:prstGeom prst="ellipse">
            <a:avLst/>
          </a:prstGeom>
          <a:solidFill>
            <a:srgbClr val="9FEF9C"/>
          </a:solidFill>
          <a:ln/>
        </p:spPr>
      </p:sp>
      <p:sp>
        <p:nvSpPr>
          <p:cNvPr id="113" name="Text 111"/>
          <p:cNvSpPr/>
          <p:nvPr/>
        </p:nvSpPr>
        <p:spPr>
          <a:xfrm>
            <a:off x="1447495" y="5103266"/>
            <a:ext cx="4663440" cy="339242"/>
          </a:xfrm>
          <a:prstGeom prst="rect">
            <a:avLst/>
          </a:prstGeom>
          <a:noFill/>
          <a:ln/>
        </p:spPr>
        <p:txBody>
          <a:bodyPr wrap="square"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Starter projects (editorial)</a:t>
            </a:r>
          </a:p>
        </p:txBody>
      </p:sp>
      <p:sp>
        <p:nvSpPr>
          <p:cNvPr id="114" name="Text 112"/>
          <p:cNvSpPr/>
          <p:nvPr/>
        </p:nvSpPr>
        <p:spPr>
          <a:xfrm>
            <a:off x="1447495" y="5447081"/>
            <a:ext cx="4663440" cy="73152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Rename files, summarize a CSV file, or make a tiny text-adventure game.</a:t>
            </a:r>
          </a:p>
        </p:txBody>
      </p:sp>
      <p:sp>
        <p:nvSpPr>
          <p:cNvPr id="115" name="Shape 113"/>
          <p:cNvSpPr/>
          <p:nvPr/>
        </p:nvSpPr>
        <p:spPr>
          <a:xfrm>
            <a:off x="875081" y="5103266"/>
            <a:ext cx="410566" cy="410566"/>
          </a:xfrm>
          <a:prstGeom prst="ellipse">
            <a:avLst/>
          </a:prstGeom>
          <a:ln w="15875">
            <a:solidFill>
              <a:srgbClr val="9FEF9C"/>
            </a:solidFill>
            <a:prstDash val="solid"/>
          </a:ln>
        </p:spPr>
      </p:sp>
      <p:sp>
        <p:nvSpPr>
          <p:cNvPr id="116" name="Shape 114"/>
          <p:cNvSpPr/>
          <p:nvPr/>
        </p:nvSpPr>
        <p:spPr>
          <a:xfrm>
            <a:off x="1010567" y="5238753"/>
            <a:ext cx="139592" cy="139592"/>
          </a:xfrm>
          <a:prstGeom prst="ellipse">
            <a:avLst/>
          </a:prstGeom>
          <a:solidFill>
            <a:srgbClr val="9FEF9C"/>
          </a:solidFill>
          <a:ln/>
        </p:spPr>
      </p:sp>
      <p:sp>
        <p:nvSpPr>
          <p:cNvPr id="118" name="Analogy tag"/>
          <p:cNvSpPr/>
          <p:nvPr/>
        </p:nvSpPr>
        <p:spPr>
          <a:xfrm>
            <a:off x="7086600" y="1051560"/>
            <a:ext cx="1325880" cy="384048"/>
          </a:xfrm>
          <a:prstGeom prst="roundRect">
            <a:avLst>
              <a:gd name="adj" fmla="val 18000"/>
            </a:avLst>
          </a:prstGeom>
          <a:solidFill>
            <a:srgbClr val="16302A"/>
          </a:solidFill>
          <a:ln w="12700">
            <a:solidFill>
              <a:srgbClr val="A9C022"/>
            </a:solidFill>
          </a:ln>
        </p:spPr>
        <p:txBody>
          <a:bodyPr wrap="square" lIns="0" rIns="0" tIns="0" bIns="0" anchor="ctr" rtlCol="0"/>
          <a:lstStyle/>
          <a:p>
            <a:pPr algn="ctr"/>
            <a:r>
              <a:rPr lang="en-US" sz="1600" b="1" dirty="0">
                <a:solidFill>
                  <a:srgbClr val="A9C022"/>
                </a:solidFill>
                <a:latin typeface="Manrope"/>
                <a:cs typeface="Manrope"/>
              </a:rPr>
              <a:t>Analogy</a:t>
            </a:r>
            <a:endParaRPr lang="en-US" sz="1600"/>
          </a:p>
        </p:txBody>
      </p:sp>
      <p:sp>
        <p:nvSpPr>
          <p:cNvPr id="119" name="Step alphabet"/>
          <p:cNvSpPr/>
          <p:nvPr/>
        </p:nvSpPr>
        <p:spPr>
          <a:xfrm>
            <a:off x="7086600" y="1691640"/>
            <a:ext cx="4480560" cy="1600200"/>
          </a:xfrm>
          <a:prstGeom prst="roundRect">
            <a:avLst>
              <a:gd name="adj" fmla="val 18000"/>
            </a:avLst>
          </a:prstGeom>
          <a:solidFill>
            <a:srgbClr val="16302A"/>
          </a:solidFill>
          <a:ln w="15875">
            <a:solidFill>
              <a:srgbClr val="A9C022"/>
            </a:solidFill>
          </a:ln>
        </p:spPr>
        <p:txBody>
          <a:bodyPr wrap="square" lIns="73152" rIns="73152" tIns="0" bIns="0" anchor="ctr" rtlCol="0"/>
          <a:lstStyle/>
          <a:p>
            <a:pPr algn="ctr"/>
            <a:r>
              <a:rPr lang="en-US" sz="4400" b="1" dirty="0">
                <a:solidFill>
                  <a:srgbClr val="A9C022"/>
                </a:solidFill>
                <a:latin typeface="Manrope"/>
                <a:cs typeface="Manrope"/>
              </a:rPr>
              <a:t>A  B  C</a:t>
            </a:r>
            <a:endParaRPr lang="en-US" sz="2000"/>
          </a:p>
          <a:p>
            <a:pPr algn="ctr"/>
            <a:r>
              <a:rPr lang="en-US" sz="2000" b="0" dirty="0">
                <a:solidFill>
                  <a:srgbClr val="FFFFFF"/>
                </a:solidFill>
                <a:latin typeface="Manrope"/>
                <a:cs typeface="Manrope"/>
              </a:rPr>
              <a:t>The alphabet = Stage 0</a:t>
            </a:r>
            <a:endParaRPr lang="en-US" sz="2000"/>
          </a:p>
        </p:txBody>
      </p:sp>
      <p:sp>
        <p:nvSpPr>
          <p:cNvPr id="120" name="Step arrow"/>
          <p:cNvSpPr/>
          <p:nvPr/>
        </p:nvSpPr>
        <p:spPr>
          <a:xfrm>
            <a:off x="9326880" y="3310128"/>
            <a:ext cx="0" cy="603504"/>
          </a:xfrm>
          <a:prstGeom prst="straightConnector1">
            <a:avLst/>
          </a:prstGeom>
          <a:noFill/>
          <a:ln w="31750">
            <a:solidFill>
              <a:srgbClr val="A9C022"/>
            </a:solidFill>
            <a:tailEnd type="triangle" w="med" len="med"/>
          </a:ln>
        </p:spPr>
        <p:txBody>
          <a:bodyPr wrap="square" lIns="73152" rIns="73152" tIns="0" bIns="0" anchor="ctr" rtlCol="0"/>
          <a:lstStyle/>
          <a:p>
            <a:pPr algn="l"/>
            <a:endParaRPr lang="en-US" sz="1600"/>
          </a:p>
        </p:txBody>
      </p:sp>
      <p:sp>
        <p:nvSpPr>
          <p:cNvPr id="121" name="Step essay"/>
          <p:cNvSpPr/>
          <p:nvPr/>
        </p:nvSpPr>
        <p:spPr>
          <a:xfrm>
            <a:off x="7086600" y="3931920"/>
            <a:ext cx="4480560" cy="1600200"/>
          </a:xfrm>
          <a:prstGeom prst="roundRect">
            <a:avLst>
              <a:gd name="adj" fmla="val 18000"/>
            </a:avLst>
          </a:prstGeom>
          <a:solidFill>
            <a:srgbClr val="16302A"/>
          </a:solidFill>
          <a:ln w="15875">
            <a:solidFill>
              <a:srgbClr val="A9C022"/>
            </a:solidFill>
          </a:ln>
        </p:spPr>
        <p:txBody>
          <a:bodyPr wrap="square" lIns="73152" rIns="73152" tIns="0" bIns="0" anchor="ctr" rtlCol="0"/>
          <a:lstStyle/>
          <a:p>
            <a:pPr algn="ctr"/>
            <a:r>
              <a:rPr lang="en-US" sz="3600" b="1" dirty="0">
                <a:solidFill>
                  <a:srgbClr val="A9C022"/>
                </a:solidFill>
                <a:latin typeface="Manrope"/>
                <a:cs typeface="Manrope"/>
              </a:rPr>
              <a:t>The essay</a:t>
            </a:r>
            <a:endParaRPr lang="en-US" sz="2000"/>
          </a:p>
          <a:p>
            <a:pPr algn="ctr"/>
            <a:r>
              <a:rPr lang="en-US" sz="2000" b="0" dirty="0">
                <a:solidFill>
                  <a:srgbClr val="FFFFFF"/>
                </a:solidFill>
                <a:latin typeface="Manrope"/>
                <a:cs typeface="Manrope"/>
              </a:rPr>
              <a:t>Every later stage, 1 to 10</a:t>
            </a:r>
            <a:endParaRPr lang="en-US" sz="2000"/>
          </a:p>
        </p:txBody>
      </p:sp>
      <p:sp>
        <p:nvSpPr>
          <p:cNvPr id="122" name="Analogy caption"/>
          <p:cNvSpPr/>
          <p:nvPr/>
        </p:nvSpPr>
        <p:spPr>
          <a:xfrm>
            <a:off x="7086600" y="5669280"/>
            <a:ext cx="4480560" cy="731520"/>
          </a:xfrm>
          <a:prstGeom prst="rect">
            <a:avLst/>
          </a:prstGeom>
          <a:noFill/>
          <a:ln w="12700">
            <a:noFill/>
          </a:ln>
        </p:spPr>
        <p:txBody>
          <a:bodyPr wrap="square" lIns="0" rIns="0" tIns="0" bIns="0" anchor="t" rtlCol="0"/>
          <a:lstStyle/>
          <a:p>
            <a:pPr algn="ctr"/>
            <a:r>
              <a:rPr lang="en-US" sz="1800" b="0" dirty="0">
                <a:solidFill>
                  <a:srgbClr val="FFFFFF"/>
                </a:solidFill>
                <a:latin typeface="Manrope"/>
                <a:cs typeface="Manrope"/>
              </a:rPr>
              <a:t>Every later stage assumes you can already “write.”</a:t>
            </a:r>
            <a:endParaRPr lang="en-US"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7">
    <p:bg>
      <p:bgPr>
        <a:solidFill>
          <a:srgbClr val="1D1D1D"/>
        </a:solidFill>
      </p:bgPr>
    </p:bg>
    <p:spTree>
      <p:nvGrpSpPr>
        <p:cNvPr id="1" name=""/>
        <p:cNvGrpSpPr/>
        <p:nvPr/>
      </p:nvGrpSpPr>
      <p:grpSpPr>
        <a:xfrm>
          <a:off x="0" y="0"/>
          <a:ext cx="0" cy="0"/>
          <a:chOff x="0" y="0"/>
          <a:chExt cx="0" cy="0"/>
        </a:xfrm>
      </p:grpSpPr>
      <p:sp>
        <p:nvSpPr>
          <p:cNvPr id="7" name="Text 5"/>
          <p:cNvSpPr/>
          <p:nvPr/>
        </p:nvSpPr>
        <p:spPr>
          <a:xfrm>
            <a:off x="7993685" y="1059790"/>
            <a:ext cx="3931920" cy="1508760"/>
          </a:xfrm>
          <a:prstGeom prst="rect">
            <a:avLst/>
          </a:prstGeom>
          <a:noFill/>
          <a:ln/>
        </p:spPr>
        <p:txBody>
          <a:bodyPr wrap="square" rtlCol="0" anchor="t"/>
          <a:lstStyle/>
          <a:p>
            <a:pPr indent="0" marL="0">
              <a:lnSpc>
                <a:spcPct val="90000"/>
              </a:lnSpc>
              <a:buNone/>
            </a:pPr>
            <a:r>
              <a:rPr lang="en-US" sz="3600" spc="-150" kern="0" dirty="0">
                <a:solidFill>
                  <a:srgbClr val="FFFFFF"/>
                </a:solidFill>
                <a:latin typeface="Manrope" pitchFamily="34" charset="0"/>
                <a:ea typeface="Manrope" pitchFamily="34" charset="-122"/>
                <a:cs typeface="Manrope" pitchFamily="34" charset="-120"/>
              </a:rPr>
              <a:t>Stage 1: </a:t>
            </a:r>
            <a:r>
              <a:rPr lang="en-US" sz="3600" spc="-150" kern="0" dirty="0">
                <a:solidFill>
                  <a:srgbClr val="D5E6CD"/>
                </a:solidFill>
                <a:latin typeface="Manrope" pitchFamily="34" charset="0"/>
                <a:ea typeface="Manrope" pitchFamily="34" charset="-122"/>
                <a:cs typeface="Manrope" pitchFamily="34" charset="-120"/>
              </a:rPr>
              <a:t>the math and ML foundation</a:t>
            </a:r>
          </a:p>
        </p:txBody>
      </p:sp>
      <p:sp>
        <p:nvSpPr>
          <p:cNvPr id="8" name="Shape 6"/>
          <p:cNvSpPr/>
          <p:nvPr/>
        </p:nvSpPr>
        <p:spPr>
          <a:xfrm>
            <a:off x="4483303" y="3583534"/>
            <a:ext cx="182057" cy="3274466"/>
          </a:xfrm>
          <a:prstGeom prst="rect">
            <a:avLst/>
          </a:prstGeom>
          <a:solidFill>
            <a:srgbClr val="336B47"/>
          </a:solidFill>
          <a:ln/>
        </p:spPr>
      </p:sp>
      <p:sp>
        <p:nvSpPr>
          <p:cNvPr id="9" name="Shape 7"/>
          <p:cNvSpPr/>
          <p:nvPr/>
        </p:nvSpPr>
        <p:spPr>
          <a:xfrm>
            <a:off x="4656216" y="3583534"/>
            <a:ext cx="182057" cy="3274466"/>
          </a:xfrm>
          <a:prstGeom prst="rect">
            <a:avLst/>
          </a:prstGeom>
          <a:solidFill>
            <a:srgbClr val="356D47"/>
          </a:solidFill>
          <a:ln/>
        </p:spPr>
      </p:sp>
      <p:sp>
        <p:nvSpPr>
          <p:cNvPr id="10" name="Shape 8"/>
          <p:cNvSpPr/>
          <p:nvPr/>
        </p:nvSpPr>
        <p:spPr>
          <a:xfrm>
            <a:off x="4829129" y="3583534"/>
            <a:ext cx="182057" cy="3274466"/>
          </a:xfrm>
          <a:prstGeom prst="rect">
            <a:avLst/>
          </a:prstGeom>
          <a:solidFill>
            <a:srgbClr val="376F48"/>
          </a:solidFill>
          <a:ln/>
        </p:spPr>
      </p:sp>
      <p:sp>
        <p:nvSpPr>
          <p:cNvPr id="11" name="Shape 9"/>
          <p:cNvSpPr/>
          <p:nvPr/>
        </p:nvSpPr>
        <p:spPr>
          <a:xfrm>
            <a:off x="5002042" y="3583534"/>
            <a:ext cx="182057" cy="3274466"/>
          </a:xfrm>
          <a:prstGeom prst="rect">
            <a:avLst/>
          </a:prstGeom>
          <a:solidFill>
            <a:srgbClr val="3A7248"/>
          </a:solidFill>
          <a:ln/>
        </p:spPr>
      </p:sp>
      <p:sp>
        <p:nvSpPr>
          <p:cNvPr id="12" name="Shape 10"/>
          <p:cNvSpPr/>
          <p:nvPr/>
        </p:nvSpPr>
        <p:spPr>
          <a:xfrm>
            <a:off x="5174955" y="3583534"/>
            <a:ext cx="182057" cy="3274466"/>
          </a:xfrm>
          <a:prstGeom prst="rect">
            <a:avLst/>
          </a:prstGeom>
          <a:solidFill>
            <a:srgbClr val="3C7448"/>
          </a:solidFill>
          <a:ln/>
        </p:spPr>
      </p:sp>
      <p:sp>
        <p:nvSpPr>
          <p:cNvPr id="13" name="Shape 11"/>
          <p:cNvSpPr/>
          <p:nvPr/>
        </p:nvSpPr>
        <p:spPr>
          <a:xfrm>
            <a:off x="5347868" y="3583534"/>
            <a:ext cx="182057" cy="3274466"/>
          </a:xfrm>
          <a:prstGeom prst="rect">
            <a:avLst/>
          </a:prstGeom>
          <a:solidFill>
            <a:srgbClr val="3E7649"/>
          </a:solidFill>
          <a:ln/>
        </p:spPr>
      </p:sp>
      <p:sp>
        <p:nvSpPr>
          <p:cNvPr id="14" name="Shape 12"/>
          <p:cNvSpPr/>
          <p:nvPr/>
        </p:nvSpPr>
        <p:spPr>
          <a:xfrm>
            <a:off x="5520781" y="3583534"/>
            <a:ext cx="182057" cy="3274466"/>
          </a:xfrm>
          <a:prstGeom prst="rect">
            <a:avLst/>
          </a:prstGeom>
          <a:solidFill>
            <a:srgbClr val="407849"/>
          </a:solidFill>
          <a:ln/>
        </p:spPr>
      </p:sp>
      <p:sp>
        <p:nvSpPr>
          <p:cNvPr id="15" name="Shape 13"/>
          <p:cNvSpPr/>
          <p:nvPr/>
        </p:nvSpPr>
        <p:spPr>
          <a:xfrm>
            <a:off x="5693694" y="3583534"/>
            <a:ext cx="182057" cy="3274466"/>
          </a:xfrm>
          <a:prstGeom prst="rect">
            <a:avLst/>
          </a:prstGeom>
          <a:solidFill>
            <a:srgbClr val="437B49"/>
          </a:solidFill>
          <a:ln/>
        </p:spPr>
      </p:sp>
      <p:sp>
        <p:nvSpPr>
          <p:cNvPr id="16" name="Shape 14"/>
          <p:cNvSpPr/>
          <p:nvPr/>
        </p:nvSpPr>
        <p:spPr>
          <a:xfrm>
            <a:off x="5866608" y="3583534"/>
            <a:ext cx="182057" cy="3274466"/>
          </a:xfrm>
          <a:prstGeom prst="rect">
            <a:avLst/>
          </a:prstGeom>
          <a:solidFill>
            <a:srgbClr val="457D4A"/>
          </a:solidFill>
          <a:ln/>
        </p:spPr>
      </p:sp>
      <p:sp>
        <p:nvSpPr>
          <p:cNvPr id="17" name="Shape 15"/>
          <p:cNvSpPr/>
          <p:nvPr/>
        </p:nvSpPr>
        <p:spPr>
          <a:xfrm>
            <a:off x="6039521" y="3583534"/>
            <a:ext cx="182057" cy="3274466"/>
          </a:xfrm>
          <a:prstGeom prst="rect">
            <a:avLst/>
          </a:prstGeom>
          <a:solidFill>
            <a:srgbClr val="477F4A"/>
          </a:solidFill>
          <a:ln/>
        </p:spPr>
      </p:sp>
      <p:sp>
        <p:nvSpPr>
          <p:cNvPr id="18" name="Shape 16"/>
          <p:cNvSpPr/>
          <p:nvPr/>
        </p:nvSpPr>
        <p:spPr>
          <a:xfrm>
            <a:off x="4483303" y="3085186"/>
            <a:ext cx="1727302" cy="997610"/>
          </a:xfrm>
          <a:prstGeom prst="ellipse">
            <a:avLst/>
          </a:prstGeom>
          <a:solidFill>
            <a:srgbClr val="C0DAB4"/>
          </a:solidFill>
          <a:ln/>
        </p:spPr>
      </p:sp>
      <p:sp>
        <p:nvSpPr>
          <p:cNvPr id="19" name="Shape 17"/>
          <p:cNvSpPr/>
          <p:nvPr/>
        </p:nvSpPr>
        <p:spPr>
          <a:xfrm>
            <a:off x="4742078" y="3235147"/>
            <a:ext cx="1208837" cy="697687"/>
          </a:xfrm>
          <a:prstGeom prst="ellipse">
            <a:avLst/>
          </a:prstGeom>
          <a:solidFill>
            <a:srgbClr val="ECFCEB"/>
          </a:solidFill>
          <a:ln/>
        </p:spPr>
      </p:sp>
      <p:sp>
        <p:nvSpPr>
          <p:cNvPr id="20" name="Text 18"/>
          <p:cNvSpPr/>
          <p:nvPr/>
        </p:nvSpPr>
        <p:spPr>
          <a:xfrm>
            <a:off x="4788713" y="3361334"/>
            <a:ext cx="1110996" cy="367589"/>
          </a:xfrm>
          <a:prstGeom prst="rect">
            <a:avLst/>
          </a:prstGeom>
          <a:noFill/>
          <a:ln/>
        </p:spPr>
        <p:txBody>
          <a:bodyPr wrap="square" rtlCol="0" anchor="ctr"/>
          <a:lstStyle/>
          <a:p>
            <a:pPr algn="ctr" indent="0" marL="0">
              <a:lnSpc>
                <a:spcPct val="120000"/>
              </a:lnSpc>
              <a:buNone/>
            </a:pPr>
            <a:r>
              <a:rPr lang="en-US" sz="2000" dirty="0" b="1">
                <a:solidFill>
                  <a:srgbClr val="1F3A2E"/>
                </a:solidFill>
                <a:latin typeface="Manrope" pitchFamily="34" charset="0"/>
                <a:ea typeface="Manrope" pitchFamily="34" charset="-122"/>
                <a:cs typeface="Manrope" pitchFamily="34" charset="-120"/>
              </a:rPr>
              <a:t>3</a:t>
            </a:r>
          </a:p>
        </p:txBody>
      </p:sp>
      <p:sp>
        <p:nvSpPr>
          <p:cNvPr id="21" name="Shape 19"/>
          <p:cNvSpPr/>
          <p:nvPr/>
        </p:nvSpPr>
        <p:spPr>
          <a:xfrm>
            <a:off x="2966314" y="4236415"/>
            <a:ext cx="182057" cy="2621585"/>
          </a:xfrm>
          <a:prstGeom prst="rect">
            <a:avLst/>
          </a:prstGeom>
          <a:solidFill>
            <a:srgbClr val="9FA201"/>
          </a:solidFill>
          <a:ln/>
        </p:spPr>
      </p:sp>
      <p:sp>
        <p:nvSpPr>
          <p:cNvPr id="22" name="Shape 20"/>
          <p:cNvSpPr/>
          <p:nvPr/>
        </p:nvSpPr>
        <p:spPr>
          <a:xfrm>
            <a:off x="3139227" y="4236415"/>
            <a:ext cx="182057" cy="2621585"/>
          </a:xfrm>
          <a:prstGeom prst="rect">
            <a:avLst/>
          </a:prstGeom>
          <a:solidFill>
            <a:srgbClr val="A2A601"/>
          </a:solidFill>
          <a:ln/>
        </p:spPr>
      </p:sp>
      <p:sp>
        <p:nvSpPr>
          <p:cNvPr id="23" name="Shape 21"/>
          <p:cNvSpPr/>
          <p:nvPr/>
        </p:nvSpPr>
        <p:spPr>
          <a:xfrm>
            <a:off x="3312140" y="4236415"/>
            <a:ext cx="182057" cy="2621585"/>
          </a:xfrm>
          <a:prstGeom prst="rect">
            <a:avLst/>
          </a:prstGeom>
          <a:solidFill>
            <a:srgbClr val="A6A902"/>
          </a:solidFill>
          <a:ln/>
        </p:spPr>
      </p:sp>
      <p:sp>
        <p:nvSpPr>
          <p:cNvPr id="24" name="Shape 22"/>
          <p:cNvSpPr/>
          <p:nvPr/>
        </p:nvSpPr>
        <p:spPr>
          <a:xfrm>
            <a:off x="3485053" y="4236415"/>
            <a:ext cx="182057" cy="2621585"/>
          </a:xfrm>
          <a:prstGeom prst="rect">
            <a:avLst/>
          </a:prstGeom>
          <a:solidFill>
            <a:srgbClr val="A9AD02"/>
          </a:solidFill>
          <a:ln/>
        </p:spPr>
      </p:sp>
      <p:sp>
        <p:nvSpPr>
          <p:cNvPr id="25" name="Shape 23"/>
          <p:cNvSpPr/>
          <p:nvPr/>
        </p:nvSpPr>
        <p:spPr>
          <a:xfrm>
            <a:off x="3657966" y="4236415"/>
            <a:ext cx="182057" cy="2621585"/>
          </a:xfrm>
          <a:prstGeom prst="rect">
            <a:avLst/>
          </a:prstGeom>
          <a:solidFill>
            <a:srgbClr val="ADB003"/>
          </a:solidFill>
          <a:ln/>
        </p:spPr>
      </p:sp>
      <p:sp>
        <p:nvSpPr>
          <p:cNvPr id="26" name="Shape 24"/>
          <p:cNvSpPr/>
          <p:nvPr/>
        </p:nvSpPr>
        <p:spPr>
          <a:xfrm>
            <a:off x="3830879" y="4236415"/>
            <a:ext cx="182057" cy="2621585"/>
          </a:xfrm>
          <a:prstGeom prst="rect">
            <a:avLst/>
          </a:prstGeom>
          <a:solidFill>
            <a:srgbClr val="B0B403"/>
          </a:solidFill>
          <a:ln/>
        </p:spPr>
      </p:sp>
      <p:sp>
        <p:nvSpPr>
          <p:cNvPr id="27" name="Shape 25"/>
          <p:cNvSpPr/>
          <p:nvPr/>
        </p:nvSpPr>
        <p:spPr>
          <a:xfrm>
            <a:off x="4003792" y="4236415"/>
            <a:ext cx="182057" cy="2621585"/>
          </a:xfrm>
          <a:prstGeom prst="rect">
            <a:avLst/>
          </a:prstGeom>
          <a:solidFill>
            <a:srgbClr val="B4B704"/>
          </a:solidFill>
          <a:ln/>
        </p:spPr>
      </p:sp>
      <p:sp>
        <p:nvSpPr>
          <p:cNvPr id="28" name="Shape 26"/>
          <p:cNvSpPr/>
          <p:nvPr/>
        </p:nvSpPr>
        <p:spPr>
          <a:xfrm>
            <a:off x="4176705" y="4236415"/>
            <a:ext cx="182057" cy="2621585"/>
          </a:xfrm>
          <a:prstGeom prst="rect">
            <a:avLst/>
          </a:prstGeom>
          <a:solidFill>
            <a:srgbClr val="B7BB04"/>
          </a:solidFill>
          <a:ln/>
        </p:spPr>
      </p:sp>
      <p:sp>
        <p:nvSpPr>
          <p:cNvPr id="29" name="Shape 27"/>
          <p:cNvSpPr/>
          <p:nvPr/>
        </p:nvSpPr>
        <p:spPr>
          <a:xfrm>
            <a:off x="4349618" y="4236415"/>
            <a:ext cx="182057" cy="2621585"/>
          </a:xfrm>
          <a:prstGeom prst="rect">
            <a:avLst/>
          </a:prstGeom>
          <a:solidFill>
            <a:srgbClr val="BBBE05"/>
          </a:solidFill>
          <a:ln/>
        </p:spPr>
      </p:sp>
      <p:sp>
        <p:nvSpPr>
          <p:cNvPr id="30" name="Shape 28"/>
          <p:cNvSpPr/>
          <p:nvPr/>
        </p:nvSpPr>
        <p:spPr>
          <a:xfrm>
            <a:off x="4522531" y="4236415"/>
            <a:ext cx="182057" cy="2621585"/>
          </a:xfrm>
          <a:prstGeom prst="rect">
            <a:avLst/>
          </a:prstGeom>
          <a:solidFill>
            <a:srgbClr val="BEC205"/>
          </a:solidFill>
          <a:ln/>
        </p:spPr>
      </p:sp>
      <p:sp>
        <p:nvSpPr>
          <p:cNvPr id="31" name="Shape 29"/>
          <p:cNvSpPr/>
          <p:nvPr/>
        </p:nvSpPr>
        <p:spPr>
          <a:xfrm>
            <a:off x="2966314" y="3760013"/>
            <a:ext cx="1727302" cy="997610"/>
          </a:xfrm>
          <a:prstGeom prst="ellipse">
            <a:avLst/>
          </a:prstGeom>
          <a:solidFill>
            <a:srgbClr val="FEFFCD"/>
          </a:solidFill>
          <a:ln/>
        </p:spPr>
      </p:sp>
      <p:sp>
        <p:nvSpPr>
          <p:cNvPr id="32" name="Shape 30"/>
          <p:cNvSpPr/>
          <p:nvPr/>
        </p:nvSpPr>
        <p:spPr>
          <a:xfrm>
            <a:off x="3225089" y="3909974"/>
            <a:ext cx="1208837" cy="697687"/>
          </a:xfrm>
          <a:prstGeom prst="ellipse">
            <a:avLst/>
          </a:prstGeom>
          <a:solidFill>
            <a:srgbClr val="FCFF9B"/>
          </a:solidFill>
          <a:ln/>
        </p:spPr>
      </p:sp>
      <p:sp>
        <p:nvSpPr>
          <p:cNvPr id="33" name="Text 31"/>
          <p:cNvSpPr/>
          <p:nvPr/>
        </p:nvSpPr>
        <p:spPr>
          <a:xfrm>
            <a:off x="3271723" y="4036162"/>
            <a:ext cx="1110996" cy="367589"/>
          </a:xfrm>
          <a:prstGeom prst="rect">
            <a:avLst/>
          </a:prstGeom>
          <a:noFill/>
          <a:ln/>
        </p:spPr>
        <p:txBody>
          <a:bodyPr wrap="square" rtlCol="0" anchor="ctr"/>
          <a:lstStyle/>
          <a:p>
            <a:pPr algn="ctr" indent="0" marL="0">
              <a:lnSpc>
                <a:spcPct val="120000"/>
              </a:lnSpc>
              <a:buNone/>
            </a:pPr>
            <a:r>
              <a:rPr lang="en-US" sz="2000" dirty="0" b="1">
                <a:solidFill>
                  <a:srgbClr val="1F3A2E"/>
                </a:solidFill>
                <a:latin typeface="Manrope" pitchFamily="34" charset="0"/>
                <a:ea typeface="Manrope" pitchFamily="34" charset="-122"/>
                <a:cs typeface="Manrope" pitchFamily="34" charset="-120"/>
              </a:rPr>
              <a:t>2</a:t>
            </a:r>
          </a:p>
        </p:txBody>
      </p:sp>
      <p:sp>
        <p:nvSpPr>
          <p:cNvPr id="34" name="Shape 32"/>
          <p:cNvSpPr/>
          <p:nvPr/>
        </p:nvSpPr>
        <p:spPr>
          <a:xfrm>
            <a:off x="1449324" y="4935017"/>
            <a:ext cx="182057" cy="1922983"/>
          </a:xfrm>
          <a:prstGeom prst="rect">
            <a:avLst/>
          </a:prstGeom>
          <a:solidFill>
            <a:srgbClr val="336B47"/>
          </a:solidFill>
          <a:ln/>
        </p:spPr>
      </p:sp>
      <p:sp>
        <p:nvSpPr>
          <p:cNvPr id="35" name="Shape 33"/>
          <p:cNvSpPr/>
          <p:nvPr/>
        </p:nvSpPr>
        <p:spPr>
          <a:xfrm>
            <a:off x="1622237" y="4935017"/>
            <a:ext cx="182057" cy="1922983"/>
          </a:xfrm>
          <a:prstGeom prst="rect">
            <a:avLst/>
          </a:prstGeom>
          <a:solidFill>
            <a:srgbClr val="356D47"/>
          </a:solidFill>
          <a:ln/>
        </p:spPr>
      </p:sp>
      <p:sp>
        <p:nvSpPr>
          <p:cNvPr id="36" name="Shape 34"/>
          <p:cNvSpPr/>
          <p:nvPr/>
        </p:nvSpPr>
        <p:spPr>
          <a:xfrm>
            <a:off x="1795150" y="4935017"/>
            <a:ext cx="182057" cy="1922983"/>
          </a:xfrm>
          <a:prstGeom prst="rect">
            <a:avLst/>
          </a:prstGeom>
          <a:solidFill>
            <a:srgbClr val="376F48"/>
          </a:solidFill>
          <a:ln/>
        </p:spPr>
      </p:sp>
      <p:sp>
        <p:nvSpPr>
          <p:cNvPr id="37" name="Shape 35"/>
          <p:cNvSpPr/>
          <p:nvPr/>
        </p:nvSpPr>
        <p:spPr>
          <a:xfrm>
            <a:off x="1968063" y="4935017"/>
            <a:ext cx="182057" cy="1922983"/>
          </a:xfrm>
          <a:prstGeom prst="rect">
            <a:avLst/>
          </a:prstGeom>
          <a:solidFill>
            <a:srgbClr val="3A7248"/>
          </a:solidFill>
          <a:ln/>
        </p:spPr>
      </p:sp>
      <p:sp>
        <p:nvSpPr>
          <p:cNvPr id="38" name="Shape 36"/>
          <p:cNvSpPr/>
          <p:nvPr/>
        </p:nvSpPr>
        <p:spPr>
          <a:xfrm>
            <a:off x="2140976" y="4935017"/>
            <a:ext cx="182057" cy="1922983"/>
          </a:xfrm>
          <a:prstGeom prst="rect">
            <a:avLst/>
          </a:prstGeom>
          <a:solidFill>
            <a:srgbClr val="3C7448"/>
          </a:solidFill>
          <a:ln/>
        </p:spPr>
      </p:sp>
      <p:sp>
        <p:nvSpPr>
          <p:cNvPr id="39" name="Shape 37"/>
          <p:cNvSpPr/>
          <p:nvPr/>
        </p:nvSpPr>
        <p:spPr>
          <a:xfrm>
            <a:off x="2313889" y="4935017"/>
            <a:ext cx="182057" cy="1922983"/>
          </a:xfrm>
          <a:prstGeom prst="rect">
            <a:avLst/>
          </a:prstGeom>
          <a:solidFill>
            <a:srgbClr val="3E7649"/>
          </a:solidFill>
          <a:ln/>
        </p:spPr>
      </p:sp>
      <p:sp>
        <p:nvSpPr>
          <p:cNvPr id="40" name="Shape 38"/>
          <p:cNvSpPr/>
          <p:nvPr/>
        </p:nvSpPr>
        <p:spPr>
          <a:xfrm>
            <a:off x="2486802" y="4935017"/>
            <a:ext cx="182057" cy="1922983"/>
          </a:xfrm>
          <a:prstGeom prst="rect">
            <a:avLst/>
          </a:prstGeom>
          <a:solidFill>
            <a:srgbClr val="407849"/>
          </a:solidFill>
          <a:ln/>
        </p:spPr>
      </p:sp>
      <p:sp>
        <p:nvSpPr>
          <p:cNvPr id="41" name="Shape 39"/>
          <p:cNvSpPr/>
          <p:nvPr/>
        </p:nvSpPr>
        <p:spPr>
          <a:xfrm>
            <a:off x="2659715" y="4935017"/>
            <a:ext cx="182057" cy="1922983"/>
          </a:xfrm>
          <a:prstGeom prst="rect">
            <a:avLst/>
          </a:prstGeom>
          <a:solidFill>
            <a:srgbClr val="437B49"/>
          </a:solidFill>
          <a:ln/>
        </p:spPr>
      </p:sp>
      <p:sp>
        <p:nvSpPr>
          <p:cNvPr id="42" name="Shape 40"/>
          <p:cNvSpPr/>
          <p:nvPr/>
        </p:nvSpPr>
        <p:spPr>
          <a:xfrm>
            <a:off x="2832628" y="4935017"/>
            <a:ext cx="182057" cy="1922983"/>
          </a:xfrm>
          <a:prstGeom prst="rect">
            <a:avLst/>
          </a:prstGeom>
          <a:solidFill>
            <a:srgbClr val="457D4A"/>
          </a:solidFill>
          <a:ln/>
        </p:spPr>
      </p:sp>
      <p:sp>
        <p:nvSpPr>
          <p:cNvPr id="43" name="Shape 41"/>
          <p:cNvSpPr/>
          <p:nvPr/>
        </p:nvSpPr>
        <p:spPr>
          <a:xfrm>
            <a:off x="3005541" y="4935017"/>
            <a:ext cx="182057" cy="1922983"/>
          </a:xfrm>
          <a:prstGeom prst="rect">
            <a:avLst/>
          </a:prstGeom>
          <a:solidFill>
            <a:srgbClr val="477F4A"/>
          </a:solidFill>
          <a:ln/>
        </p:spPr>
      </p:sp>
      <p:sp>
        <p:nvSpPr>
          <p:cNvPr id="44" name="Shape 42"/>
          <p:cNvSpPr/>
          <p:nvPr/>
        </p:nvSpPr>
        <p:spPr>
          <a:xfrm>
            <a:off x="1449324" y="4435754"/>
            <a:ext cx="1727302" cy="997610"/>
          </a:xfrm>
          <a:prstGeom prst="ellipse">
            <a:avLst/>
          </a:prstGeom>
          <a:solidFill>
            <a:srgbClr val="C0DAB4"/>
          </a:solidFill>
          <a:ln/>
        </p:spPr>
      </p:sp>
      <p:sp>
        <p:nvSpPr>
          <p:cNvPr id="45" name="Shape 43"/>
          <p:cNvSpPr/>
          <p:nvPr/>
        </p:nvSpPr>
        <p:spPr>
          <a:xfrm>
            <a:off x="1708099" y="4585716"/>
            <a:ext cx="1208837" cy="697687"/>
          </a:xfrm>
          <a:prstGeom prst="ellipse">
            <a:avLst/>
          </a:prstGeom>
          <a:solidFill>
            <a:srgbClr val="ECFCEB"/>
          </a:solidFill>
          <a:ln/>
        </p:spPr>
      </p:sp>
      <p:sp>
        <p:nvSpPr>
          <p:cNvPr id="46" name="Text 44"/>
          <p:cNvSpPr/>
          <p:nvPr/>
        </p:nvSpPr>
        <p:spPr>
          <a:xfrm>
            <a:off x="1754734" y="4711903"/>
            <a:ext cx="1110996" cy="367589"/>
          </a:xfrm>
          <a:prstGeom prst="rect">
            <a:avLst/>
          </a:prstGeom>
          <a:noFill/>
          <a:ln/>
        </p:spPr>
        <p:txBody>
          <a:bodyPr wrap="square" rtlCol="0" anchor="ctr"/>
          <a:lstStyle/>
          <a:p>
            <a:pPr algn="ctr" indent="0" marL="0">
              <a:lnSpc>
                <a:spcPct val="120000"/>
              </a:lnSpc>
              <a:buNone/>
            </a:pPr>
            <a:r>
              <a:rPr lang="en-US" sz="2000" dirty="0" b="1">
                <a:solidFill>
                  <a:srgbClr val="1F3A2E"/>
                </a:solidFill>
                <a:latin typeface="Manrope" pitchFamily="34" charset="0"/>
                <a:ea typeface="Manrope" pitchFamily="34" charset="-122"/>
                <a:cs typeface="Manrope" pitchFamily="34" charset="-120"/>
              </a:rPr>
              <a:t>1</a:t>
            </a:r>
          </a:p>
        </p:txBody>
      </p:sp>
      <p:sp>
        <p:nvSpPr>
          <p:cNvPr id="47" name="Shape 45"/>
          <p:cNvSpPr/>
          <p:nvPr/>
        </p:nvSpPr>
        <p:spPr>
          <a:xfrm>
            <a:off x="7541971" y="873252"/>
            <a:ext cx="0" cy="5984748"/>
          </a:xfrm>
          <a:prstGeom prst="line">
            <a:avLst/>
          </a:prstGeom>
          <a:noFill/>
          <a:ln w="2540">
            <a:solidFill>
              <a:srgbClr val="D0CFCF"/>
            </a:solidFill>
            <a:prstDash val="solid"/>
          </a:ln>
        </p:spPr>
      </p:sp>
      <p:sp>
        <p:nvSpPr>
          <p:cNvPr id="48" name="Shape 46"/>
          <p:cNvSpPr/>
          <p:nvPr/>
        </p:nvSpPr>
        <p:spPr>
          <a:xfrm>
            <a:off x="7506310" y="836676"/>
            <a:ext cx="72238" cy="72238"/>
          </a:xfrm>
          <a:prstGeom prst="ellipse">
            <a:avLst/>
          </a:prstGeom>
          <a:solidFill>
            <a:srgbClr val="D0CFCF"/>
          </a:solidFill>
          <a:ln/>
        </p:spPr>
      </p:sp>
      <p:sp>
        <p:nvSpPr>
          <p:cNvPr id="49" name="Text 47"/>
          <p:cNvSpPr/>
          <p:nvPr/>
        </p:nvSpPr>
        <p:spPr>
          <a:xfrm>
            <a:off x="7992770" y="3017520"/>
            <a:ext cx="3840480" cy="2286000"/>
          </a:xfrm>
          <a:prstGeom prst="rect">
            <a:avLst/>
          </a:prstGeom>
          <a:noFill/>
          <a:ln/>
        </p:spPr>
        <p:txBody>
          <a:bodyPr wrap="square" rtlCol="0" anchor="t" lIns="0" rIns="0" tIns="0"/>
          <a:lstStyle/>
          <a:p>
            <a:pPr indent="0" marL="0">
              <a:lnSpc>
                <a:spcPct val="125000"/>
              </a:lnSpc>
              <a:spcAft>
                <a:spcPts val="700"/>
              </a:spcAft>
              <a:buNone/>
            </a:pPr>
            <a:r>
              <a:rPr lang="en-US" sz="1600" dirty="0" b="1">
                <a:solidFill>
                  <a:srgbClr val="A9C022"/>
                </a:solidFill>
                <a:latin typeface="Manrope" pitchFamily="34" charset="0"/>
                <a:ea typeface="Manrope" pitchFamily="34" charset="-122"/>
                <a:cs typeface="Manrope" pitchFamily="34" charset="-120"/>
              </a:rPr>
              <a:t>Linear algebra: </a:t>
            </a:r>
            <a:r>
              <a:rPr lang="en-US" sz="1600" dirty="0">
                <a:solidFill>
                  <a:srgbClr val="FFFFFF"/>
                </a:solidFill>
                <a:latin typeface="Manrope" pitchFamily="34" charset="0"/>
                <a:ea typeface="Manrope" pitchFamily="34" charset="-122"/>
                <a:cs typeface="Manrope" pitchFamily="34" charset="-120"/>
              </a:rPr>
              <a:t>embeddings turn words into lists of numbers a computer can compare</a:t>
            </a:r>
          </a:p>
          <a:p>
            <a:pPr indent="0" marL="0">
              <a:lnSpc>
                <a:spcPct val="125000"/>
              </a:lnSpc>
              <a:spcAft>
                <a:spcPts val="700"/>
              </a:spcAft>
              <a:buNone/>
            </a:pPr>
            <a:r>
              <a:rPr lang="en-US" sz="1600" dirty="0" b="1">
                <a:solidFill>
                  <a:srgbClr val="A9C022"/>
                </a:solidFill>
                <a:latin typeface="Manrope" pitchFamily="34" charset="0"/>
                <a:ea typeface="Manrope" pitchFamily="34" charset="-122"/>
                <a:cs typeface="Manrope" pitchFamily="34" charset="-120"/>
              </a:rPr>
              <a:t>Calculus: </a:t>
            </a:r>
            <a:r>
              <a:rPr lang="en-US" sz="1600" dirty="0">
                <a:solidFill>
                  <a:srgbClr val="FFFFFF"/>
                </a:solidFill>
                <a:latin typeface="Manrope" pitchFamily="34" charset="0"/>
                <a:ea typeface="Manrope" pitchFamily="34" charset="-122"/>
                <a:cs typeface="Manrope" pitchFamily="34" charset="-120"/>
              </a:rPr>
              <a:t>training a model is calculus plus optimization</a:t>
            </a:r>
          </a:p>
          <a:p>
            <a:pPr indent="0" marL="0">
              <a:lnSpc>
                <a:spcPct val="125000"/>
              </a:lnSpc>
              <a:spcAft>
                <a:spcPts val="700"/>
              </a:spcAft>
              <a:buNone/>
            </a:pPr>
            <a:r>
              <a:rPr lang="en-US" sz="1600" dirty="0" b="1">
                <a:solidFill>
                  <a:srgbClr val="A9C022"/>
                </a:solidFill>
                <a:latin typeface="Manrope" pitchFamily="34" charset="0"/>
                <a:ea typeface="Manrope" pitchFamily="34" charset="-122"/>
                <a:cs typeface="Manrope" pitchFamily="34" charset="-120"/>
              </a:rPr>
              <a:t>Probability: </a:t>
            </a:r>
            <a:r>
              <a:rPr lang="en-US" sz="1600" dirty="0">
                <a:solidFill>
                  <a:srgbClr val="FFFFFF"/>
                </a:solidFill>
                <a:latin typeface="Manrope" pitchFamily="34" charset="0"/>
                <a:ea typeface="Manrope" pitchFamily="34" charset="-122"/>
                <a:cs typeface="Manrope" pitchFamily="34" charset="-120"/>
              </a:rPr>
              <a:t>an LLM's outputs are “probability distributions over tokens”</a:t>
            </a:r>
          </a:p>
        </p:txBody>
      </p:sp>
      <p:sp>
        <p:nvSpPr>
          <p:cNvPr id="50" name="Shape 48"/>
          <p:cNvSpPr/>
          <p:nvPr/>
        </p:nvSpPr>
        <p:spPr>
          <a:xfrm>
            <a:off x="801014" y="3414370"/>
            <a:ext cx="2036369" cy="844906"/>
          </a:xfrm>
          <a:prstGeom prst="roundRect">
            <a:avLst>
              <a:gd name="adj" fmla="val 11817"/>
            </a:avLst>
          </a:prstGeom>
          <a:solidFill>
            <a:srgbClr val="FFFFFF">
              <a:alpha val="10000"/>
            </a:srgbClr>
          </a:solidFill>
          <a:ln w="2540">
            <a:solidFill>
              <a:srgbClr val="FFFFFF">
                <a:alpha val="40000"/>
              </a:srgbClr>
            </a:solidFill>
            <a:prstDash val="solid"/>
          </a:ln>
        </p:spPr>
      </p:sp>
      <p:sp>
        <p:nvSpPr>
          <p:cNvPr id="51" name="Text 49"/>
          <p:cNvSpPr/>
          <p:nvPr/>
        </p:nvSpPr>
        <p:spPr>
          <a:xfrm>
            <a:off x="1479499" y="3539642"/>
            <a:ext cx="1463040" cy="594360"/>
          </a:xfrm>
          <a:prstGeom prst="rect">
            <a:avLst/>
          </a:prstGeom>
          <a:noFill/>
          <a:ln/>
        </p:spPr>
        <p:txBody>
          <a:bodyPr wrap="square" lIns="0" tIns="0" rIns="0" bIns="0" rtlCol="0" anchor="t"/>
          <a:lstStyle/>
          <a:p>
            <a:pPr indent="0" marL="0">
              <a:lnSpc>
                <a:spcPct val="110000"/>
              </a:lnSpc>
              <a:spcAft>
                <a:spcPts val="600"/>
              </a:spcAft>
              <a:buNone/>
            </a:pPr>
            <a:r>
              <a:rPr lang="en-US" sz="1800" dirty="0">
                <a:solidFill>
                  <a:srgbClr val="D5E6CD"/>
                </a:solidFill>
                <a:latin typeface="Manrope" pitchFamily="34" charset="0"/>
                <a:ea typeface="Manrope" pitchFamily="34" charset="-122"/>
                <a:cs typeface="Manrope" pitchFamily="34" charset="-120"/>
              </a:rPr>
              <a:t>Linear algebra</a:t>
            </a:r>
          </a:p>
        </p:txBody>
      </p:sp>
      <p:sp>
        <p:nvSpPr>
          <p:cNvPr id="52" name="Shape 50"/>
          <p:cNvSpPr/>
          <p:nvPr/>
        </p:nvSpPr>
        <p:spPr>
          <a:xfrm>
            <a:off x="2329891" y="2335378"/>
            <a:ext cx="2278685" cy="844906"/>
          </a:xfrm>
          <a:prstGeom prst="roundRect">
            <a:avLst>
              <a:gd name="adj" fmla="val 11817"/>
            </a:avLst>
          </a:prstGeom>
          <a:solidFill>
            <a:srgbClr val="FFFFFF">
              <a:alpha val="10000"/>
            </a:srgbClr>
          </a:solidFill>
          <a:ln w="2540">
            <a:solidFill>
              <a:srgbClr val="FFFFFF">
                <a:alpha val="40000"/>
              </a:srgbClr>
            </a:solidFill>
            <a:prstDash val="solid"/>
          </a:ln>
        </p:spPr>
      </p:sp>
      <p:sp>
        <p:nvSpPr>
          <p:cNvPr id="53" name="Text 51"/>
          <p:cNvSpPr/>
          <p:nvPr/>
        </p:nvSpPr>
        <p:spPr>
          <a:xfrm>
            <a:off x="3008376" y="2460650"/>
            <a:ext cx="1463040" cy="594360"/>
          </a:xfrm>
          <a:prstGeom prst="rect">
            <a:avLst/>
          </a:prstGeom>
          <a:noFill/>
          <a:ln/>
        </p:spPr>
        <p:txBody>
          <a:bodyPr wrap="square" lIns="0" tIns="0" rIns="0" bIns="0" rtlCol="0" anchor="t"/>
          <a:lstStyle/>
          <a:p>
            <a:pPr indent="0" marL="0">
              <a:lnSpc>
                <a:spcPct val="110000"/>
              </a:lnSpc>
              <a:spcAft>
                <a:spcPts val="600"/>
              </a:spcAft>
              <a:buNone/>
            </a:pPr>
            <a:r>
              <a:rPr lang="en-US" sz="1800" dirty="0">
                <a:solidFill>
                  <a:srgbClr val="D5E6CD"/>
                </a:solidFill>
                <a:latin typeface="Manrope" pitchFamily="34" charset="0"/>
                <a:ea typeface="Manrope" pitchFamily="34" charset="-122"/>
                <a:cs typeface="Manrope" pitchFamily="34" charset="-120"/>
              </a:rPr>
              <a:t>Calculus</a:t>
            </a:r>
          </a:p>
        </p:txBody>
      </p:sp>
      <p:sp>
        <p:nvSpPr>
          <p:cNvPr id="54" name="Shape 52"/>
          <p:cNvSpPr/>
          <p:nvPr/>
        </p:nvSpPr>
        <p:spPr>
          <a:xfrm>
            <a:off x="4780483" y="1844345"/>
            <a:ext cx="2050999" cy="844906"/>
          </a:xfrm>
          <a:prstGeom prst="roundRect">
            <a:avLst>
              <a:gd name="adj" fmla="val 11817"/>
            </a:avLst>
          </a:prstGeom>
          <a:solidFill>
            <a:srgbClr val="FFFFFF">
              <a:alpha val="10000"/>
            </a:srgbClr>
          </a:solidFill>
          <a:ln w="2540">
            <a:solidFill>
              <a:srgbClr val="FFFFFF">
                <a:alpha val="40000"/>
              </a:srgbClr>
            </a:solidFill>
            <a:prstDash val="solid"/>
          </a:ln>
        </p:spPr>
      </p:sp>
      <p:sp>
        <p:nvSpPr>
          <p:cNvPr id="55" name="Text 53"/>
          <p:cNvSpPr/>
          <p:nvPr/>
        </p:nvSpPr>
        <p:spPr>
          <a:xfrm>
            <a:off x="5458968" y="1969618"/>
            <a:ext cx="1463040" cy="594360"/>
          </a:xfrm>
          <a:prstGeom prst="rect">
            <a:avLst/>
          </a:prstGeom>
          <a:noFill/>
          <a:ln/>
        </p:spPr>
        <p:txBody>
          <a:bodyPr wrap="square" lIns="0" tIns="0" rIns="0" bIns="0" rtlCol="0" anchor="t"/>
          <a:lstStyle/>
          <a:p>
            <a:pPr indent="0" marL="0">
              <a:lnSpc>
                <a:spcPct val="110000"/>
              </a:lnSpc>
              <a:spcAft>
                <a:spcPts val="600"/>
              </a:spcAft>
              <a:buNone/>
            </a:pPr>
            <a:r>
              <a:rPr lang="en-US" sz="1800" dirty="0">
                <a:solidFill>
                  <a:srgbClr val="D5E6CD"/>
                </a:solidFill>
                <a:latin typeface="Manrope" pitchFamily="34" charset="0"/>
                <a:ea typeface="Manrope" pitchFamily="34" charset="-122"/>
                <a:cs typeface="Manrope" pitchFamily="34" charset="-120"/>
              </a:rPr>
              <a:t>Probability</a:t>
            </a:r>
          </a:p>
        </p:txBody>
      </p:sp>
      <p:sp>
        <p:nvSpPr>
          <p:cNvPr id="56" name="Shape 54"/>
          <p:cNvSpPr/>
          <p:nvPr/>
        </p:nvSpPr>
        <p:spPr>
          <a:xfrm>
            <a:off x="1030529" y="3664001"/>
            <a:ext cx="287122" cy="344729"/>
          </a:xfrm>
          <a:prstGeom prst="ellipse">
            <a:avLst/>
          </a:prstGeom>
          <a:ln w="15875">
            <a:solidFill>
              <a:srgbClr val="9FEF9C"/>
            </a:solidFill>
            <a:prstDash val="solid"/>
          </a:ln>
        </p:spPr>
      </p:sp>
      <p:sp>
        <p:nvSpPr>
          <p:cNvPr id="57" name="Shape 55"/>
          <p:cNvSpPr/>
          <p:nvPr/>
        </p:nvSpPr>
        <p:spPr>
          <a:xfrm>
            <a:off x="1125279" y="3777761"/>
            <a:ext cx="97621" cy="117208"/>
          </a:xfrm>
          <a:prstGeom prst="ellipse">
            <a:avLst/>
          </a:prstGeom>
          <a:solidFill>
            <a:srgbClr val="9FEF9C"/>
          </a:solidFill>
          <a:ln/>
        </p:spPr>
      </p:sp>
      <p:sp>
        <p:nvSpPr>
          <p:cNvPr id="58" name="Shape 56"/>
          <p:cNvSpPr/>
          <p:nvPr/>
        </p:nvSpPr>
        <p:spPr>
          <a:xfrm>
            <a:off x="2518258" y="2584094"/>
            <a:ext cx="347472" cy="347472"/>
          </a:xfrm>
          <a:prstGeom prst="ellipse">
            <a:avLst/>
          </a:prstGeom>
          <a:ln w="15875">
            <a:solidFill>
              <a:srgbClr val="9FEF9C"/>
            </a:solidFill>
            <a:prstDash val="solid"/>
          </a:ln>
        </p:spPr>
      </p:sp>
      <p:sp>
        <p:nvSpPr>
          <p:cNvPr id="59" name="Shape 57"/>
          <p:cNvSpPr/>
          <p:nvPr/>
        </p:nvSpPr>
        <p:spPr>
          <a:xfrm>
            <a:off x="2632923" y="2698760"/>
            <a:ext cx="118140" cy="118140"/>
          </a:xfrm>
          <a:prstGeom prst="ellipse">
            <a:avLst/>
          </a:prstGeom>
          <a:solidFill>
            <a:srgbClr val="9FEF9C"/>
          </a:solidFill>
          <a:ln/>
        </p:spPr>
      </p:sp>
      <p:sp>
        <p:nvSpPr>
          <p:cNvPr id="60" name="Shape 58"/>
          <p:cNvSpPr/>
          <p:nvPr/>
        </p:nvSpPr>
        <p:spPr>
          <a:xfrm>
            <a:off x="4969764" y="2103120"/>
            <a:ext cx="314554" cy="314554"/>
          </a:xfrm>
          <a:prstGeom prst="ellipse">
            <a:avLst/>
          </a:prstGeom>
          <a:ln w="15875">
            <a:solidFill>
              <a:srgbClr val="9FEF9C"/>
            </a:solidFill>
            <a:prstDash val="solid"/>
          </a:ln>
        </p:spPr>
      </p:sp>
      <p:sp>
        <p:nvSpPr>
          <p:cNvPr id="61" name="Shape 59"/>
          <p:cNvSpPr/>
          <p:nvPr/>
        </p:nvSpPr>
        <p:spPr>
          <a:xfrm>
            <a:off x="5073567" y="2206923"/>
            <a:ext cx="106948" cy="106948"/>
          </a:xfrm>
          <a:prstGeom prst="ellipse">
            <a:avLst/>
          </a:prstGeom>
          <a:solidFill>
            <a:srgbClr val="9FEF9C"/>
          </a:solidFill>
          <a:ln/>
        </p:spPr>
      </p:sp>
      <p:sp>
        <p:nvSpPr>
          <p:cNvPr id="63" name="Time line"/>
          <p:cNvSpPr/>
          <p:nvPr/>
        </p:nvSpPr>
        <p:spPr>
          <a:xfrm>
            <a:off x="7992770" y="2578608"/>
            <a:ext cx="3840480" cy="411480"/>
          </a:xfrm>
          <a:prstGeom prst="rect">
            <a:avLst/>
          </a:prstGeom>
          <a:noFill/>
          <a:ln w="12700">
            <a:noFill/>
          </a:ln>
        </p:spPr>
        <p:txBody>
          <a:bodyPr wrap="square" lIns="0" rIns="0" tIns="0" bIns="0" anchor="t" rtlCol="0"/>
          <a:lstStyle/>
          <a:p>
            <a:pPr algn="l"/>
            <a:r>
              <a:rPr lang="en-US" sz="1600" b="0" dirty="0">
                <a:solidFill>
                  <a:srgbClr val="D0CFCF"/>
                </a:solidFill>
                <a:latin typeface="Manrope"/>
                <a:cs typeface="Manrope"/>
              </a:rPr>
              <a:t>Plus more Python and ML basics</a:t>
            </a:r>
          </a:p>
        </p:txBody>
      </p:sp>
      <p:sp>
        <p:nvSpPr>
          <p:cNvPr id="64" name="Analogy"/>
          <p:cNvSpPr/>
          <p:nvPr/>
        </p:nvSpPr>
        <p:spPr>
          <a:xfrm>
            <a:off x="7992770" y="5760720"/>
            <a:ext cx="3840480" cy="960120"/>
          </a:xfrm>
          <a:prstGeom prst="rect">
            <a:avLst/>
          </a:prstGeom>
          <a:noFill/>
          <a:ln w="12700">
            <a:noFill/>
          </a:ln>
        </p:spPr>
        <p:txBody>
          <a:bodyPr wrap="square" lIns="0" rIns="0" tIns="0" bIns="0" anchor="t" rtlCol="0"/>
          <a:lstStyle/>
          <a:p>
            <a:pPr algn="l"/>
            <a:r>
              <a:rPr lang="en-US" sz="1600" b="1" dirty="0">
                <a:solidFill>
                  <a:srgbClr val="D5E6CD"/>
                </a:solidFill>
                <a:latin typeface="Manrope"/>
                <a:cs typeface="Manrope"/>
              </a:rPr>
              <a:t>Analogy: </a:t>
            </a:r>
            <a:r>
              <a:rPr lang="en-US" sz="1600" b="0" dirty="0">
                <a:solidFill>
                  <a:srgbClr val="FFFFFF"/>
                </a:solidFill>
                <a:latin typeface="Manrope"/>
                <a:cs typeface="Manrope"/>
              </a:rPr>
              <a:t>the foundation of a house. You don't see it once the house is built, but everything above rests on it.</a:t>
            </a:r>
            <a:endParaRPr lang="en-US"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0" y="0"/>
            <a:ext cx="5729630" cy="6858000"/>
          </a:xfrm>
          <a:prstGeom prst="rect">
            <a:avLst/>
          </a:prstGeom>
          <a:solidFill>
            <a:srgbClr val="0C4441"/>
          </a:solidFill>
          <a:ln/>
        </p:spPr>
      </p:sp>
      <p:sp>
        <p:nvSpPr>
          <p:cNvPr id="3" name="Shape 1"/>
          <p:cNvSpPr/>
          <p:nvPr/>
        </p:nvSpPr>
        <p:spPr>
          <a:xfrm>
            <a:off x="626364" y="-74066"/>
            <a:ext cx="803758" cy="753809"/>
          </a:xfrm>
          <a:prstGeom prst="rect">
            <a:avLst/>
          </a:prstGeom>
          <a:solidFill>
            <a:srgbClr val="F8FE05">
              <a:alpha val="8250"/>
            </a:srgbClr>
          </a:solidFill>
          <a:ln/>
        </p:spPr>
      </p:sp>
      <p:sp>
        <p:nvSpPr>
          <p:cNvPr id="4" name="Shape 2"/>
          <p:cNvSpPr/>
          <p:nvPr/>
        </p:nvSpPr>
        <p:spPr>
          <a:xfrm>
            <a:off x="626364" y="670598"/>
            <a:ext cx="803758" cy="753809"/>
          </a:xfrm>
          <a:prstGeom prst="rect">
            <a:avLst/>
          </a:prstGeom>
          <a:solidFill>
            <a:srgbClr val="F8FE05">
              <a:alpha val="7219"/>
            </a:srgbClr>
          </a:solidFill>
          <a:ln/>
        </p:spPr>
      </p:sp>
      <p:sp>
        <p:nvSpPr>
          <p:cNvPr id="5" name="Shape 3"/>
          <p:cNvSpPr/>
          <p:nvPr/>
        </p:nvSpPr>
        <p:spPr>
          <a:xfrm>
            <a:off x="626364" y="1415263"/>
            <a:ext cx="803758" cy="753809"/>
          </a:xfrm>
          <a:prstGeom prst="rect">
            <a:avLst/>
          </a:prstGeom>
          <a:solidFill>
            <a:srgbClr val="F8FE05">
              <a:alpha val="6188"/>
            </a:srgbClr>
          </a:solidFill>
          <a:ln/>
        </p:spPr>
      </p:sp>
      <p:sp>
        <p:nvSpPr>
          <p:cNvPr id="6" name="Shape 4"/>
          <p:cNvSpPr/>
          <p:nvPr/>
        </p:nvSpPr>
        <p:spPr>
          <a:xfrm>
            <a:off x="626364" y="2159927"/>
            <a:ext cx="803758" cy="753809"/>
          </a:xfrm>
          <a:prstGeom prst="rect">
            <a:avLst/>
          </a:prstGeom>
          <a:solidFill>
            <a:srgbClr val="F8FE05">
              <a:alpha val="5156"/>
            </a:srgbClr>
          </a:solidFill>
          <a:ln/>
        </p:spPr>
      </p:sp>
      <p:sp>
        <p:nvSpPr>
          <p:cNvPr id="7" name="Shape 5"/>
          <p:cNvSpPr/>
          <p:nvPr/>
        </p:nvSpPr>
        <p:spPr>
          <a:xfrm>
            <a:off x="626364" y="2904592"/>
            <a:ext cx="803758" cy="753809"/>
          </a:xfrm>
          <a:prstGeom prst="rect">
            <a:avLst/>
          </a:prstGeom>
          <a:solidFill>
            <a:srgbClr val="F8FE05">
              <a:alpha val="4125"/>
            </a:srgbClr>
          </a:solidFill>
          <a:ln/>
        </p:spPr>
      </p:sp>
      <p:sp>
        <p:nvSpPr>
          <p:cNvPr id="8" name="Shape 6"/>
          <p:cNvSpPr/>
          <p:nvPr/>
        </p:nvSpPr>
        <p:spPr>
          <a:xfrm>
            <a:off x="626364" y="3649256"/>
            <a:ext cx="803758" cy="753809"/>
          </a:xfrm>
          <a:prstGeom prst="rect">
            <a:avLst/>
          </a:prstGeom>
          <a:solidFill>
            <a:srgbClr val="F8FE05">
              <a:alpha val="3094"/>
            </a:srgbClr>
          </a:solidFill>
          <a:ln/>
        </p:spPr>
      </p:sp>
      <p:sp>
        <p:nvSpPr>
          <p:cNvPr id="9" name="Shape 7"/>
          <p:cNvSpPr/>
          <p:nvPr/>
        </p:nvSpPr>
        <p:spPr>
          <a:xfrm>
            <a:off x="626364" y="4393921"/>
            <a:ext cx="803758" cy="753809"/>
          </a:xfrm>
          <a:prstGeom prst="rect">
            <a:avLst/>
          </a:prstGeom>
          <a:solidFill>
            <a:srgbClr val="F8FE05">
              <a:alpha val="2063"/>
            </a:srgbClr>
          </a:solidFill>
          <a:ln/>
        </p:spPr>
      </p:sp>
      <p:sp>
        <p:nvSpPr>
          <p:cNvPr id="10" name="Shape 8"/>
          <p:cNvSpPr/>
          <p:nvPr/>
        </p:nvSpPr>
        <p:spPr>
          <a:xfrm>
            <a:off x="626364" y="5138585"/>
            <a:ext cx="803758" cy="753809"/>
          </a:xfrm>
          <a:prstGeom prst="rect">
            <a:avLst/>
          </a:prstGeom>
          <a:solidFill>
            <a:srgbClr val="F8FE05">
              <a:alpha val="1031"/>
            </a:srgbClr>
          </a:solidFill>
          <a:ln/>
        </p:spPr>
      </p:sp>
      <p:sp>
        <p:nvSpPr>
          <p:cNvPr id="11" name="Shape 9"/>
          <p:cNvSpPr/>
          <p:nvPr/>
        </p:nvSpPr>
        <p:spPr>
          <a:xfrm>
            <a:off x="1997050" y="-74066"/>
            <a:ext cx="803758" cy="427825"/>
          </a:xfrm>
          <a:prstGeom prst="rect">
            <a:avLst/>
          </a:prstGeom>
          <a:solidFill>
            <a:srgbClr val="F8FE05">
              <a:alpha val="3850"/>
            </a:srgbClr>
          </a:solidFill>
          <a:ln/>
        </p:spPr>
      </p:sp>
      <p:sp>
        <p:nvSpPr>
          <p:cNvPr id="12" name="Shape 10"/>
          <p:cNvSpPr/>
          <p:nvPr/>
        </p:nvSpPr>
        <p:spPr>
          <a:xfrm>
            <a:off x="1997050" y="344614"/>
            <a:ext cx="803758" cy="427825"/>
          </a:xfrm>
          <a:prstGeom prst="rect">
            <a:avLst/>
          </a:prstGeom>
          <a:solidFill>
            <a:srgbClr val="F8FE05">
              <a:alpha val="3369"/>
            </a:srgbClr>
          </a:solidFill>
          <a:ln/>
        </p:spPr>
      </p:sp>
      <p:sp>
        <p:nvSpPr>
          <p:cNvPr id="13" name="Shape 11"/>
          <p:cNvSpPr/>
          <p:nvPr/>
        </p:nvSpPr>
        <p:spPr>
          <a:xfrm>
            <a:off x="1997050" y="763295"/>
            <a:ext cx="803758" cy="427825"/>
          </a:xfrm>
          <a:prstGeom prst="rect">
            <a:avLst/>
          </a:prstGeom>
          <a:solidFill>
            <a:srgbClr val="F8FE05">
              <a:alpha val="2888"/>
            </a:srgbClr>
          </a:solidFill>
          <a:ln/>
        </p:spPr>
      </p:sp>
      <p:sp>
        <p:nvSpPr>
          <p:cNvPr id="14" name="Shape 12"/>
          <p:cNvSpPr/>
          <p:nvPr/>
        </p:nvSpPr>
        <p:spPr>
          <a:xfrm>
            <a:off x="1997050" y="1181976"/>
            <a:ext cx="803758" cy="427825"/>
          </a:xfrm>
          <a:prstGeom prst="rect">
            <a:avLst/>
          </a:prstGeom>
          <a:solidFill>
            <a:srgbClr val="F8FE05">
              <a:alpha val="2406"/>
            </a:srgbClr>
          </a:solidFill>
          <a:ln/>
        </p:spPr>
      </p:sp>
      <p:sp>
        <p:nvSpPr>
          <p:cNvPr id="15" name="Shape 13"/>
          <p:cNvSpPr/>
          <p:nvPr/>
        </p:nvSpPr>
        <p:spPr>
          <a:xfrm>
            <a:off x="1997050" y="1600657"/>
            <a:ext cx="803758" cy="427825"/>
          </a:xfrm>
          <a:prstGeom prst="rect">
            <a:avLst/>
          </a:prstGeom>
          <a:solidFill>
            <a:srgbClr val="F8FE05">
              <a:alpha val="1925"/>
            </a:srgbClr>
          </a:solidFill>
          <a:ln/>
        </p:spPr>
      </p:sp>
      <p:sp>
        <p:nvSpPr>
          <p:cNvPr id="16" name="Shape 14"/>
          <p:cNvSpPr/>
          <p:nvPr/>
        </p:nvSpPr>
        <p:spPr>
          <a:xfrm>
            <a:off x="1997050" y="2019338"/>
            <a:ext cx="803758" cy="427825"/>
          </a:xfrm>
          <a:prstGeom prst="rect">
            <a:avLst/>
          </a:prstGeom>
          <a:solidFill>
            <a:srgbClr val="F8FE05">
              <a:alpha val="1444"/>
            </a:srgbClr>
          </a:solidFill>
          <a:ln/>
        </p:spPr>
      </p:sp>
      <p:sp>
        <p:nvSpPr>
          <p:cNvPr id="17" name="Shape 15"/>
          <p:cNvSpPr/>
          <p:nvPr/>
        </p:nvSpPr>
        <p:spPr>
          <a:xfrm>
            <a:off x="1997050" y="2438019"/>
            <a:ext cx="803758" cy="427825"/>
          </a:xfrm>
          <a:prstGeom prst="rect">
            <a:avLst/>
          </a:prstGeom>
          <a:solidFill>
            <a:srgbClr val="F8FE05">
              <a:alpha val="963"/>
            </a:srgbClr>
          </a:solidFill>
          <a:ln/>
        </p:spPr>
      </p:sp>
      <p:sp>
        <p:nvSpPr>
          <p:cNvPr id="18" name="Shape 16"/>
          <p:cNvSpPr/>
          <p:nvPr/>
        </p:nvSpPr>
        <p:spPr>
          <a:xfrm>
            <a:off x="1997050" y="2856700"/>
            <a:ext cx="803758" cy="427825"/>
          </a:xfrm>
          <a:prstGeom prst="rect">
            <a:avLst/>
          </a:prstGeom>
          <a:solidFill>
            <a:srgbClr val="F8FE05">
              <a:alpha val="481"/>
            </a:srgbClr>
          </a:solidFill>
          <a:ln/>
        </p:spPr>
      </p:sp>
      <p:sp>
        <p:nvSpPr>
          <p:cNvPr id="19" name="Shape 17"/>
          <p:cNvSpPr/>
          <p:nvPr/>
        </p:nvSpPr>
        <p:spPr>
          <a:xfrm>
            <a:off x="1306678" y="-48463"/>
            <a:ext cx="803758" cy="572300"/>
          </a:xfrm>
          <a:prstGeom prst="rect">
            <a:avLst/>
          </a:prstGeom>
          <a:solidFill>
            <a:srgbClr val="F8FE05">
              <a:alpha val="5500"/>
            </a:srgbClr>
          </a:solidFill>
          <a:ln/>
        </p:spPr>
      </p:sp>
      <p:sp>
        <p:nvSpPr>
          <p:cNvPr id="20" name="Shape 18"/>
          <p:cNvSpPr/>
          <p:nvPr/>
        </p:nvSpPr>
        <p:spPr>
          <a:xfrm>
            <a:off x="1306678" y="514693"/>
            <a:ext cx="803758" cy="572300"/>
          </a:xfrm>
          <a:prstGeom prst="rect">
            <a:avLst/>
          </a:prstGeom>
          <a:solidFill>
            <a:srgbClr val="F8FE05">
              <a:alpha val="4813"/>
            </a:srgbClr>
          </a:solidFill>
          <a:ln/>
        </p:spPr>
      </p:sp>
      <p:sp>
        <p:nvSpPr>
          <p:cNvPr id="21" name="Shape 19"/>
          <p:cNvSpPr/>
          <p:nvPr/>
        </p:nvSpPr>
        <p:spPr>
          <a:xfrm>
            <a:off x="1306678" y="1077849"/>
            <a:ext cx="803758" cy="572300"/>
          </a:xfrm>
          <a:prstGeom prst="rect">
            <a:avLst/>
          </a:prstGeom>
          <a:solidFill>
            <a:srgbClr val="F8FE05">
              <a:alpha val="4125"/>
            </a:srgbClr>
          </a:solidFill>
          <a:ln/>
        </p:spPr>
      </p:sp>
      <p:sp>
        <p:nvSpPr>
          <p:cNvPr id="22" name="Shape 20"/>
          <p:cNvSpPr/>
          <p:nvPr/>
        </p:nvSpPr>
        <p:spPr>
          <a:xfrm>
            <a:off x="1306678" y="1641005"/>
            <a:ext cx="803758" cy="572300"/>
          </a:xfrm>
          <a:prstGeom prst="rect">
            <a:avLst/>
          </a:prstGeom>
          <a:solidFill>
            <a:srgbClr val="F8FE05">
              <a:alpha val="3438"/>
            </a:srgbClr>
          </a:solidFill>
          <a:ln/>
        </p:spPr>
      </p:sp>
      <p:sp>
        <p:nvSpPr>
          <p:cNvPr id="23" name="Shape 21"/>
          <p:cNvSpPr/>
          <p:nvPr/>
        </p:nvSpPr>
        <p:spPr>
          <a:xfrm>
            <a:off x="1306678" y="2204161"/>
            <a:ext cx="803758" cy="572300"/>
          </a:xfrm>
          <a:prstGeom prst="rect">
            <a:avLst/>
          </a:prstGeom>
          <a:solidFill>
            <a:srgbClr val="F8FE05">
              <a:alpha val="2750"/>
            </a:srgbClr>
          </a:solidFill>
          <a:ln/>
        </p:spPr>
      </p:sp>
      <p:sp>
        <p:nvSpPr>
          <p:cNvPr id="24" name="Shape 22"/>
          <p:cNvSpPr/>
          <p:nvPr/>
        </p:nvSpPr>
        <p:spPr>
          <a:xfrm>
            <a:off x="1306678" y="2767317"/>
            <a:ext cx="803758" cy="572300"/>
          </a:xfrm>
          <a:prstGeom prst="rect">
            <a:avLst/>
          </a:prstGeom>
          <a:solidFill>
            <a:srgbClr val="F8FE05">
              <a:alpha val="2063"/>
            </a:srgbClr>
          </a:solidFill>
          <a:ln/>
        </p:spPr>
      </p:sp>
      <p:sp>
        <p:nvSpPr>
          <p:cNvPr id="25" name="Shape 23"/>
          <p:cNvSpPr/>
          <p:nvPr/>
        </p:nvSpPr>
        <p:spPr>
          <a:xfrm>
            <a:off x="1306678" y="3330473"/>
            <a:ext cx="803758" cy="572300"/>
          </a:xfrm>
          <a:prstGeom prst="rect">
            <a:avLst/>
          </a:prstGeom>
          <a:solidFill>
            <a:srgbClr val="F8FE05">
              <a:alpha val="1375"/>
            </a:srgbClr>
          </a:solidFill>
          <a:ln/>
        </p:spPr>
      </p:sp>
      <p:sp>
        <p:nvSpPr>
          <p:cNvPr id="26" name="Shape 24"/>
          <p:cNvSpPr/>
          <p:nvPr/>
        </p:nvSpPr>
        <p:spPr>
          <a:xfrm>
            <a:off x="1306678" y="3893629"/>
            <a:ext cx="803758" cy="572300"/>
          </a:xfrm>
          <a:prstGeom prst="rect">
            <a:avLst/>
          </a:prstGeom>
          <a:solidFill>
            <a:srgbClr val="F8FE05">
              <a:alpha val="688"/>
            </a:srgbClr>
          </a:solidFill>
          <a:ln/>
        </p:spPr>
      </p:sp>
      <p:sp>
        <p:nvSpPr>
          <p:cNvPr id="27" name="Shape 25"/>
          <p:cNvSpPr/>
          <p:nvPr/>
        </p:nvSpPr>
        <p:spPr>
          <a:xfrm>
            <a:off x="-60350" y="-48463"/>
            <a:ext cx="803758" cy="526009"/>
          </a:xfrm>
          <a:prstGeom prst="rect">
            <a:avLst/>
          </a:prstGeom>
          <a:solidFill>
            <a:srgbClr val="F8FE05">
              <a:alpha val="5500"/>
            </a:srgbClr>
          </a:solidFill>
          <a:ln/>
        </p:spPr>
      </p:sp>
      <p:sp>
        <p:nvSpPr>
          <p:cNvPr id="28" name="Shape 26"/>
          <p:cNvSpPr/>
          <p:nvPr/>
        </p:nvSpPr>
        <p:spPr>
          <a:xfrm>
            <a:off x="-60350" y="468401"/>
            <a:ext cx="803758" cy="526009"/>
          </a:xfrm>
          <a:prstGeom prst="rect">
            <a:avLst/>
          </a:prstGeom>
          <a:solidFill>
            <a:srgbClr val="F8FE05">
              <a:alpha val="4813"/>
            </a:srgbClr>
          </a:solidFill>
          <a:ln/>
        </p:spPr>
      </p:sp>
      <p:sp>
        <p:nvSpPr>
          <p:cNvPr id="29" name="Shape 27"/>
          <p:cNvSpPr/>
          <p:nvPr/>
        </p:nvSpPr>
        <p:spPr>
          <a:xfrm>
            <a:off x="-60350" y="985266"/>
            <a:ext cx="803758" cy="526009"/>
          </a:xfrm>
          <a:prstGeom prst="rect">
            <a:avLst/>
          </a:prstGeom>
          <a:solidFill>
            <a:srgbClr val="F8FE05">
              <a:alpha val="4125"/>
            </a:srgbClr>
          </a:solidFill>
          <a:ln/>
        </p:spPr>
      </p:sp>
      <p:sp>
        <p:nvSpPr>
          <p:cNvPr id="30" name="Shape 28"/>
          <p:cNvSpPr/>
          <p:nvPr/>
        </p:nvSpPr>
        <p:spPr>
          <a:xfrm>
            <a:off x="-60350" y="1502131"/>
            <a:ext cx="803758" cy="526009"/>
          </a:xfrm>
          <a:prstGeom prst="rect">
            <a:avLst/>
          </a:prstGeom>
          <a:solidFill>
            <a:srgbClr val="F8FE05">
              <a:alpha val="3438"/>
            </a:srgbClr>
          </a:solidFill>
          <a:ln/>
        </p:spPr>
      </p:sp>
      <p:sp>
        <p:nvSpPr>
          <p:cNvPr id="31" name="Shape 29"/>
          <p:cNvSpPr/>
          <p:nvPr/>
        </p:nvSpPr>
        <p:spPr>
          <a:xfrm>
            <a:off x="-60350" y="2018995"/>
            <a:ext cx="803758" cy="526009"/>
          </a:xfrm>
          <a:prstGeom prst="rect">
            <a:avLst/>
          </a:prstGeom>
          <a:solidFill>
            <a:srgbClr val="F8FE05">
              <a:alpha val="2750"/>
            </a:srgbClr>
          </a:solidFill>
          <a:ln/>
        </p:spPr>
      </p:sp>
      <p:sp>
        <p:nvSpPr>
          <p:cNvPr id="32" name="Shape 30"/>
          <p:cNvSpPr/>
          <p:nvPr/>
        </p:nvSpPr>
        <p:spPr>
          <a:xfrm>
            <a:off x="-60350" y="2535860"/>
            <a:ext cx="803758" cy="526009"/>
          </a:xfrm>
          <a:prstGeom prst="rect">
            <a:avLst/>
          </a:prstGeom>
          <a:solidFill>
            <a:srgbClr val="F8FE05">
              <a:alpha val="2063"/>
            </a:srgbClr>
          </a:solidFill>
          <a:ln/>
        </p:spPr>
      </p:sp>
      <p:sp>
        <p:nvSpPr>
          <p:cNvPr id="33" name="Shape 31"/>
          <p:cNvSpPr/>
          <p:nvPr/>
        </p:nvSpPr>
        <p:spPr>
          <a:xfrm>
            <a:off x="-60350" y="3052724"/>
            <a:ext cx="803758" cy="526009"/>
          </a:xfrm>
          <a:prstGeom prst="rect">
            <a:avLst/>
          </a:prstGeom>
          <a:solidFill>
            <a:srgbClr val="F8FE05">
              <a:alpha val="1375"/>
            </a:srgbClr>
          </a:solidFill>
          <a:ln/>
        </p:spPr>
      </p:sp>
      <p:sp>
        <p:nvSpPr>
          <p:cNvPr id="34" name="Shape 32"/>
          <p:cNvSpPr/>
          <p:nvPr/>
        </p:nvSpPr>
        <p:spPr>
          <a:xfrm>
            <a:off x="-60350" y="3569589"/>
            <a:ext cx="803758" cy="526009"/>
          </a:xfrm>
          <a:prstGeom prst="rect">
            <a:avLst/>
          </a:prstGeom>
          <a:solidFill>
            <a:srgbClr val="F8FE05">
              <a:alpha val="688"/>
            </a:srgbClr>
          </a:solidFill>
          <a:ln/>
        </p:spPr>
      </p:sp>
      <p:sp>
        <p:nvSpPr>
          <p:cNvPr id="35" name="Shape 33"/>
          <p:cNvSpPr/>
          <p:nvPr/>
        </p:nvSpPr>
        <p:spPr>
          <a:xfrm>
            <a:off x="4975250" y="-48463"/>
            <a:ext cx="803758" cy="750722"/>
          </a:xfrm>
          <a:prstGeom prst="rect">
            <a:avLst/>
          </a:prstGeom>
          <a:solidFill>
            <a:srgbClr val="F8FE05">
              <a:alpha val="8250"/>
            </a:srgbClr>
          </a:solidFill>
          <a:ln/>
        </p:spPr>
      </p:sp>
      <p:sp>
        <p:nvSpPr>
          <p:cNvPr id="36" name="Shape 34"/>
          <p:cNvSpPr/>
          <p:nvPr/>
        </p:nvSpPr>
        <p:spPr>
          <a:xfrm>
            <a:off x="4975250" y="693115"/>
            <a:ext cx="803758" cy="750722"/>
          </a:xfrm>
          <a:prstGeom prst="rect">
            <a:avLst/>
          </a:prstGeom>
          <a:solidFill>
            <a:srgbClr val="F8FE05">
              <a:alpha val="7219"/>
            </a:srgbClr>
          </a:solidFill>
          <a:ln/>
        </p:spPr>
      </p:sp>
      <p:sp>
        <p:nvSpPr>
          <p:cNvPr id="37" name="Shape 35"/>
          <p:cNvSpPr/>
          <p:nvPr/>
        </p:nvSpPr>
        <p:spPr>
          <a:xfrm>
            <a:off x="4975250" y="1434694"/>
            <a:ext cx="803758" cy="750722"/>
          </a:xfrm>
          <a:prstGeom prst="rect">
            <a:avLst/>
          </a:prstGeom>
          <a:solidFill>
            <a:srgbClr val="F8FE05">
              <a:alpha val="6188"/>
            </a:srgbClr>
          </a:solidFill>
          <a:ln/>
        </p:spPr>
      </p:sp>
      <p:sp>
        <p:nvSpPr>
          <p:cNvPr id="38" name="Shape 36"/>
          <p:cNvSpPr/>
          <p:nvPr/>
        </p:nvSpPr>
        <p:spPr>
          <a:xfrm>
            <a:off x="4975250" y="2176272"/>
            <a:ext cx="803758" cy="750722"/>
          </a:xfrm>
          <a:prstGeom prst="rect">
            <a:avLst/>
          </a:prstGeom>
          <a:solidFill>
            <a:srgbClr val="F8FE05">
              <a:alpha val="5156"/>
            </a:srgbClr>
          </a:solidFill>
          <a:ln/>
        </p:spPr>
      </p:sp>
      <p:sp>
        <p:nvSpPr>
          <p:cNvPr id="39" name="Shape 37"/>
          <p:cNvSpPr/>
          <p:nvPr/>
        </p:nvSpPr>
        <p:spPr>
          <a:xfrm>
            <a:off x="4975250" y="2917850"/>
            <a:ext cx="803758" cy="750722"/>
          </a:xfrm>
          <a:prstGeom prst="rect">
            <a:avLst/>
          </a:prstGeom>
          <a:solidFill>
            <a:srgbClr val="F8FE05">
              <a:alpha val="4125"/>
            </a:srgbClr>
          </a:solidFill>
          <a:ln/>
        </p:spPr>
      </p:sp>
      <p:sp>
        <p:nvSpPr>
          <p:cNvPr id="40" name="Shape 38"/>
          <p:cNvSpPr/>
          <p:nvPr/>
        </p:nvSpPr>
        <p:spPr>
          <a:xfrm>
            <a:off x="4975250" y="3659429"/>
            <a:ext cx="803758" cy="750722"/>
          </a:xfrm>
          <a:prstGeom prst="rect">
            <a:avLst/>
          </a:prstGeom>
          <a:solidFill>
            <a:srgbClr val="F8FE05">
              <a:alpha val="3094"/>
            </a:srgbClr>
          </a:solidFill>
          <a:ln/>
        </p:spPr>
      </p:sp>
      <p:sp>
        <p:nvSpPr>
          <p:cNvPr id="41" name="Shape 39"/>
          <p:cNvSpPr/>
          <p:nvPr/>
        </p:nvSpPr>
        <p:spPr>
          <a:xfrm>
            <a:off x="4975250" y="4401007"/>
            <a:ext cx="803758" cy="750722"/>
          </a:xfrm>
          <a:prstGeom prst="rect">
            <a:avLst/>
          </a:prstGeom>
          <a:solidFill>
            <a:srgbClr val="F8FE05">
              <a:alpha val="2063"/>
            </a:srgbClr>
          </a:solidFill>
          <a:ln/>
        </p:spPr>
      </p:sp>
      <p:sp>
        <p:nvSpPr>
          <p:cNvPr id="42" name="Shape 40"/>
          <p:cNvSpPr/>
          <p:nvPr/>
        </p:nvSpPr>
        <p:spPr>
          <a:xfrm>
            <a:off x="4975250" y="5142586"/>
            <a:ext cx="803758" cy="750722"/>
          </a:xfrm>
          <a:prstGeom prst="rect">
            <a:avLst/>
          </a:prstGeom>
          <a:solidFill>
            <a:srgbClr val="F8FE05">
              <a:alpha val="1031"/>
            </a:srgbClr>
          </a:solidFill>
          <a:ln/>
        </p:spPr>
      </p:sp>
      <p:sp>
        <p:nvSpPr>
          <p:cNvPr id="43" name="Shape 41"/>
          <p:cNvSpPr/>
          <p:nvPr/>
        </p:nvSpPr>
        <p:spPr>
          <a:xfrm>
            <a:off x="4288536" y="-74066"/>
            <a:ext cx="803758" cy="529209"/>
          </a:xfrm>
          <a:prstGeom prst="rect">
            <a:avLst/>
          </a:prstGeom>
          <a:solidFill>
            <a:srgbClr val="F8FE05">
              <a:alpha val="5500"/>
            </a:srgbClr>
          </a:solidFill>
          <a:ln/>
        </p:spPr>
      </p:sp>
      <p:sp>
        <p:nvSpPr>
          <p:cNvPr id="44" name="Shape 42"/>
          <p:cNvSpPr/>
          <p:nvPr/>
        </p:nvSpPr>
        <p:spPr>
          <a:xfrm>
            <a:off x="4288536" y="445999"/>
            <a:ext cx="803758" cy="529209"/>
          </a:xfrm>
          <a:prstGeom prst="rect">
            <a:avLst/>
          </a:prstGeom>
          <a:solidFill>
            <a:srgbClr val="F8FE05">
              <a:alpha val="4813"/>
            </a:srgbClr>
          </a:solidFill>
          <a:ln/>
        </p:spPr>
      </p:sp>
      <p:sp>
        <p:nvSpPr>
          <p:cNvPr id="45" name="Shape 43"/>
          <p:cNvSpPr/>
          <p:nvPr/>
        </p:nvSpPr>
        <p:spPr>
          <a:xfrm>
            <a:off x="4288536" y="966064"/>
            <a:ext cx="803758" cy="529209"/>
          </a:xfrm>
          <a:prstGeom prst="rect">
            <a:avLst/>
          </a:prstGeom>
          <a:solidFill>
            <a:srgbClr val="F8FE05">
              <a:alpha val="4125"/>
            </a:srgbClr>
          </a:solidFill>
          <a:ln/>
        </p:spPr>
      </p:sp>
      <p:sp>
        <p:nvSpPr>
          <p:cNvPr id="46" name="Shape 44"/>
          <p:cNvSpPr/>
          <p:nvPr/>
        </p:nvSpPr>
        <p:spPr>
          <a:xfrm>
            <a:off x="4288536" y="1486129"/>
            <a:ext cx="803758" cy="529209"/>
          </a:xfrm>
          <a:prstGeom prst="rect">
            <a:avLst/>
          </a:prstGeom>
          <a:solidFill>
            <a:srgbClr val="F8FE05">
              <a:alpha val="3438"/>
            </a:srgbClr>
          </a:solidFill>
          <a:ln/>
        </p:spPr>
      </p:sp>
      <p:sp>
        <p:nvSpPr>
          <p:cNvPr id="47" name="Shape 45"/>
          <p:cNvSpPr/>
          <p:nvPr/>
        </p:nvSpPr>
        <p:spPr>
          <a:xfrm>
            <a:off x="4288536" y="2006194"/>
            <a:ext cx="803758" cy="529209"/>
          </a:xfrm>
          <a:prstGeom prst="rect">
            <a:avLst/>
          </a:prstGeom>
          <a:solidFill>
            <a:srgbClr val="F8FE05">
              <a:alpha val="2750"/>
            </a:srgbClr>
          </a:solidFill>
          <a:ln/>
        </p:spPr>
      </p:sp>
      <p:sp>
        <p:nvSpPr>
          <p:cNvPr id="48" name="Shape 46"/>
          <p:cNvSpPr/>
          <p:nvPr/>
        </p:nvSpPr>
        <p:spPr>
          <a:xfrm>
            <a:off x="4288536" y="2526259"/>
            <a:ext cx="803758" cy="529209"/>
          </a:xfrm>
          <a:prstGeom prst="rect">
            <a:avLst/>
          </a:prstGeom>
          <a:solidFill>
            <a:srgbClr val="F8FE05">
              <a:alpha val="2063"/>
            </a:srgbClr>
          </a:solidFill>
          <a:ln/>
        </p:spPr>
      </p:sp>
      <p:sp>
        <p:nvSpPr>
          <p:cNvPr id="49" name="Shape 47"/>
          <p:cNvSpPr/>
          <p:nvPr/>
        </p:nvSpPr>
        <p:spPr>
          <a:xfrm>
            <a:off x="4288536" y="3046324"/>
            <a:ext cx="803758" cy="529209"/>
          </a:xfrm>
          <a:prstGeom prst="rect">
            <a:avLst/>
          </a:prstGeom>
          <a:solidFill>
            <a:srgbClr val="F8FE05">
              <a:alpha val="1375"/>
            </a:srgbClr>
          </a:solidFill>
          <a:ln/>
        </p:spPr>
      </p:sp>
      <p:sp>
        <p:nvSpPr>
          <p:cNvPr id="50" name="Shape 48"/>
          <p:cNvSpPr/>
          <p:nvPr/>
        </p:nvSpPr>
        <p:spPr>
          <a:xfrm>
            <a:off x="4288536" y="3566389"/>
            <a:ext cx="803758" cy="529209"/>
          </a:xfrm>
          <a:prstGeom prst="rect">
            <a:avLst/>
          </a:prstGeom>
          <a:solidFill>
            <a:srgbClr val="F8FE05">
              <a:alpha val="688"/>
            </a:srgbClr>
          </a:solidFill>
          <a:ln/>
        </p:spPr>
      </p:sp>
      <p:sp>
        <p:nvSpPr>
          <p:cNvPr id="51" name="Shape 49"/>
          <p:cNvSpPr/>
          <p:nvPr/>
        </p:nvSpPr>
        <p:spPr>
          <a:xfrm>
            <a:off x="3597250" y="-48463"/>
            <a:ext cx="803758" cy="296380"/>
          </a:xfrm>
          <a:prstGeom prst="rect">
            <a:avLst/>
          </a:prstGeom>
          <a:solidFill>
            <a:srgbClr val="F8FE05">
              <a:alpha val="3850"/>
            </a:srgbClr>
          </a:solidFill>
          <a:ln/>
        </p:spPr>
      </p:sp>
      <p:sp>
        <p:nvSpPr>
          <p:cNvPr id="52" name="Shape 50"/>
          <p:cNvSpPr/>
          <p:nvPr/>
        </p:nvSpPr>
        <p:spPr>
          <a:xfrm>
            <a:off x="3597250" y="238773"/>
            <a:ext cx="803758" cy="296380"/>
          </a:xfrm>
          <a:prstGeom prst="rect">
            <a:avLst/>
          </a:prstGeom>
          <a:solidFill>
            <a:srgbClr val="F8FE05">
              <a:alpha val="3369"/>
            </a:srgbClr>
          </a:solidFill>
          <a:ln/>
        </p:spPr>
      </p:sp>
      <p:sp>
        <p:nvSpPr>
          <p:cNvPr id="53" name="Shape 51"/>
          <p:cNvSpPr/>
          <p:nvPr/>
        </p:nvSpPr>
        <p:spPr>
          <a:xfrm>
            <a:off x="3597250" y="526009"/>
            <a:ext cx="803758" cy="296380"/>
          </a:xfrm>
          <a:prstGeom prst="rect">
            <a:avLst/>
          </a:prstGeom>
          <a:solidFill>
            <a:srgbClr val="F8FE05">
              <a:alpha val="2888"/>
            </a:srgbClr>
          </a:solidFill>
          <a:ln/>
        </p:spPr>
      </p:sp>
      <p:sp>
        <p:nvSpPr>
          <p:cNvPr id="54" name="Shape 52"/>
          <p:cNvSpPr/>
          <p:nvPr/>
        </p:nvSpPr>
        <p:spPr>
          <a:xfrm>
            <a:off x="3597250" y="813244"/>
            <a:ext cx="803758" cy="296380"/>
          </a:xfrm>
          <a:prstGeom prst="rect">
            <a:avLst/>
          </a:prstGeom>
          <a:solidFill>
            <a:srgbClr val="F8FE05">
              <a:alpha val="2406"/>
            </a:srgbClr>
          </a:solidFill>
          <a:ln/>
        </p:spPr>
      </p:sp>
      <p:sp>
        <p:nvSpPr>
          <p:cNvPr id="55" name="Shape 53"/>
          <p:cNvSpPr/>
          <p:nvPr/>
        </p:nvSpPr>
        <p:spPr>
          <a:xfrm>
            <a:off x="3597250" y="1100480"/>
            <a:ext cx="803758" cy="296380"/>
          </a:xfrm>
          <a:prstGeom prst="rect">
            <a:avLst/>
          </a:prstGeom>
          <a:solidFill>
            <a:srgbClr val="F8FE05">
              <a:alpha val="1925"/>
            </a:srgbClr>
          </a:solidFill>
          <a:ln/>
        </p:spPr>
      </p:sp>
      <p:sp>
        <p:nvSpPr>
          <p:cNvPr id="56" name="Shape 54"/>
          <p:cNvSpPr/>
          <p:nvPr/>
        </p:nvSpPr>
        <p:spPr>
          <a:xfrm>
            <a:off x="3597250" y="1387716"/>
            <a:ext cx="803758" cy="296380"/>
          </a:xfrm>
          <a:prstGeom prst="rect">
            <a:avLst/>
          </a:prstGeom>
          <a:solidFill>
            <a:srgbClr val="F8FE05">
              <a:alpha val="1444"/>
            </a:srgbClr>
          </a:solidFill>
          <a:ln/>
        </p:spPr>
      </p:sp>
      <p:sp>
        <p:nvSpPr>
          <p:cNvPr id="57" name="Shape 55"/>
          <p:cNvSpPr/>
          <p:nvPr/>
        </p:nvSpPr>
        <p:spPr>
          <a:xfrm>
            <a:off x="3597250" y="1674952"/>
            <a:ext cx="803758" cy="296380"/>
          </a:xfrm>
          <a:prstGeom prst="rect">
            <a:avLst/>
          </a:prstGeom>
          <a:solidFill>
            <a:srgbClr val="F8FE05">
              <a:alpha val="963"/>
            </a:srgbClr>
          </a:solidFill>
          <a:ln/>
        </p:spPr>
      </p:sp>
      <p:sp>
        <p:nvSpPr>
          <p:cNvPr id="58" name="Shape 56"/>
          <p:cNvSpPr/>
          <p:nvPr/>
        </p:nvSpPr>
        <p:spPr>
          <a:xfrm>
            <a:off x="3597250" y="1962188"/>
            <a:ext cx="803758" cy="296380"/>
          </a:xfrm>
          <a:prstGeom prst="rect">
            <a:avLst/>
          </a:prstGeom>
          <a:solidFill>
            <a:srgbClr val="F8FE05">
              <a:alpha val="481"/>
            </a:srgbClr>
          </a:solidFill>
          <a:ln/>
        </p:spPr>
      </p:sp>
      <p:sp>
        <p:nvSpPr>
          <p:cNvPr id="59" name="Shape 57"/>
          <p:cNvSpPr/>
          <p:nvPr/>
        </p:nvSpPr>
        <p:spPr>
          <a:xfrm>
            <a:off x="2787091" y="849478"/>
            <a:ext cx="803758" cy="769468"/>
          </a:xfrm>
          <a:prstGeom prst="rect">
            <a:avLst/>
          </a:prstGeom>
          <a:solidFill>
            <a:srgbClr val="FFFFFF">
              <a:alpha val="688"/>
            </a:srgbClr>
          </a:solidFill>
          <a:ln/>
        </p:spPr>
      </p:sp>
      <p:sp>
        <p:nvSpPr>
          <p:cNvPr id="60" name="Shape 58"/>
          <p:cNvSpPr/>
          <p:nvPr/>
        </p:nvSpPr>
        <p:spPr>
          <a:xfrm>
            <a:off x="2787091" y="1609801"/>
            <a:ext cx="803758" cy="769468"/>
          </a:xfrm>
          <a:prstGeom prst="rect">
            <a:avLst/>
          </a:prstGeom>
          <a:solidFill>
            <a:srgbClr val="FFFFFF">
              <a:alpha val="1375"/>
            </a:srgbClr>
          </a:solidFill>
          <a:ln/>
        </p:spPr>
      </p:sp>
      <p:sp>
        <p:nvSpPr>
          <p:cNvPr id="61" name="Shape 59"/>
          <p:cNvSpPr/>
          <p:nvPr/>
        </p:nvSpPr>
        <p:spPr>
          <a:xfrm>
            <a:off x="2787091" y="2370125"/>
            <a:ext cx="803758" cy="769468"/>
          </a:xfrm>
          <a:prstGeom prst="rect">
            <a:avLst/>
          </a:prstGeom>
          <a:solidFill>
            <a:srgbClr val="FFFFFF">
              <a:alpha val="2063"/>
            </a:srgbClr>
          </a:solidFill>
          <a:ln/>
        </p:spPr>
      </p:sp>
      <p:sp>
        <p:nvSpPr>
          <p:cNvPr id="62" name="Shape 60"/>
          <p:cNvSpPr/>
          <p:nvPr/>
        </p:nvSpPr>
        <p:spPr>
          <a:xfrm>
            <a:off x="2787091" y="3130448"/>
            <a:ext cx="803758" cy="769468"/>
          </a:xfrm>
          <a:prstGeom prst="rect">
            <a:avLst/>
          </a:prstGeom>
          <a:solidFill>
            <a:srgbClr val="FFFFFF">
              <a:alpha val="2750"/>
            </a:srgbClr>
          </a:solidFill>
          <a:ln/>
        </p:spPr>
      </p:sp>
      <p:sp>
        <p:nvSpPr>
          <p:cNvPr id="63" name="Shape 61"/>
          <p:cNvSpPr/>
          <p:nvPr/>
        </p:nvSpPr>
        <p:spPr>
          <a:xfrm>
            <a:off x="2787091" y="3890772"/>
            <a:ext cx="803758" cy="769468"/>
          </a:xfrm>
          <a:prstGeom prst="rect">
            <a:avLst/>
          </a:prstGeom>
          <a:solidFill>
            <a:srgbClr val="FFFFFF">
              <a:alpha val="3438"/>
            </a:srgbClr>
          </a:solidFill>
          <a:ln/>
        </p:spPr>
      </p:sp>
      <p:sp>
        <p:nvSpPr>
          <p:cNvPr id="64" name="Shape 62"/>
          <p:cNvSpPr/>
          <p:nvPr/>
        </p:nvSpPr>
        <p:spPr>
          <a:xfrm>
            <a:off x="2787091" y="4651096"/>
            <a:ext cx="803758" cy="769468"/>
          </a:xfrm>
          <a:prstGeom prst="rect">
            <a:avLst/>
          </a:prstGeom>
          <a:solidFill>
            <a:srgbClr val="FFFFFF">
              <a:alpha val="4125"/>
            </a:srgbClr>
          </a:solidFill>
          <a:ln/>
        </p:spPr>
      </p:sp>
      <p:sp>
        <p:nvSpPr>
          <p:cNvPr id="65" name="Shape 63"/>
          <p:cNvSpPr/>
          <p:nvPr/>
        </p:nvSpPr>
        <p:spPr>
          <a:xfrm>
            <a:off x="2787091" y="5411419"/>
            <a:ext cx="803758" cy="769468"/>
          </a:xfrm>
          <a:prstGeom prst="rect">
            <a:avLst/>
          </a:prstGeom>
          <a:solidFill>
            <a:srgbClr val="FFFFFF">
              <a:alpha val="4813"/>
            </a:srgbClr>
          </a:solidFill>
          <a:ln/>
        </p:spPr>
      </p:sp>
      <p:sp>
        <p:nvSpPr>
          <p:cNvPr id="66" name="Shape 64"/>
          <p:cNvSpPr/>
          <p:nvPr/>
        </p:nvSpPr>
        <p:spPr>
          <a:xfrm>
            <a:off x="2787091" y="6171743"/>
            <a:ext cx="803758" cy="769468"/>
          </a:xfrm>
          <a:prstGeom prst="rect">
            <a:avLst/>
          </a:prstGeom>
          <a:solidFill>
            <a:srgbClr val="FFFFFF">
              <a:alpha val="5500"/>
            </a:srgbClr>
          </a:solidFill>
          <a:ln/>
        </p:spPr>
      </p:sp>
      <p:sp>
        <p:nvSpPr>
          <p:cNvPr id="67" name="Shape 65"/>
          <p:cNvSpPr/>
          <p:nvPr/>
        </p:nvSpPr>
        <p:spPr>
          <a:xfrm>
            <a:off x="1417320" y="3457346"/>
            <a:ext cx="803758" cy="443484"/>
          </a:xfrm>
          <a:prstGeom prst="rect">
            <a:avLst/>
          </a:prstGeom>
          <a:solidFill>
            <a:srgbClr val="FFFFFF">
              <a:alpha val="138"/>
            </a:srgbClr>
          </a:solidFill>
          <a:ln/>
        </p:spPr>
      </p:sp>
      <p:sp>
        <p:nvSpPr>
          <p:cNvPr id="68" name="Shape 66"/>
          <p:cNvSpPr/>
          <p:nvPr/>
        </p:nvSpPr>
        <p:spPr>
          <a:xfrm>
            <a:off x="1417320" y="3891686"/>
            <a:ext cx="803758" cy="443484"/>
          </a:xfrm>
          <a:prstGeom prst="rect">
            <a:avLst/>
          </a:prstGeom>
          <a:solidFill>
            <a:srgbClr val="FFFFFF">
              <a:alpha val="275"/>
            </a:srgbClr>
          </a:solidFill>
          <a:ln/>
        </p:spPr>
      </p:sp>
      <p:sp>
        <p:nvSpPr>
          <p:cNvPr id="69" name="Shape 67"/>
          <p:cNvSpPr/>
          <p:nvPr/>
        </p:nvSpPr>
        <p:spPr>
          <a:xfrm>
            <a:off x="1417320" y="4326026"/>
            <a:ext cx="803758" cy="443484"/>
          </a:xfrm>
          <a:prstGeom prst="rect">
            <a:avLst/>
          </a:prstGeom>
          <a:solidFill>
            <a:srgbClr val="FFFFFF">
              <a:alpha val="412"/>
            </a:srgbClr>
          </a:solidFill>
          <a:ln/>
        </p:spPr>
      </p:sp>
      <p:sp>
        <p:nvSpPr>
          <p:cNvPr id="70" name="Shape 68"/>
          <p:cNvSpPr/>
          <p:nvPr/>
        </p:nvSpPr>
        <p:spPr>
          <a:xfrm>
            <a:off x="1417320" y="4760366"/>
            <a:ext cx="803758" cy="443484"/>
          </a:xfrm>
          <a:prstGeom prst="rect">
            <a:avLst/>
          </a:prstGeom>
          <a:solidFill>
            <a:srgbClr val="FFFFFF">
              <a:alpha val="550"/>
            </a:srgbClr>
          </a:solidFill>
          <a:ln/>
        </p:spPr>
      </p:sp>
      <p:sp>
        <p:nvSpPr>
          <p:cNvPr id="71" name="Shape 69"/>
          <p:cNvSpPr/>
          <p:nvPr/>
        </p:nvSpPr>
        <p:spPr>
          <a:xfrm>
            <a:off x="1417320" y="5194706"/>
            <a:ext cx="803758" cy="443484"/>
          </a:xfrm>
          <a:prstGeom prst="rect">
            <a:avLst/>
          </a:prstGeom>
          <a:solidFill>
            <a:srgbClr val="FFFFFF">
              <a:alpha val="688"/>
            </a:srgbClr>
          </a:solidFill>
          <a:ln/>
        </p:spPr>
      </p:sp>
      <p:sp>
        <p:nvSpPr>
          <p:cNvPr id="72" name="Shape 70"/>
          <p:cNvSpPr/>
          <p:nvPr/>
        </p:nvSpPr>
        <p:spPr>
          <a:xfrm>
            <a:off x="1417320" y="5629046"/>
            <a:ext cx="803758" cy="443484"/>
          </a:xfrm>
          <a:prstGeom prst="rect">
            <a:avLst/>
          </a:prstGeom>
          <a:solidFill>
            <a:srgbClr val="FFFFFF">
              <a:alpha val="825"/>
            </a:srgbClr>
          </a:solidFill>
          <a:ln/>
        </p:spPr>
      </p:sp>
      <p:sp>
        <p:nvSpPr>
          <p:cNvPr id="73" name="Shape 71"/>
          <p:cNvSpPr/>
          <p:nvPr/>
        </p:nvSpPr>
        <p:spPr>
          <a:xfrm>
            <a:off x="1417320" y="6063386"/>
            <a:ext cx="803758" cy="443484"/>
          </a:xfrm>
          <a:prstGeom prst="rect">
            <a:avLst/>
          </a:prstGeom>
          <a:solidFill>
            <a:srgbClr val="FFFFFF">
              <a:alpha val="963"/>
            </a:srgbClr>
          </a:solidFill>
          <a:ln/>
        </p:spPr>
      </p:sp>
      <p:sp>
        <p:nvSpPr>
          <p:cNvPr id="74" name="Shape 72"/>
          <p:cNvSpPr/>
          <p:nvPr/>
        </p:nvSpPr>
        <p:spPr>
          <a:xfrm>
            <a:off x="1417320" y="6497726"/>
            <a:ext cx="803758" cy="443484"/>
          </a:xfrm>
          <a:prstGeom prst="rect">
            <a:avLst/>
          </a:prstGeom>
          <a:solidFill>
            <a:srgbClr val="FFFFFF">
              <a:alpha val="1100"/>
            </a:srgbClr>
          </a:solidFill>
          <a:ln/>
        </p:spPr>
      </p:sp>
      <p:sp>
        <p:nvSpPr>
          <p:cNvPr id="75" name="Shape 73"/>
          <p:cNvSpPr/>
          <p:nvPr/>
        </p:nvSpPr>
        <p:spPr>
          <a:xfrm>
            <a:off x="2106778" y="2276856"/>
            <a:ext cx="803758" cy="587959"/>
          </a:xfrm>
          <a:prstGeom prst="rect">
            <a:avLst/>
          </a:prstGeom>
          <a:solidFill>
            <a:srgbClr val="FFFFFF">
              <a:alpha val="344"/>
            </a:srgbClr>
          </a:solidFill>
          <a:ln/>
        </p:spPr>
      </p:sp>
      <p:sp>
        <p:nvSpPr>
          <p:cNvPr id="76" name="Shape 74"/>
          <p:cNvSpPr/>
          <p:nvPr/>
        </p:nvSpPr>
        <p:spPr>
          <a:xfrm>
            <a:off x="2106778" y="2855671"/>
            <a:ext cx="803758" cy="587959"/>
          </a:xfrm>
          <a:prstGeom prst="rect">
            <a:avLst/>
          </a:prstGeom>
          <a:solidFill>
            <a:srgbClr val="FFFFFF">
              <a:alpha val="688"/>
            </a:srgbClr>
          </a:solidFill>
          <a:ln/>
        </p:spPr>
      </p:sp>
      <p:sp>
        <p:nvSpPr>
          <p:cNvPr id="77" name="Shape 75"/>
          <p:cNvSpPr/>
          <p:nvPr/>
        </p:nvSpPr>
        <p:spPr>
          <a:xfrm>
            <a:off x="2106778" y="3434486"/>
            <a:ext cx="803758" cy="587959"/>
          </a:xfrm>
          <a:prstGeom prst="rect">
            <a:avLst/>
          </a:prstGeom>
          <a:solidFill>
            <a:srgbClr val="FFFFFF">
              <a:alpha val="1031"/>
            </a:srgbClr>
          </a:solidFill>
          <a:ln/>
        </p:spPr>
      </p:sp>
      <p:sp>
        <p:nvSpPr>
          <p:cNvPr id="78" name="Shape 76"/>
          <p:cNvSpPr/>
          <p:nvPr/>
        </p:nvSpPr>
        <p:spPr>
          <a:xfrm>
            <a:off x="2106778" y="4013302"/>
            <a:ext cx="803758" cy="587959"/>
          </a:xfrm>
          <a:prstGeom prst="rect">
            <a:avLst/>
          </a:prstGeom>
          <a:solidFill>
            <a:srgbClr val="FFFFFF">
              <a:alpha val="1375"/>
            </a:srgbClr>
          </a:solidFill>
          <a:ln/>
        </p:spPr>
      </p:sp>
      <p:sp>
        <p:nvSpPr>
          <p:cNvPr id="79" name="Shape 77"/>
          <p:cNvSpPr/>
          <p:nvPr/>
        </p:nvSpPr>
        <p:spPr>
          <a:xfrm>
            <a:off x="2106778" y="4592117"/>
            <a:ext cx="803758" cy="587959"/>
          </a:xfrm>
          <a:prstGeom prst="rect">
            <a:avLst/>
          </a:prstGeom>
          <a:solidFill>
            <a:srgbClr val="FFFFFF">
              <a:alpha val="1719"/>
            </a:srgbClr>
          </a:solidFill>
          <a:ln/>
        </p:spPr>
      </p:sp>
      <p:sp>
        <p:nvSpPr>
          <p:cNvPr id="80" name="Shape 78"/>
          <p:cNvSpPr/>
          <p:nvPr/>
        </p:nvSpPr>
        <p:spPr>
          <a:xfrm>
            <a:off x="2106778" y="5170932"/>
            <a:ext cx="803758" cy="587959"/>
          </a:xfrm>
          <a:prstGeom prst="rect">
            <a:avLst/>
          </a:prstGeom>
          <a:solidFill>
            <a:srgbClr val="FFFFFF">
              <a:alpha val="2063"/>
            </a:srgbClr>
          </a:solidFill>
          <a:ln/>
        </p:spPr>
      </p:sp>
      <p:sp>
        <p:nvSpPr>
          <p:cNvPr id="81" name="Shape 79"/>
          <p:cNvSpPr/>
          <p:nvPr/>
        </p:nvSpPr>
        <p:spPr>
          <a:xfrm>
            <a:off x="2106778" y="5749747"/>
            <a:ext cx="803758" cy="587959"/>
          </a:xfrm>
          <a:prstGeom prst="rect">
            <a:avLst/>
          </a:prstGeom>
          <a:solidFill>
            <a:srgbClr val="FFFFFF">
              <a:alpha val="2406"/>
            </a:srgbClr>
          </a:solidFill>
          <a:ln/>
        </p:spPr>
      </p:sp>
      <p:sp>
        <p:nvSpPr>
          <p:cNvPr id="82" name="Shape 80"/>
          <p:cNvSpPr/>
          <p:nvPr/>
        </p:nvSpPr>
        <p:spPr>
          <a:xfrm>
            <a:off x="2106778" y="6328562"/>
            <a:ext cx="803758" cy="587959"/>
          </a:xfrm>
          <a:prstGeom prst="rect">
            <a:avLst/>
          </a:prstGeom>
          <a:solidFill>
            <a:srgbClr val="FFFFFF">
              <a:alpha val="2750"/>
            </a:srgbClr>
          </a:solidFill>
          <a:ln/>
        </p:spPr>
      </p:sp>
      <p:sp>
        <p:nvSpPr>
          <p:cNvPr id="83" name="Shape 81"/>
          <p:cNvSpPr/>
          <p:nvPr/>
        </p:nvSpPr>
        <p:spPr>
          <a:xfrm>
            <a:off x="3459175" y="2646274"/>
            <a:ext cx="803758" cy="547840"/>
          </a:xfrm>
          <a:prstGeom prst="rect">
            <a:avLst/>
          </a:prstGeom>
          <a:solidFill>
            <a:srgbClr val="FFFFFF">
              <a:alpha val="344"/>
            </a:srgbClr>
          </a:solidFill>
          <a:ln/>
        </p:spPr>
      </p:sp>
      <p:sp>
        <p:nvSpPr>
          <p:cNvPr id="84" name="Shape 82"/>
          <p:cNvSpPr/>
          <p:nvPr/>
        </p:nvSpPr>
        <p:spPr>
          <a:xfrm>
            <a:off x="3459175" y="3184970"/>
            <a:ext cx="803758" cy="547840"/>
          </a:xfrm>
          <a:prstGeom prst="rect">
            <a:avLst/>
          </a:prstGeom>
          <a:solidFill>
            <a:srgbClr val="FFFFFF">
              <a:alpha val="688"/>
            </a:srgbClr>
          </a:solidFill>
          <a:ln/>
        </p:spPr>
      </p:sp>
      <p:sp>
        <p:nvSpPr>
          <p:cNvPr id="85" name="Shape 83"/>
          <p:cNvSpPr/>
          <p:nvPr/>
        </p:nvSpPr>
        <p:spPr>
          <a:xfrm>
            <a:off x="3459175" y="3723665"/>
            <a:ext cx="803758" cy="547840"/>
          </a:xfrm>
          <a:prstGeom prst="rect">
            <a:avLst/>
          </a:prstGeom>
          <a:solidFill>
            <a:srgbClr val="FFFFFF">
              <a:alpha val="1031"/>
            </a:srgbClr>
          </a:solidFill>
          <a:ln/>
        </p:spPr>
      </p:sp>
      <p:sp>
        <p:nvSpPr>
          <p:cNvPr id="86" name="Shape 84"/>
          <p:cNvSpPr/>
          <p:nvPr/>
        </p:nvSpPr>
        <p:spPr>
          <a:xfrm>
            <a:off x="3459175" y="4262361"/>
            <a:ext cx="803758" cy="547840"/>
          </a:xfrm>
          <a:prstGeom prst="rect">
            <a:avLst/>
          </a:prstGeom>
          <a:solidFill>
            <a:srgbClr val="FFFFFF">
              <a:alpha val="1375"/>
            </a:srgbClr>
          </a:solidFill>
          <a:ln/>
        </p:spPr>
      </p:sp>
      <p:sp>
        <p:nvSpPr>
          <p:cNvPr id="87" name="Shape 85"/>
          <p:cNvSpPr/>
          <p:nvPr/>
        </p:nvSpPr>
        <p:spPr>
          <a:xfrm>
            <a:off x="3459175" y="4801057"/>
            <a:ext cx="803758" cy="547840"/>
          </a:xfrm>
          <a:prstGeom prst="rect">
            <a:avLst/>
          </a:prstGeom>
          <a:solidFill>
            <a:srgbClr val="FFFFFF">
              <a:alpha val="1719"/>
            </a:srgbClr>
          </a:solidFill>
          <a:ln/>
        </p:spPr>
      </p:sp>
      <p:sp>
        <p:nvSpPr>
          <p:cNvPr id="88" name="Shape 86"/>
          <p:cNvSpPr/>
          <p:nvPr/>
        </p:nvSpPr>
        <p:spPr>
          <a:xfrm>
            <a:off x="3459175" y="5339753"/>
            <a:ext cx="803758" cy="547840"/>
          </a:xfrm>
          <a:prstGeom prst="rect">
            <a:avLst/>
          </a:prstGeom>
          <a:solidFill>
            <a:srgbClr val="FFFFFF">
              <a:alpha val="2063"/>
            </a:srgbClr>
          </a:solidFill>
          <a:ln/>
        </p:spPr>
      </p:sp>
      <p:sp>
        <p:nvSpPr>
          <p:cNvPr id="89" name="Shape 87"/>
          <p:cNvSpPr/>
          <p:nvPr/>
        </p:nvSpPr>
        <p:spPr>
          <a:xfrm>
            <a:off x="3459175" y="5878449"/>
            <a:ext cx="803758" cy="547840"/>
          </a:xfrm>
          <a:prstGeom prst="rect">
            <a:avLst/>
          </a:prstGeom>
          <a:solidFill>
            <a:srgbClr val="FFFFFF">
              <a:alpha val="2406"/>
            </a:srgbClr>
          </a:solidFill>
          <a:ln/>
        </p:spPr>
      </p:sp>
      <p:sp>
        <p:nvSpPr>
          <p:cNvPr id="90" name="Shape 88"/>
          <p:cNvSpPr/>
          <p:nvPr/>
        </p:nvSpPr>
        <p:spPr>
          <a:xfrm>
            <a:off x="3459175" y="6417145"/>
            <a:ext cx="803758" cy="547840"/>
          </a:xfrm>
          <a:prstGeom prst="rect">
            <a:avLst/>
          </a:prstGeom>
          <a:solidFill>
            <a:srgbClr val="FFFFFF">
              <a:alpha val="2750"/>
            </a:srgbClr>
          </a:solidFill>
          <a:ln/>
        </p:spPr>
      </p:sp>
      <p:sp>
        <p:nvSpPr>
          <p:cNvPr id="91" name="Shape 89"/>
          <p:cNvSpPr/>
          <p:nvPr/>
        </p:nvSpPr>
        <p:spPr>
          <a:xfrm>
            <a:off x="4151376" y="4484218"/>
            <a:ext cx="803758" cy="319126"/>
          </a:xfrm>
          <a:prstGeom prst="rect">
            <a:avLst/>
          </a:prstGeom>
          <a:solidFill>
            <a:srgbClr val="FFFFFF">
              <a:alpha val="138"/>
            </a:srgbClr>
          </a:solidFill>
          <a:ln/>
        </p:spPr>
      </p:sp>
      <p:sp>
        <p:nvSpPr>
          <p:cNvPr id="92" name="Shape 90"/>
          <p:cNvSpPr/>
          <p:nvPr/>
        </p:nvSpPr>
        <p:spPr>
          <a:xfrm>
            <a:off x="4151376" y="4794199"/>
            <a:ext cx="803758" cy="319126"/>
          </a:xfrm>
          <a:prstGeom prst="rect">
            <a:avLst/>
          </a:prstGeom>
          <a:solidFill>
            <a:srgbClr val="FFFFFF">
              <a:alpha val="275"/>
            </a:srgbClr>
          </a:solidFill>
          <a:ln/>
        </p:spPr>
      </p:sp>
      <p:sp>
        <p:nvSpPr>
          <p:cNvPr id="93" name="Shape 91"/>
          <p:cNvSpPr/>
          <p:nvPr/>
        </p:nvSpPr>
        <p:spPr>
          <a:xfrm>
            <a:off x="4151376" y="5104181"/>
            <a:ext cx="803758" cy="319126"/>
          </a:xfrm>
          <a:prstGeom prst="rect">
            <a:avLst/>
          </a:prstGeom>
          <a:solidFill>
            <a:srgbClr val="FFFFFF">
              <a:alpha val="412"/>
            </a:srgbClr>
          </a:solidFill>
          <a:ln/>
        </p:spPr>
      </p:sp>
      <p:sp>
        <p:nvSpPr>
          <p:cNvPr id="94" name="Shape 92"/>
          <p:cNvSpPr/>
          <p:nvPr/>
        </p:nvSpPr>
        <p:spPr>
          <a:xfrm>
            <a:off x="4151376" y="5414162"/>
            <a:ext cx="803758" cy="319126"/>
          </a:xfrm>
          <a:prstGeom prst="rect">
            <a:avLst/>
          </a:prstGeom>
          <a:solidFill>
            <a:srgbClr val="FFFFFF">
              <a:alpha val="550"/>
            </a:srgbClr>
          </a:solidFill>
          <a:ln/>
        </p:spPr>
      </p:sp>
      <p:sp>
        <p:nvSpPr>
          <p:cNvPr id="95" name="Shape 93"/>
          <p:cNvSpPr/>
          <p:nvPr/>
        </p:nvSpPr>
        <p:spPr>
          <a:xfrm>
            <a:off x="4151376" y="5724144"/>
            <a:ext cx="803758" cy="319126"/>
          </a:xfrm>
          <a:prstGeom prst="rect">
            <a:avLst/>
          </a:prstGeom>
          <a:solidFill>
            <a:srgbClr val="FFFFFF">
              <a:alpha val="688"/>
            </a:srgbClr>
          </a:solidFill>
          <a:ln/>
        </p:spPr>
      </p:sp>
      <p:sp>
        <p:nvSpPr>
          <p:cNvPr id="96" name="Shape 94"/>
          <p:cNvSpPr/>
          <p:nvPr/>
        </p:nvSpPr>
        <p:spPr>
          <a:xfrm>
            <a:off x="4151376" y="6034126"/>
            <a:ext cx="803758" cy="319126"/>
          </a:xfrm>
          <a:prstGeom prst="rect">
            <a:avLst/>
          </a:prstGeom>
          <a:solidFill>
            <a:srgbClr val="FFFFFF">
              <a:alpha val="825"/>
            </a:srgbClr>
          </a:solidFill>
          <a:ln/>
        </p:spPr>
      </p:sp>
      <p:sp>
        <p:nvSpPr>
          <p:cNvPr id="97" name="Shape 95"/>
          <p:cNvSpPr/>
          <p:nvPr/>
        </p:nvSpPr>
        <p:spPr>
          <a:xfrm>
            <a:off x="4151376" y="6344107"/>
            <a:ext cx="803758" cy="319126"/>
          </a:xfrm>
          <a:prstGeom prst="rect">
            <a:avLst/>
          </a:prstGeom>
          <a:solidFill>
            <a:srgbClr val="FFFFFF">
              <a:alpha val="963"/>
            </a:srgbClr>
          </a:solidFill>
          <a:ln/>
        </p:spPr>
      </p:sp>
      <p:sp>
        <p:nvSpPr>
          <p:cNvPr id="98" name="Shape 96"/>
          <p:cNvSpPr/>
          <p:nvPr/>
        </p:nvSpPr>
        <p:spPr>
          <a:xfrm>
            <a:off x="4151376" y="6654089"/>
            <a:ext cx="803758" cy="319126"/>
          </a:xfrm>
          <a:prstGeom prst="rect">
            <a:avLst/>
          </a:prstGeom>
          <a:solidFill>
            <a:srgbClr val="FFFFFF">
              <a:alpha val="1100"/>
            </a:srgbClr>
          </a:solidFill>
          <a:ln/>
        </p:spPr>
      </p:sp>
      <p:sp>
        <p:nvSpPr>
          <p:cNvPr id="104" name="Text 102"/>
          <p:cNvSpPr/>
          <p:nvPr/>
        </p:nvSpPr>
        <p:spPr>
          <a:xfrm>
            <a:off x="6214262" y="960120"/>
            <a:ext cx="5729630" cy="1280160"/>
          </a:xfrm>
          <a:prstGeom prst="rect">
            <a:avLst/>
          </a:prstGeom>
          <a:noFill/>
          <a:ln/>
        </p:spPr>
        <p:txBody>
          <a:bodyPr wrap="square" rtlCol="0" anchor="t"/>
          <a:lstStyle/>
          <a:p>
            <a:pPr indent="0" marL="0">
              <a:lnSpc>
                <a:spcPct val="90000"/>
              </a:lnSpc>
              <a:buNone/>
            </a:pPr>
            <a:r>
              <a:rPr lang="en-US" sz="4000" spc="-150" kern="0" dirty="0">
                <a:solidFill>
                  <a:srgbClr val="FFFFFF"/>
                </a:solidFill>
                <a:latin typeface="Manrope" pitchFamily="34" charset="0"/>
                <a:ea typeface="Manrope" pitchFamily="34" charset="-122"/>
                <a:cs typeface="Manrope" pitchFamily="34" charset="-120"/>
              </a:rPr>
              <a:t>Stage 2: </a:t>
            </a:r>
            <a:r>
              <a:rPr lang="en-US" sz="4000" spc="-150" kern="0" dirty="0">
                <a:solidFill>
                  <a:srgbClr val="D5E6CD"/>
                </a:solidFill>
                <a:latin typeface="Manrope" pitchFamily="34" charset="0"/>
                <a:ea typeface="Manrope" pitchFamily="34" charset="-122"/>
                <a:cs typeface="Manrope" pitchFamily="34" charset="-120"/>
              </a:rPr>
              <a:t>neural networks learn in layers</a:t>
            </a:r>
          </a:p>
        </p:txBody>
      </p:sp>
      <p:sp>
        <p:nvSpPr>
          <p:cNvPr id="105" name="Shape 103"/>
          <p:cNvSpPr/>
          <p:nvPr/>
        </p:nvSpPr>
        <p:spPr>
          <a:xfrm>
            <a:off x="11835994" y="1750162"/>
            <a:ext cx="803758" cy="657454"/>
          </a:xfrm>
          <a:prstGeom prst="rect">
            <a:avLst/>
          </a:prstGeom>
          <a:solidFill>
            <a:srgbClr val="FFFFFF">
              <a:alpha val="688"/>
            </a:srgbClr>
          </a:solidFill>
          <a:ln/>
        </p:spPr>
      </p:sp>
      <p:sp>
        <p:nvSpPr>
          <p:cNvPr id="106" name="Shape 104"/>
          <p:cNvSpPr/>
          <p:nvPr/>
        </p:nvSpPr>
        <p:spPr>
          <a:xfrm>
            <a:off x="11835994" y="2398471"/>
            <a:ext cx="803758" cy="657454"/>
          </a:xfrm>
          <a:prstGeom prst="rect">
            <a:avLst/>
          </a:prstGeom>
          <a:solidFill>
            <a:srgbClr val="FFFFFF">
              <a:alpha val="1375"/>
            </a:srgbClr>
          </a:solidFill>
          <a:ln/>
        </p:spPr>
      </p:sp>
      <p:sp>
        <p:nvSpPr>
          <p:cNvPr id="107" name="Shape 105"/>
          <p:cNvSpPr/>
          <p:nvPr/>
        </p:nvSpPr>
        <p:spPr>
          <a:xfrm>
            <a:off x="11835994" y="3046781"/>
            <a:ext cx="803758" cy="657454"/>
          </a:xfrm>
          <a:prstGeom prst="rect">
            <a:avLst/>
          </a:prstGeom>
          <a:solidFill>
            <a:srgbClr val="FFFFFF">
              <a:alpha val="2063"/>
            </a:srgbClr>
          </a:solidFill>
          <a:ln/>
        </p:spPr>
      </p:sp>
      <p:sp>
        <p:nvSpPr>
          <p:cNvPr id="108" name="Shape 106"/>
          <p:cNvSpPr/>
          <p:nvPr/>
        </p:nvSpPr>
        <p:spPr>
          <a:xfrm>
            <a:off x="11835994" y="3695090"/>
            <a:ext cx="803758" cy="657454"/>
          </a:xfrm>
          <a:prstGeom prst="rect">
            <a:avLst/>
          </a:prstGeom>
          <a:solidFill>
            <a:srgbClr val="FFFFFF">
              <a:alpha val="2750"/>
            </a:srgbClr>
          </a:solidFill>
          <a:ln/>
        </p:spPr>
      </p:sp>
      <p:sp>
        <p:nvSpPr>
          <p:cNvPr id="109" name="Shape 107"/>
          <p:cNvSpPr/>
          <p:nvPr/>
        </p:nvSpPr>
        <p:spPr>
          <a:xfrm>
            <a:off x="11835994" y="4343400"/>
            <a:ext cx="803758" cy="657454"/>
          </a:xfrm>
          <a:prstGeom prst="rect">
            <a:avLst/>
          </a:prstGeom>
          <a:solidFill>
            <a:srgbClr val="FFFFFF">
              <a:alpha val="3438"/>
            </a:srgbClr>
          </a:solidFill>
          <a:ln/>
        </p:spPr>
      </p:sp>
      <p:sp>
        <p:nvSpPr>
          <p:cNvPr id="110" name="Shape 108"/>
          <p:cNvSpPr/>
          <p:nvPr/>
        </p:nvSpPr>
        <p:spPr>
          <a:xfrm>
            <a:off x="11835994" y="4991710"/>
            <a:ext cx="803758" cy="657454"/>
          </a:xfrm>
          <a:prstGeom prst="rect">
            <a:avLst/>
          </a:prstGeom>
          <a:solidFill>
            <a:srgbClr val="FFFFFF">
              <a:alpha val="4125"/>
            </a:srgbClr>
          </a:solidFill>
          <a:ln/>
        </p:spPr>
      </p:sp>
      <p:sp>
        <p:nvSpPr>
          <p:cNvPr id="111" name="Shape 109"/>
          <p:cNvSpPr/>
          <p:nvPr/>
        </p:nvSpPr>
        <p:spPr>
          <a:xfrm>
            <a:off x="11835994" y="5640019"/>
            <a:ext cx="803758" cy="657454"/>
          </a:xfrm>
          <a:prstGeom prst="rect">
            <a:avLst/>
          </a:prstGeom>
          <a:solidFill>
            <a:srgbClr val="FFFFFF">
              <a:alpha val="4813"/>
            </a:srgbClr>
          </a:solidFill>
          <a:ln/>
        </p:spPr>
      </p:sp>
      <p:sp>
        <p:nvSpPr>
          <p:cNvPr id="112" name="Shape 110"/>
          <p:cNvSpPr/>
          <p:nvPr/>
        </p:nvSpPr>
        <p:spPr>
          <a:xfrm>
            <a:off x="11835994" y="6288329"/>
            <a:ext cx="803758" cy="657454"/>
          </a:xfrm>
          <a:prstGeom prst="rect">
            <a:avLst/>
          </a:prstGeom>
          <a:solidFill>
            <a:srgbClr val="FFFFFF">
              <a:alpha val="5500"/>
            </a:srgbClr>
          </a:solidFill>
          <a:ln/>
        </p:spPr>
      </p:sp>
      <p:sp>
        <p:nvSpPr>
          <p:cNvPr id="113" name="Shape 111"/>
          <p:cNvSpPr/>
          <p:nvPr/>
        </p:nvSpPr>
        <p:spPr>
          <a:xfrm>
            <a:off x="10465308" y="4358030"/>
            <a:ext cx="803758" cy="331356"/>
          </a:xfrm>
          <a:prstGeom prst="rect">
            <a:avLst/>
          </a:prstGeom>
          <a:solidFill>
            <a:srgbClr val="FFFFFF">
              <a:alpha val="138"/>
            </a:srgbClr>
          </a:solidFill>
          <a:ln/>
        </p:spPr>
      </p:sp>
      <p:sp>
        <p:nvSpPr>
          <p:cNvPr id="114" name="Shape 112"/>
          <p:cNvSpPr/>
          <p:nvPr/>
        </p:nvSpPr>
        <p:spPr>
          <a:xfrm>
            <a:off x="10465308" y="4680242"/>
            <a:ext cx="803758" cy="331356"/>
          </a:xfrm>
          <a:prstGeom prst="rect">
            <a:avLst/>
          </a:prstGeom>
          <a:solidFill>
            <a:srgbClr val="FFFFFF">
              <a:alpha val="275"/>
            </a:srgbClr>
          </a:solidFill>
          <a:ln/>
        </p:spPr>
      </p:sp>
      <p:sp>
        <p:nvSpPr>
          <p:cNvPr id="115" name="Shape 113"/>
          <p:cNvSpPr/>
          <p:nvPr/>
        </p:nvSpPr>
        <p:spPr>
          <a:xfrm>
            <a:off x="10465308" y="5002454"/>
            <a:ext cx="803758" cy="331356"/>
          </a:xfrm>
          <a:prstGeom prst="rect">
            <a:avLst/>
          </a:prstGeom>
          <a:solidFill>
            <a:srgbClr val="FFFFFF">
              <a:alpha val="412"/>
            </a:srgbClr>
          </a:solidFill>
          <a:ln/>
        </p:spPr>
      </p:sp>
      <p:sp>
        <p:nvSpPr>
          <p:cNvPr id="116" name="Shape 114"/>
          <p:cNvSpPr/>
          <p:nvPr/>
        </p:nvSpPr>
        <p:spPr>
          <a:xfrm>
            <a:off x="10465308" y="5324666"/>
            <a:ext cx="803758" cy="331356"/>
          </a:xfrm>
          <a:prstGeom prst="rect">
            <a:avLst/>
          </a:prstGeom>
          <a:solidFill>
            <a:srgbClr val="FFFFFF">
              <a:alpha val="550"/>
            </a:srgbClr>
          </a:solidFill>
          <a:ln/>
        </p:spPr>
      </p:sp>
      <p:sp>
        <p:nvSpPr>
          <p:cNvPr id="117" name="Shape 115"/>
          <p:cNvSpPr/>
          <p:nvPr/>
        </p:nvSpPr>
        <p:spPr>
          <a:xfrm>
            <a:off x="10465308" y="5646877"/>
            <a:ext cx="803758" cy="331356"/>
          </a:xfrm>
          <a:prstGeom prst="rect">
            <a:avLst/>
          </a:prstGeom>
          <a:solidFill>
            <a:srgbClr val="FFFFFF">
              <a:alpha val="688"/>
            </a:srgbClr>
          </a:solidFill>
          <a:ln/>
        </p:spPr>
      </p:sp>
      <p:sp>
        <p:nvSpPr>
          <p:cNvPr id="118" name="Shape 116"/>
          <p:cNvSpPr/>
          <p:nvPr/>
        </p:nvSpPr>
        <p:spPr>
          <a:xfrm>
            <a:off x="10465308" y="5969089"/>
            <a:ext cx="803758" cy="331356"/>
          </a:xfrm>
          <a:prstGeom prst="rect">
            <a:avLst/>
          </a:prstGeom>
          <a:solidFill>
            <a:srgbClr val="FFFFFF">
              <a:alpha val="825"/>
            </a:srgbClr>
          </a:solidFill>
          <a:ln/>
        </p:spPr>
      </p:sp>
      <p:sp>
        <p:nvSpPr>
          <p:cNvPr id="119" name="Shape 117"/>
          <p:cNvSpPr/>
          <p:nvPr/>
        </p:nvSpPr>
        <p:spPr>
          <a:xfrm>
            <a:off x="10465308" y="6291301"/>
            <a:ext cx="803758" cy="331356"/>
          </a:xfrm>
          <a:prstGeom prst="rect">
            <a:avLst/>
          </a:prstGeom>
          <a:solidFill>
            <a:srgbClr val="FFFFFF">
              <a:alpha val="963"/>
            </a:srgbClr>
          </a:solidFill>
          <a:ln/>
        </p:spPr>
      </p:sp>
      <p:sp>
        <p:nvSpPr>
          <p:cNvPr id="120" name="Shape 118"/>
          <p:cNvSpPr/>
          <p:nvPr/>
        </p:nvSpPr>
        <p:spPr>
          <a:xfrm>
            <a:off x="10465308" y="6613512"/>
            <a:ext cx="803758" cy="331356"/>
          </a:xfrm>
          <a:prstGeom prst="rect">
            <a:avLst/>
          </a:prstGeom>
          <a:solidFill>
            <a:srgbClr val="FFFFFF">
              <a:alpha val="1100"/>
            </a:srgbClr>
          </a:solidFill>
          <a:ln/>
        </p:spPr>
      </p:sp>
      <p:sp>
        <p:nvSpPr>
          <p:cNvPr id="121" name="Shape 119"/>
          <p:cNvSpPr/>
          <p:nvPr/>
        </p:nvSpPr>
        <p:spPr>
          <a:xfrm>
            <a:off x="11155680" y="3177540"/>
            <a:ext cx="803758" cy="482117"/>
          </a:xfrm>
          <a:prstGeom prst="rect">
            <a:avLst/>
          </a:prstGeom>
          <a:solidFill>
            <a:srgbClr val="FFFFFF">
              <a:alpha val="344"/>
            </a:srgbClr>
          </a:solidFill>
          <a:ln/>
        </p:spPr>
      </p:sp>
      <p:sp>
        <p:nvSpPr>
          <p:cNvPr id="122" name="Shape 120"/>
          <p:cNvSpPr/>
          <p:nvPr/>
        </p:nvSpPr>
        <p:spPr>
          <a:xfrm>
            <a:off x="11155680" y="3650513"/>
            <a:ext cx="803758" cy="482117"/>
          </a:xfrm>
          <a:prstGeom prst="rect">
            <a:avLst/>
          </a:prstGeom>
          <a:solidFill>
            <a:srgbClr val="FFFFFF">
              <a:alpha val="688"/>
            </a:srgbClr>
          </a:solidFill>
          <a:ln/>
        </p:spPr>
      </p:sp>
      <p:sp>
        <p:nvSpPr>
          <p:cNvPr id="123" name="Shape 121"/>
          <p:cNvSpPr/>
          <p:nvPr/>
        </p:nvSpPr>
        <p:spPr>
          <a:xfrm>
            <a:off x="11155680" y="4123487"/>
            <a:ext cx="803758" cy="482117"/>
          </a:xfrm>
          <a:prstGeom prst="rect">
            <a:avLst/>
          </a:prstGeom>
          <a:solidFill>
            <a:srgbClr val="FFFFFF">
              <a:alpha val="1031"/>
            </a:srgbClr>
          </a:solidFill>
          <a:ln/>
        </p:spPr>
      </p:sp>
      <p:sp>
        <p:nvSpPr>
          <p:cNvPr id="124" name="Shape 122"/>
          <p:cNvSpPr/>
          <p:nvPr/>
        </p:nvSpPr>
        <p:spPr>
          <a:xfrm>
            <a:off x="11155680" y="4596460"/>
            <a:ext cx="803758" cy="482117"/>
          </a:xfrm>
          <a:prstGeom prst="rect">
            <a:avLst/>
          </a:prstGeom>
          <a:solidFill>
            <a:srgbClr val="FFFFFF">
              <a:alpha val="1375"/>
            </a:srgbClr>
          </a:solidFill>
          <a:ln/>
        </p:spPr>
      </p:sp>
      <p:sp>
        <p:nvSpPr>
          <p:cNvPr id="125" name="Shape 123"/>
          <p:cNvSpPr/>
          <p:nvPr/>
        </p:nvSpPr>
        <p:spPr>
          <a:xfrm>
            <a:off x="11155680" y="5069434"/>
            <a:ext cx="803758" cy="482117"/>
          </a:xfrm>
          <a:prstGeom prst="rect">
            <a:avLst/>
          </a:prstGeom>
          <a:solidFill>
            <a:srgbClr val="FFFFFF">
              <a:alpha val="1719"/>
            </a:srgbClr>
          </a:solidFill>
          <a:ln/>
        </p:spPr>
      </p:sp>
      <p:sp>
        <p:nvSpPr>
          <p:cNvPr id="126" name="Shape 124"/>
          <p:cNvSpPr/>
          <p:nvPr/>
        </p:nvSpPr>
        <p:spPr>
          <a:xfrm>
            <a:off x="11155680" y="5542407"/>
            <a:ext cx="803758" cy="482117"/>
          </a:xfrm>
          <a:prstGeom prst="rect">
            <a:avLst/>
          </a:prstGeom>
          <a:solidFill>
            <a:srgbClr val="FFFFFF">
              <a:alpha val="2063"/>
            </a:srgbClr>
          </a:solidFill>
          <a:ln/>
        </p:spPr>
      </p:sp>
      <p:sp>
        <p:nvSpPr>
          <p:cNvPr id="127" name="Shape 125"/>
          <p:cNvSpPr/>
          <p:nvPr/>
        </p:nvSpPr>
        <p:spPr>
          <a:xfrm>
            <a:off x="11155680" y="6015380"/>
            <a:ext cx="803758" cy="482117"/>
          </a:xfrm>
          <a:prstGeom prst="rect">
            <a:avLst/>
          </a:prstGeom>
          <a:solidFill>
            <a:srgbClr val="FFFFFF">
              <a:alpha val="2406"/>
            </a:srgbClr>
          </a:solidFill>
          <a:ln/>
        </p:spPr>
      </p:sp>
      <p:sp>
        <p:nvSpPr>
          <p:cNvPr id="128" name="Shape 126"/>
          <p:cNvSpPr/>
          <p:nvPr/>
        </p:nvSpPr>
        <p:spPr>
          <a:xfrm>
            <a:off x="11155680" y="6488354"/>
            <a:ext cx="803758" cy="482117"/>
          </a:xfrm>
          <a:prstGeom prst="rect">
            <a:avLst/>
          </a:prstGeom>
          <a:solidFill>
            <a:srgbClr val="FFFFFF">
              <a:alpha val="2750"/>
            </a:srgbClr>
          </a:solidFill>
          <a:ln/>
        </p:spPr>
      </p:sp>
      <p:sp>
        <p:nvSpPr>
          <p:cNvPr id="129" name="Text 127"/>
          <p:cNvSpPr/>
          <p:nvPr/>
        </p:nvSpPr>
        <p:spPr>
          <a:xfrm>
            <a:off x="7291426" y="2738628"/>
            <a:ext cx="4572000" cy="339241"/>
          </a:xfrm>
          <a:prstGeom prst="rect">
            <a:avLst/>
          </a:prstGeom>
          <a:noFill/>
          <a:ln/>
        </p:spPr>
        <p:txBody>
          <a:bodyPr wrap="square"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A neural network</a:t>
            </a:r>
          </a:p>
        </p:txBody>
      </p:sp>
      <p:sp>
        <p:nvSpPr>
          <p:cNvPr id="130" name="Text 128"/>
          <p:cNvSpPr/>
          <p:nvPr/>
        </p:nvSpPr>
        <p:spPr>
          <a:xfrm>
            <a:off x="7291426" y="3082442"/>
            <a:ext cx="4572000" cy="77724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A model loosely inspired by how brain cells connect, built from layers of simple units.</a:t>
            </a:r>
          </a:p>
        </p:txBody>
      </p:sp>
      <p:sp>
        <p:nvSpPr>
          <p:cNvPr id="131" name="Shape 129"/>
          <p:cNvSpPr/>
          <p:nvPr/>
        </p:nvSpPr>
        <p:spPr>
          <a:xfrm>
            <a:off x="6790334" y="2808122"/>
            <a:ext cx="275234" cy="366674"/>
          </a:xfrm>
          <a:prstGeom prst="ellipse">
            <a:avLst/>
          </a:prstGeom>
          <a:ln w="15875">
            <a:solidFill>
              <a:srgbClr val="9FEF9C"/>
            </a:solidFill>
            <a:prstDash val="solid"/>
          </a:ln>
        </p:spPr>
      </p:sp>
      <p:sp>
        <p:nvSpPr>
          <p:cNvPr id="132" name="Shape 130"/>
          <p:cNvSpPr/>
          <p:nvPr/>
        </p:nvSpPr>
        <p:spPr>
          <a:xfrm>
            <a:off x="6881162" y="2929125"/>
            <a:ext cx="93580" cy="124669"/>
          </a:xfrm>
          <a:prstGeom prst="ellipse">
            <a:avLst/>
          </a:prstGeom>
          <a:solidFill>
            <a:srgbClr val="9FEF9C"/>
          </a:solidFill>
          <a:ln/>
        </p:spPr>
      </p:sp>
      <p:sp>
        <p:nvSpPr>
          <p:cNvPr id="133" name="Text 131"/>
          <p:cNvSpPr/>
          <p:nvPr/>
        </p:nvSpPr>
        <p:spPr>
          <a:xfrm>
            <a:off x="7291426" y="3901745"/>
            <a:ext cx="4572000" cy="339241"/>
          </a:xfrm>
          <a:prstGeom prst="rect">
            <a:avLst/>
          </a:prstGeom>
          <a:noFill/>
          <a:ln/>
        </p:spPr>
        <p:txBody>
          <a:bodyPr wrap="square"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LLMs are deep neural networks</a:t>
            </a:r>
          </a:p>
        </p:txBody>
      </p:sp>
      <p:sp>
        <p:nvSpPr>
          <p:cNvPr id="134" name="Text 132"/>
          <p:cNvSpPr/>
          <p:nvPr/>
        </p:nvSpPr>
        <p:spPr>
          <a:xfrm>
            <a:off x="7291426" y="4245559"/>
            <a:ext cx="4572000" cy="77724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“Deep” means many layers. Learn how training works to reason about a model.</a:t>
            </a:r>
          </a:p>
        </p:txBody>
      </p:sp>
      <p:sp>
        <p:nvSpPr>
          <p:cNvPr id="135" name="Shape 133"/>
          <p:cNvSpPr/>
          <p:nvPr/>
        </p:nvSpPr>
        <p:spPr>
          <a:xfrm>
            <a:off x="6730898" y="3945636"/>
            <a:ext cx="410566" cy="410566"/>
          </a:xfrm>
          <a:prstGeom prst="ellipse">
            <a:avLst/>
          </a:prstGeom>
          <a:ln w="15875">
            <a:solidFill>
              <a:srgbClr val="9FEF9C"/>
            </a:solidFill>
            <a:prstDash val="solid"/>
          </a:ln>
        </p:spPr>
      </p:sp>
      <p:sp>
        <p:nvSpPr>
          <p:cNvPr id="136" name="Shape 134"/>
          <p:cNvSpPr/>
          <p:nvPr/>
        </p:nvSpPr>
        <p:spPr>
          <a:xfrm>
            <a:off x="6866385" y="4081123"/>
            <a:ext cx="139592" cy="139592"/>
          </a:xfrm>
          <a:prstGeom prst="ellipse">
            <a:avLst/>
          </a:prstGeom>
          <a:solidFill>
            <a:srgbClr val="9FEF9C"/>
          </a:solidFill>
          <a:ln/>
        </p:spPr>
      </p:sp>
      <p:sp>
        <p:nvSpPr>
          <p:cNvPr id="137" name="Text 135"/>
          <p:cNvSpPr/>
          <p:nvPr/>
        </p:nvSpPr>
        <p:spPr>
          <a:xfrm>
            <a:off x="7291426" y="5065776"/>
            <a:ext cx="4572000" cy="339241"/>
          </a:xfrm>
          <a:prstGeom prst="rect">
            <a:avLst/>
          </a:prstGeom>
          <a:noFill/>
          <a:ln/>
        </p:spPr>
        <p:txBody>
          <a:bodyPr wrap="square"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Early stopping</a:t>
            </a:r>
          </a:p>
        </p:txBody>
      </p:sp>
      <p:sp>
        <p:nvSpPr>
          <p:cNvPr id="138" name="Text 136"/>
          <p:cNvSpPr/>
          <p:nvPr/>
        </p:nvSpPr>
        <p:spPr>
          <a:xfrm>
            <a:off x="7291426" y="5409590"/>
            <a:ext cx="4572000" cy="77724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Analogy: a kitchen timer for a cake. Train too long and the model “over-fits”: it memorizes instead of learning.</a:t>
            </a:r>
          </a:p>
        </p:txBody>
      </p:sp>
      <p:sp>
        <p:nvSpPr>
          <p:cNvPr id="139" name="Shape 137"/>
          <p:cNvSpPr/>
          <p:nvPr/>
        </p:nvSpPr>
        <p:spPr>
          <a:xfrm>
            <a:off x="6725412" y="5066690"/>
            <a:ext cx="410566" cy="410566"/>
          </a:xfrm>
          <a:prstGeom prst="ellipse">
            <a:avLst/>
          </a:prstGeom>
          <a:ln w="15875">
            <a:solidFill>
              <a:srgbClr val="9FEF9C"/>
            </a:solidFill>
            <a:prstDash val="solid"/>
          </a:ln>
        </p:spPr>
      </p:sp>
      <p:sp>
        <p:nvSpPr>
          <p:cNvPr id="140" name="Shape 138"/>
          <p:cNvSpPr/>
          <p:nvPr/>
        </p:nvSpPr>
        <p:spPr>
          <a:xfrm>
            <a:off x="6860899" y="5202177"/>
            <a:ext cx="139592" cy="139592"/>
          </a:xfrm>
          <a:prstGeom prst="ellipse">
            <a:avLst/>
          </a:prstGeom>
          <a:solidFill>
            <a:srgbClr val="9FEF9C"/>
          </a:solidFill>
          <a:ln/>
        </p:spPr>
      </p:sp>
      <p:sp>
        <p:nvSpPr>
          <p:cNvPr id="142" name="Time"/>
          <p:cNvSpPr/>
          <p:nvPr/>
        </p:nvSpPr>
        <p:spPr>
          <a:xfrm>
            <a:off x="6263640" y="2240280"/>
            <a:ext cx="5486400" cy="365760"/>
          </a:xfrm>
          <a:prstGeom prst="rect">
            <a:avLst/>
          </a:prstGeom>
          <a:noFill/>
          <a:ln w="12700">
            <a:noFill/>
          </a:ln>
        </p:spPr>
        <p:txBody>
          <a:bodyPr wrap="square" lIns="0" rIns="0" tIns="0" bIns="0" anchor="t" rtlCol="0"/>
          <a:lstStyle/>
          <a:p>
            <a:pPr algn="l"/>
            <a:r>
              <a:rPr lang="en-US" sz="1600" b="0" dirty="0">
                <a:solidFill>
                  <a:srgbClr val="D0CFCF"/>
                </a:solidFill>
                <a:latin typeface="Manrope"/>
                <a:cs typeface="Manrope"/>
              </a:rPr>
              <a:t>Building blocks, training, and PyTorch tools</a:t>
            </a:r>
          </a:p>
        </p:txBody>
      </p:sp>
      <p:sp>
        <p:nvSpPr>
          <p:cNvPr id="143" name="Link"/>
          <p:cNvSpPr/>
          <p:nvPr/>
        </p:nvSpPr>
        <p:spPr>
          <a:xfrm flipV="1">
            <a:off x="1106424" y="2868930"/>
            <a:ext cx="941832" cy="10287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44" name="Link"/>
          <p:cNvSpPr/>
          <p:nvPr/>
        </p:nvSpPr>
        <p:spPr>
          <a:xfrm>
            <a:off x="1106424" y="2971800"/>
            <a:ext cx="941832" cy="51435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45" name="Link"/>
          <p:cNvSpPr/>
          <p:nvPr/>
        </p:nvSpPr>
        <p:spPr>
          <a:xfrm>
            <a:off x="1106424" y="2971800"/>
            <a:ext cx="941832" cy="113157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46" name="Link"/>
          <p:cNvSpPr/>
          <p:nvPr/>
        </p:nvSpPr>
        <p:spPr>
          <a:xfrm>
            <a:off x="1106424" y="2971800"/>
            <a:ext cx="941832" cy="174879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47" name="Link"/>
          <p:cNvSpPr/>
          <p:nvPr/>
        </p:nvSpPr>
        <p:spPr>
          <a:xfrm flipV="1">
            <a:off x="1106424" y="2868930"/>
            <a:ext cx="941832" cy="92583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48" name="Link"/>
          <p:cNvSpPr/>
          <p:nvPr/>
        </p:nvSpPr>
        <p:spPr>
          <a:xfrm flipV="1">
            <a:off x="1106424" y="3486150"/>
            <a:ext cx="941832" cy="30861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49" name="Link"/>
          <p:cNvSpPr/>
          <p:nvPr/>
        </p:nvSpPr>
        <p:spPr>
          <a:xfrm>
            <a:off x="1106424" y="3794760"/>
            <a:ext cx="941832" cy="30861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50" name="Link"/>
          <p:cNvSpPr/>
          <p:nvPr/>
        </p:nvSpPr>
        <p:spPr>
          <a:xfrm>
            <a:off x="1106424" y="3794760"/>
            <a:ext cx="941832" cy="92583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51" name="Link"/>
          <p:cNvSpPr/>
          <p:nvPr/>
        </p:nvSpPr>
        <p:spPr>
          <a:xfrm flipV="1">
            <a:off x="1106424" y="2868930"/>
            <a:ext cx="941832" cy="174879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52" name="Link"/>
          <p:cNvSpPr/>
          <p:nvPr/>
        </p:nvSpPr>
        <p:spPr>
          <a:xfrm flipV="1">
            <a:off x="1106424" y="3486150"/>
            <a:ext cx="941832" cy="113157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53" name="Link"/>
          <p:cNvSpPr/>
          <p:nvPr/>
        </p:nvSpPr>
        <p:spPr>
          <a:xfrm flipV="1">
            <a:off x="1106424" y="4103370"/>
            <a:ext cx="941832" cy="51435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54" name="Link"/>
          <p:cNvSpPr/>
          <p:nvPr/>
        </p:nvSpPr>
        <p:spPr>
          <a:xfrm>
            <a:off x="1106424" y="4617720"/>
            <a:ext cx="941832" cy="10287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55" name="Link"/>
          <p:cNvSpPr/>
          <p:nvPr/>
        </p:nvSpPr>
        <p:spPr>
          <a:xfrm>
            <a:off x="2432304" y="2868930"/>
            <a:ext cx="941832" cy="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56" name="Link"/>
          <p:cNvSpPr/>
          <p:nvPr/>
        </p:nvSpPr>
        <p:spPr>
          <a:xfrm>
            <a:off x="2432304" y="2868930"/>
            <a:ext cx="941832" cy="61722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57" name="Link"/>
          <p:cNvSpPr/>
          <p:nvPr/>
        </p:nvSpPr>
        <p:spPr>
          <a:xfrm>
            <a:off x="2432304" y="2868930"/>
            <a:ext cx="941832" cy="123444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58" name="Link"/>
          <p:cNvSpPr/>
          <p:nvPr/>
        </p:nvSpPr>
        <p:spPr>
          <a:xfrm>
            <a:off x="2432304" y="2868930"/>
            <a:ext cx="941832" cy="185166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59" name="Link"/>
          <p:cNvSpPr/>
          <p:nvPr/>
        </p:nvSpPr>
        <p:spPr>
          <a:xfrm flipV="1">
            <a:off x="2432304" y="2868930"/>
            <a:ext cx="941832" cy="61722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60" name="Link"/>
          <p:cNvSpPr/>
          <p:nvPr/>
        </p:nvSpPr>
        <p:spPr>
          <a:xfrm>
            <a:off x="2432304" y="3486150"/>
            <a:ext cx="941832" cy="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61" name="Link"/>
          <p:cNvSpPr/>
          <p:nvPr/>
        </p:nvSpPr>
        <p:spPr>
          <a:xfrm>
            <a:off x="2432304" y="3486150"/>
            <a:ext cx="941832" cy="61722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62" name="Link"/>
          <p:cNvSpPr/>
          <p:nvPr/>
        </p:nvSpPr>
        <p:spPr>
          <a:xfrm>
            <a:off x="2432304" y="3486150"/>
            <a:ext cx="941832" cy="123444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63" name="Link"/>
          <p:cNvSpPr/>
          <p:nvPr/>
        </p:nvSpPr>
        <p:spPr>
          <a:xfrm flipV="1">
            <a:off x="2432304" y="2868930"/>
            <a:ext cx="941832" cy="123444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64" name="Link"/>
          <p:cNvSpPr/>
          <p:nvPr/>
        </p:nvSpPr>
        <p:spPr>
          <a:xfrm flipV="1">
            <a:off x="2432304" y="3486150"/>
            <a:ext cx="941832" cy="61722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65" name="Link"/>
          <p:cNvSpPr/>
          <p:nvPr/>
        </p:nvSpPr>
        <p:spPr>
          <a:xfrm>
            <a:off x="2432304" y="4103370"/>
            <a:ext cx="941832" cy="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66" name="Link"/>
          <p:cNvSpPr/>
          <p:nvPr/>
        </p:nvSpPr>
        <p:spPr>
          <a:xfrm>
            <a:off x="2432304" y="4103370"/>
            <a:ext cx="941832" cy="61722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67" name="Link"/>
          <p:cNvSpPr/>
          <p:nvPr/>
        </p:nvSpPr>
        <p:spPr>
          <a:xfrm flipV="1">
            <a:off x="2432304" y="2868930"/>
            <a:ext cx="941832" cy="185166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68" name="Link"/>
          <p:cNvSpPr/>
          <p:nvPr/>
        </p:nvSpPr>
        <p:spPr>
          <a:xfrm flipV="1">
            <a:off x="2432304" y="3486150"/>
            <a:ext cx="941832" cy="123444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69" name="Link"/>
          <p:cNvSpPr/>
          <p:nvPr/>
        </p:nvSpPr>
        <p:spPr>
          <a:xfrm flipV="1">
            <a:off x="2432304" y="4103370"/>
            <a:ext cx="941832" cy="61722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70" name="Link"/>
          <p:cNvSpPr/>
          <p:nvPr/>
        </p:nvSpPr>
        <p:spPr>
          <a:xfrm>
            <a:off x="2432304" y="4720590"/>
            <a:ext cx="941832" cy="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71" name="Link"/>
          <p:cNvSpPr/>
          <p:nvPr/>
        </p:nvSpPr>
        <p:spPr>
          <a:xfrm>
            <a:off x="3758184" y="2868930"/>
            <a:ext cx="850392" cy="30861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72" name="Link"/>
          <p:cNvSpPr/>
          <p:nvPr/>
        </p:nvSpPr>
        <p:spPr>
          <a:xfrm>
            <a:off x="3758184" y="2868930"/>
            <a:ext cx="850392" cy="154305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73" name="Link"/>
          <p:cNvSpPr/>
          <p:nvPr/>
        </p:nvSpPr>
        <p:spPr>
          <a:xfrm flipV="1">
            <a:off x="3758184" y="3177540"/>
            <a:ext cx="850392" cy="30861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74" name="Link"/>
          <p:cNvSpPr/>
          <p:nvPr/>
        </p:nvSpPr>
        <p:spPr>
          <a:xfrm>
            <a:off x="3758184" y="3486150"/>
            <a:ext cx="850392" cy="92583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75" name="Link"/>
          <p:cNvSpPr/>
          <p:nvPr/>
        </p:nvSpPr>
        <p:spPr>
          <a:xfrm flipV="1">
            <a:off x="3758184" y="3177540"/>
            <a:ext cx="850392" cy="92583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76" name="Link"/>
          <p:cNvSpPr/>
          <p:nvPr/>
        </p:nvSpPr>
        <p:spPr>
          <a:xfrm>
            <a:off x="3758184" y="4103370"/>
            <a:ext cx="850392" cy="30861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77" name="Link"/>
          <p:cNvSpPr/>
          <p:nvPr/>
        </p:nvSpPr>
        <p:spPr>
          <a:xfrm flipV="1">
            <a:off x="3758184" y="3177540"/>
            <a:ext cx="850392" cy="154305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78" name="Link"/>
          <p:cNvSpPr/>
          <p:nvPr/>
        </p:nvSpPr>
        <p:spPr>
          <a:xfrm flipV="1">
            <a:off x="3758184" y="4411980"/>
            <a:ext cx="850392" cy="308610"/>
          </a:xfrm>
          <a:prstGeom prst="straightConnector1">
            <a:avLst/>
          </a:prstGeom>
          <a:noFill/>
          <a:ln w="9525">
            <a:solidFill>
              <a:srgbClr val="7FA88C"/>
            </a:solidFill>
            <a:tailEnd type="none" w="med" len="med"/>
          </a:ln>
        </p:spPr>
        <p:txBody>
          <a:bodyPr wrap="square" lIns="73152" rIns="73152" tIns="0" bIns="0" anchor="ctr" rtlCol="0"/>
          <a:lstStyle/>
          <a:p>
            <a:pPr algn="l"/>
            <a:endParaRPr lang="en-US" sz="1600"/>
          </a:p>
        </p:txBody>
      </p:sp>
      <p:sp>
        <p:nvSpPr>
          <p:cNvPr id="179" name="Neuron"/>
          <p:cNvSpPr/>
          <p:nvPr/>
        </p:nvSpPr>
        <p:spPr>
          <a:xfrm>
            <a:off x="722376" y="2779776"/>
            <a:ext cx="384048" cy="384048"/>
          </a:xfrm>
          <a:prstGeom prst="ellipse">
            <a:avLst/>
          </a:prstGeom>
          <a:solidFill>
            <a:srgbClr val="A9C022"/>
          </a:solidFill>
          <a:ln w="15875">
            <a:solidFill>
              <a:srgbClr val="A9C022"/>
            </a:solidFill>
          </a:ln>
        </p:spPr>
        <p:txBody>
          <a:bodyPr wrap="square" lIns="73152" rIns="73152" tIns="0" bIns="0" anchor="ctr" rtlCol="0"/>
          <a:lstStyle/>
          <a:p>
            <a:pPr algn="l"/>
            <a:endParaRPr lang="en-US" sz="1600"/>
          </a:p>
        </p:txBody>
      </p:sp>
      <p:sp>
        <p:nvSpPr>
          <p:cNvPr id="180" name="Neuron"/>
          <p:cNvSpPr/>
          <p:nvPr/>
        </p:nvSpPr>
        <p:spPr>
          <a:xfrm>
            <a:off x="722376" y="3602736"/>
            <a:ext cx="384048" cy="384048"/>
          </a:xfrm>
          <a:prstGeom prst="ellipse">
            <a:avLst/>
          </a:prstGeom>
          <a:solidFill>
            <a:srgbClr val="A9C022"/>
          </a:solidFill>
          <a:ln w="15875">
            <a:solidFill>
              <a:srgbClr val="A9C022"/>
            </a:solidFill>
          </a:ln>
        </p:spPr>
        <p:txBody>
          <a:bodyPr wrap="square" lIns="73152" rIns="73152" tIns="0" bIns="0" anchor="ctr" rtlCol="0"/>
          <a:lstStyle/>
          <a:p>
            <a:pPr algn="l"/>
            <a:endParaRPr lang="en-US" sz="1600"/>
          </a:p>
        </p:txBody>
      </p:sp>
      <p:sp>
        <p:nvSpPr>
          <p:cNvPr id="181" name="Neuron"/>
          <p:cNvSpPr/>
          <p:nvPr/>
        </p:nvSpPr>
        <p:spPr>
          <a:xfrm>
            <a:off x="722376" y="4425696"/>
            <a:ext cx="384048" cy="384048"/>
          </a:xfrm>
          <a:prstGeom prst="ellipse">
            <a:avLst/>
          </a:prstGeom>
          <a:solidFill>
            <a:srgbClr val="A9C022"/>
          </a:solidFill>
          <a:ln w="15875">
            <a:solidFill>
              <a:srgbClr val="A9C022"/>
            </a:solidFill>
          </a:ln>
        </p:spPr>
        <p:txBody>
          <a:bodyPr wrap="square" lIns="73152" rIns="73152" tIns="0" bIns="0" anchor="ctr" rtlCol="0"/>
          <a:lstStyle/>
          <a:p>
            <a:pPr algn="l"/>
            <a:endParaRPr lang="en-US" sz="1600"/>
          </a:p>
        </p:txBody>
      </p:sp>
      <p:sp>
        <p:nvSpPr>
          <p:cNvPr id="182" name="Neuron"/>
          <p:cNvSpPr/>
          <p:nvPr/>
        </p:nvSpPr>
        <p:spPr>
          <a:xfrm>
            <a:off x="2048256" y="2676906"/>
            <a:ext cx="384048" cy="384048"/>
          </a:xfrm>
          <a:prstGeom prst="ellipse">
            <a:avLst/>
          </a:prstGeom>
          <a:solidFill>
            <a:srgbClr val="16302A"/>
          </a:solidFill>
          <a:ln w="15875">
            <a:solidFill>
              <a:srgbClr val="A9C022"/>
            </a:solidFill>
          </a:ln>
        </p:spPr>
        <p:txBody>
          <a:bodyPr wrap="square" lIns="73152" rIns="73152" tIns="0" bIns="0" anchor="ctr" rtlCol="0"/>
          <a:lstStyle/>
          <a:p>
            <a:pPr algn="l"/>
            <a:endParaRPr lang="en-US" sz="1600"/>
          </a:p>
        </p:txBody>
      </p:sp>
      <p:sp>
        <p:nvSpPr>
          <p:cNvPr id="183" name="Neuron"/>
          <p:cNvSpPr/>
          <p:nvPr/>
        </p:nvSpPr>
        <p:spPr>
          <a:xfrm>
            <a:off x="2048256" y="3294126"/>
            <a:ext cx="384048" cy="384048"/>
          </a:xfrm>
          <a:prstGeom prst="ellipse">
            <a:avLst/>
          </a:prstGeom>
          <a:solidFill>
            <a:srgbClr val="16302A"/>
          </a:solidFill>
          <a:ln w="15875">
            <a:solidFill>
              <a:srgbClr val="A9C022"/>
            </a:solidFill>
          </a:ln>
        </p:spPr>
        <p:txBody>
          <a:bodyPr wrap="square" lIns="73152" rIns="73152" tIns="0" bIns="0" anchor="ctr" rtlCol="0"/>
          <a:lstStyle/>
          <a:p>
            <a:pPr algn="l"/>
            <a:endParaRPr lang="en-US" sz="1600"/>
          </a:p>
        </p:txBody>
      </p:sp>
      <p:sp>
        <p:nvSpPr>
          <p:cNvPr id="184" name="Neuron"/>
          <p:cNvSpPr/>
          <p:nvPr/>
        </p:nvSpPr>
        <p:spPr>
          <a:xfrm>
            <a:off x="2048256" y="3911346"/>
            <a:ext cx="384048" cy="384048"/>
          </a:xfrm>
          <a:prstGeom prst="ellipse">
            <a:avLst/>
          </a:prstGeom>
          <a:solidFill>
            <a:srgbClr val="16302A"/>
          </a:solidFill>
          <a:ln w="15875">
            <a:solidFill>
              <a:srgbClr val="A9C022"/>
            </a:solidFill>
          </a:ln>
        </p:spPr>
        <p:txBody>
          <a:bodyPr wrap="square" lIns="73152" rIns="73152" tIns="0" bIns="0" anchor="ctr" rtlCol="0"/>
          <a:lstStyle/>
          <a:p>
            <a:pPr algn="l"/>
            <a:endParaRPr lang="en-US" sz="1600"/>
          </a:p>
        </p:txBody>
      </p:sp>
      <p:sp>
        <p:nvSpPr>
          <p:cNvPr id="185" name="Neuron"/>
          <p:cNvSpPr/>
          <p:nvPr/>
        </p:nvSpPr>
        <p:spPr>
          <a:xfrm>
            <a:off x="2048256" y="4528566"/>
            <a:ext cx="384048" cy="384048"/>
          </a:xfrm>
          <a:prstGeom prst="ellipse">
            <a:avLst/>
          </a:prstGeom>
          <a:solidFill>
            <a:srgbClr val="16302A"/>
          </a:solidFill>
          <a:ln w="15875">
            <a:solidFill>
              <a:srgbClr val="A9C022"/>
            </a:solidFill>
          </a:ln>
        </p:spPr>
        <p:txBody>
          <a:bodyPr wrap="square" lIns="73152" rIns="73152" tIns="0" bIns="0" anchor="ctr" rtlCol="0"/>
          <a:lstStyle/>
          <a:p>
            <a:pPr algn="l"/>
            <a:endParaRPr lang="en-US" sz="1600"/>
          </a:p>
        </p:txBody>
      </p:sp>
      <p:sp>
        <p:nvSpPr>
          <p:cNvPr id="186" name="Neuron"/>
          <p:cNvSpPr/>
          <p:nvPr/>
        </p:nvSpPr>
        <p:spPr>
          <a:xfrm>
            <a:off x="3374136" y="2676906"/>
            <a:ext cx="384048" cy="384048"/>
          </a:xfrm>
          <a:prstGeom prst="ellipse">
            <a:avLst/>
          </a:prstGeom>
          <a:solidFill>
            <a:srgbClr val="16302A"/>
          </a:solidFill>
          <a:ln w="15875">
            <a:solidFill>
              <a:srgbClr val="A9C022"/>
            </a:solidFill>
          </a:ln>
        </p:spPr>
        <p:txBody>
          <a:bodyPr wrap="square" lIns="73152" rIns="73152" tIns="0" bIns="0" anchor="ctr" rtlCol="0"/>
          <a:lstStyle/>
          <a:p>
            <a:pPr algn="l"/>
            <a:endParaRPr lang="en-US" sz="1600"/>
          </a:p>
        </p:txBody>
      </p:sp>
      <p:sp>
        <p:nvSpPr>
          <p:cNvPr id="187" name="Neuron"/>
          <p:cNvSpPr/>
          <p:nvPr/>
        </p:nvSpPr>
        <p:spPr>
          <a:xfrm>
            <a:off x="3374136" y="3294126"/>
            <a:ext cx="384048" cy="384048"/>
          </a:xfrm>
          <a:prstGeom prst="ellipse">
            <a:avLst/>
          </a:prstGeom>
          <a:solidFill>
            <a:srgbClr val="16302A"/>
          </a:solidFill>
          <a:ln w="15875">
            <a:solidFill>
              <a:srgbClr val="A9C022"/>
            </a:solidFill>
          </a:ln>
        </p:spPr>
        <p:txBody>
          <a:bodyPr wrap="square" lIns="73152" rIns="73152" tIns="0" bIns="0" anchor="ctr" rtlCol="0"/>
          <a:lstStyle/>
          <a:p>
            <a:pPr algn="l"/>
            <a:endParaRPr lang="en-US" sz="1600"/>
          </a:p>
        </p:txBody>
      </p:sp>
      <p:sp>
        <p:nvSpPr>
          <p:cNvPr id="188" name="Neuron"/>
          <p:cNvSpPr/>
          <p:nvPr/>
        </p:nvSpPr>
        <p:spPr>
          <a:xfrm>
            <a:off x="3374136" y="3911346"/>
            <a:ext cx="384048" cy="384048"/>
          </a:xfrm>
          <a:prstGeom prst="ellipse">
            <a:avLst/>
          </a:prstGeom>
          <a:solidFill>
            <a:srgbClr val="16302A"/>
          </a:solidFill>
          <a:ln w="15875">
            <a:solidFill>
              <a:srgbClr val="A9C022"/>
            </a:solidFill>
          </a:ln>
        </p:spPr>
        <p:txBody>
          <a:bodyPr wrap="square" lIns="73152" rIns="73152" tIns="0" bIns="0" anchor="ctr" rtlCol="0"/>
          <a:lstStyle/>
          <a:p>
            <a:pPr algn="l"/>
            <a:endParaRPr lang="en-US" sz="1600"/>
          </a:p>
        </p:txBody>
      </p:sp>
      <p:sp>
        <p:nvSpPr>
          <p:cNvPr id="189" name="Neuron"/>
          <p:cNvSpPr/>
          <p:nvPr/>
        </p:nvSpPr>
        <p:spPr>
          <a:xfrm>
            <a:off x="3374136" y="4528566"/>
            <a:ext cx="384048" cy="384048"/>
          </a:xfrm>
          <a:prstGeom prst="ellipse">
            <a:avLst/>
          </a:prstGeom>
          <a:solidFill>
            <a:srgbClr val="16302A"/>
          </a:solidFill>
          <a:ln w="15875">
            <a:solidFill>
              <a:srgbClr val="A9C022"/>
            </a:solidFill>
          </a:ln>
        </p:spPr>
        <p:txBody>
          <a:bodyPr wrap="square" lIns="73152" rIns="73152" tIns="0" bIns="0" anchor="ctr" rtlCol="0"/>
          <a:lstStyle/>
          <a:p>
            <a:pPr algn="l"/>
            <a:endParaRPr lang="en-US" sz="1600"/>
          </a:p>
        </p:txBody>
      </p:sp>
      <p:sp>
        <p:nvSpPr>
          <p:cNvPr id="190" name="Neuron"/>
          <p:cNvSpPr/>
          <p:nvPr/>
        </p:nvSpPr>
        <p:spPr>
          <a:xfrm>
            <a:off x="4608576" y="2985516"/>
            <a:ext cx="384048" cy="384048"/>
          </a:xfrm>
          <a:prstGeom prst="ellipse">
            <a:avLst/>
          </a:prstGeom>
          <a:solidFill>
            <a:srgbClr val="A9C022"/>
          </a:solidFill>
          <a:ln w="15875">
            <a:solidFill>
              <a:srgbClr val="A9C022"/>
            </a:solidFill>
          </a:ln>
        </p:spPr>
        <p:txBody>
          <a:bodyPr wrap="square" lIns="73152" rIns="73152" tIns="0" bIns="0" anchor="ctr" rtlCol="0"/>
          <a:lstStyle/>
          <a:p>
            <a:pPr algn="l"/>
            <a:endParaRPr lang="en-US" sz="1600"/>
          </a:p>
        </p:txBody>
      </p:sp>
      <p:sp>
        <p:nvSpPr>
          <p:cNvPr id="191" name="Neuron"/>
          <p:cNvSpPr/>
          <p:nvPr/>
        </p:nvSpPr>
        <p:spPr>
          <a:xfrm>
            <a:off x="4608576" y="4219956"/>
            <a:ext cx="384048" cy="384048"/>
          </a:xfrm>
          <a:prstGeom prst="ellipse">
            <a:avLst/>
          </a:prstGeom>
          <a:solidFill>
            <a:srgbClr val="A9C022"/>
          </a:solidFill>
          <a:ln w="15875">
            <a:solidFill>
              <a:srgbClr val="A9C022"/>
            </a:solidFill>
          </a:ln>
        </p:spPr>
        <p:txBody>
          <a:bodyPr wrap="square" lIns="73152" rIns="73152" tIns="0" bIns="0" anchor="ctr" rtlCol="0"/>
          <a:lstStyle/>
          <a:p>
            <a:pPr algn="l"/>
            <a:endParaRPr lang="en-US" sz="1600"/>
          </a:p>
        </p:txBody>
      </p:sp>
      <p:sp>
        <p:nvSpPr>
          <p:cNvPr id="192" name="Col label"/>
          <p:cNvSpPr/>
          <p:nvPr/>
        </p:nvSpPr>
        <p:spPr>
          <a:xfrm>
            <a:off x="320040" y="5257800"/>
            <a:ext cx="1188720" cy="365760"/>
          </a:xfrm>
          <a:prstGeom prst="rect">
            <a:avLst/>
          </a:prstGeom>
          <a:noFill/>
          <a:ln w="12700">
            <a:noFill/>
          </a:ln>
        </p:spPr>
        <p:txBody>
          <a:bodyPr wrap="square" lIns="0" rIns="0" tIns="0" bIns="0" anchor="ctr" rtlCol="0"/>
          <a:lstStyle/>
          <a:p>
            <a:pPr algn="ctr"/>
            <a:r>
              <a:rPr lang="en-US" sz="1600" b="1" dirty="0">
                <a:solidFill>
                  <a:srgbClr val="FFFFFF"/>
                </a:solidFill>
                <a:latin typeface="Manrope"/>
                <a:cs typeface="Manrope"/>
              </a:rPr>
              <a:t>Input</a:t>
            </a:r>
            <a:endParaRPr lang="en-US" sz="1600"/>
          </a:p>
        </p:txBody>
      </p:sp>
      <p:sp>
        <p:nvSpPr>
          <p:cNvPr id="193" name="Col label"/>
          <p:cNvSpPr/>
          <p:nvPr/>
        </p:nvSpPr>
        <p:spPr>
          <a:xfrm>
            <a:off x="1645920" y="5257800"/>
            <a:ext cx="1188720" cy="365760"/>
          </a:xfrm>
          <a:prstGeom prst="rect">
            <a:avLst/>
          </a:prstGeom>
          <a:noFill/>
          <a:ln w="12700">
            <a:noFill/>
          </a:ln>
        </p:spPr>
        <p:txBody>
          <a:bodyPr wrap="square" lIns="0" rIns="0" tIns="0" bIns="0" anchor="ctr" rtlCol="0"/>
          <a:lstStyle/>
          <a:p>
            <a:pPr algn="ctr"/>
            <a:r>
              <a:rPr lang="en-US" sz="1600" b="1" dirty="0">
                <a:solidFill>
                  <a:srgbClr val="FFFFFF"/>
                </a:solidFill>
                <a:latin typeface="Manrope"/>
                <a:cs typeface="Manrope"/>
              </a:rPr>
              <a:t>Layer</a:t>
            </a:r>
            <a:endParaRPr lang="en-US" sz="1600"/>
          </a:p>
        </p:txBody>
      </p:sp>
      <p:sp>
        <p:nvSpPr>
          <p:cNvPr id="194" name="Col label"/>
          <p:cNvSpPr/>
          <p:nvPr/>
        </p:nvSpPr>
        <p:spPr>
          <a:xfrm>
            <a:off x="2971800" y="5257800"/>
            <a:ext cx="1188720" cy="365760"/>
          </a:xfrm>
          <a:prstGeom prst="rect">
            <a:avLst/>
          </a:prstGeom>
          <a:noFill/>
          <a:ln w="12700">
            <a:noFill/>
          </a:ln>
        </p:spPr>
        <p:txBody>
          <a:bodyPr wrap="square" lIns="0" rIns="0" tIns="0" bIns="0" anchor="ctr" rtlCol="0"/>
          <a:lstStyle/>
          <a:p>
            <a:pPr algn="ctr"/>
            <a:r>
              <a:rPr lang="en-US" sz="1600" b="1" dirty="0">
                <a:solidFill>
                  <a:srgbClr val="FFFFFF"/>
                </a:solidFill>
                <a:latin typeface="Manrope"/>
                <a:cs typeface="Manrope"/>
              </a:rPr>
              <a:t>Layer</a:t>
            </a:r>
            <a:endParaRPr lang="en-US" sz="1600"/>
          </a:p>
        </p:txBody>
      </p:sp>
      <p:sp>
        <p:nvSpPr>
          <p:cNvPr id="195" name="Col label"/>
          <p:cNvSpPr/>
          <p:nvPr/>
        </p:nvSpPr>
        <p:spPr>
          <a:xfrm>
            <a:off x="4206240" y="5257800"/>
            <a:ext cx="1188720" cy="365760"/>
          </a:xfrm>
          <a:prstGeom prst="rect">
            <a:avLst/>
          </a:prstGeom>
          <a:noFill/>
          <a:ln w="12700">
            <a:noFill/>
          </a:ln>
        </p:spPr>
        <p:txBody>
          <a:bodyPr wrap="square" lIns="0" rIns="0" tIns="0" bIns="0" anchor="ctr" rtlCol="0"/>
          <a:lstStyle/>
          <a:p>
            <a:pPr algn="ctr"/>
            <a:r>
              <a:rPr lang="en-US" sz="1600" b="1" dirty="0">
                <a:solidFill>
                  <a:srgbClr val="FFFFFF"/>
                </a:solidFill>
                <a:latin typeface="Manrope"/>
                <a:cs typeface="Manrope"/>
              </a:rPr>
              <a:t>Output</a:t>
            </a:r>
            <a:endParaRPr lang="en-US" sz="1600"/>
          </a:p>
        </p:txBody>
      </p:sp>
      <p:sp>
        <p:nvSpPr>
          <p:cNvPr id="196" name="Panel title"/>
          <p:cNvSpPr/>
          <p:nvPr/>
        </p:nvSpPr>
        <p:spPr>
          <a:xfrm>
            <a:off x="548640" y="1234440"/>
            <a:ext cx="4663440" cy="457200"/>
          </a:xfrm>
          <a:prstGeom prst="rect">
            <a:avLst/>
          </a:prstGeom>
          <a:noFill/>
          <a:ln w="12700">
            <a:noFill/>
          </a:ln>
        </p:spPr>
        <p:txBody>
          <a:bodyPr wrap="square" lIns="0" rIns="0" tIns="0" bIns="0" anchor="ctr" rtlCol="0"/>
          <a:lstStyle/>
          <a:p>
            <a:pPr algn="l"/>
            <a:r>
              <a:rPr lang="en-US" sz="2000" b="1" dirty="0">
                <a:solidFill>
                  <a:srgbClr val="FFFFFF"/>
                </a:solidFill>
                <a:latin typeface="Manrope"/>
                <a:cs typeface="Manrope"/>
              </a:rPr>
              <a:t>Built from layers of simple units</a:t>
            </a:r>
            <a:endParaRPr lang="en-US" sz="2000"/>
          </a:p>
        </p:txBody>
      </p:sp>
      <p:sp>
        <p:nvSpPr>
          <p:cNvPr id="197" name="Panel cap"/>
          <p:cNvSpPr/>
          <p:nvPr/>
        </p:nvSpPr>
        <p:spPr>
          <a:xfrm>
            <a:off x="548640" y="5760720"/>
            <a:ext cx="4663440" cy="548640"/>
          </a:xfrm>
          <a:prstGeom prst="rect">
            <a:avLst/>
          </a:prstGeom>
          <a:noFill/>
          <a:ln w="12700">
            <a:noFill/>
          </a:ln>
        </p:spPr>
        <p:txBody>
          <a:bodyPr wrap="square" lIns="0" rIns="0" tIns="0" bIns="0" anchor="t" rtlCol="0"/>
          <a:lstStyle/>
          <a:p>
            <a:pPr algn="l"/>
            <a:r>
              <a:rPr lang="en-US" sz="1800" b="0" dirty="0">
                <a:solidFill>
                  <a:srgbClr val="C0DAB4"/>
                </a:solidFill>
                <a:latin typeface="Manrope"/>
                <a:cs typeface="Manrope"/>
              </a:rPr>
              <a:t>Many layers = a “deep” network</a:t>
            </a:r>
            <a:endParaRPr lang="en-US"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0" y="0"/>
            <a:ext cx="5729630" cy="6858000"/>
          </a:xfrm>
          <a:prstGeom prst="rect">
            <a:avLst/>
          </a:prstGeom>
          <a:solidFill>
            <a:srgbClr val="0C4441"/>
          </a:solidFill>
          <a:ln/>
        </p:spPr>
      </p:sp>
      <p:sp>
        <p:nvSpPr>
          <p:cNvPr id="3" name="Shape 1"/>
          <p:cNvSpPr/>
          <p:nvPr/>
        </p:nvSpPr>
        <p:spPr>
          <a:xfrm>
            <a:off x="626364" y="-74066"/>
            <a:ext cx="803758" cy="753809"/>
          </a:xfrm>
          <a:prstGeom prst="rect">
            <a:avLst/>
          </a:prstGeom>
          <a:solidFill>
            <a:srgbClr val="F8FE05">
              <a:alpha val="8250"/>
            </a:srgbClr>
          </a:solidFill>
          <a:ln/>
        </p:spPr>
      </p:sp>
      <p:sp>
        <p:nvSpPr>
          <p:cNvPr id="4" name="Shape 2"/>
          <p:cNvSpPr/>
          <p:nvPr/>
        </p:nvSpPr>
        <p:spPr>
          <a:xfrm>
            <a:off x="626364" y="670598"/>
            <a:ext cx="803758" cy="753809"/>
          </a:xfrm>
          <a:prstGeom prst="rect">
            <a:avLst/>
          </a:prstGeom>
          <a:solidFill>
            <a:srgbClr val="F8FE05">
              <a:alpha val="7219"/>
            </a:srgbClr>
          </a:solidFill>
          <a:ln/>
        </p:spPr>
      </p:sp>
      <p:sp>
        <p:nvSpPr>
          <p:cNvPr id="5" name="Shape 3"/>
          <p:cNvSpPr/>
          <p:nvPr/>
        </p:nvSpPr>
        <p:spPr>
          <a:xfrm>
            <a:off x="626364" y="1415263"/>
            <a:ext cx="803758" cy="753809"/>
          </a:xfrm>
          <a:prstGeom prst="rect">
            <a:avLst/>
          </a:prstGeom>
          <a:solidFill>
            <a:srgbClr val="F8FE05">
              <a:alpha val="6188"/>
            </a:srgbClr>
          </a:solidFill>
          <a:ln/>
        </p:spPr>
      </p:sp>
      <p:sp>
        <p:nvSpPr>
          <p:cNvPr id="6" name="Shape 4"/>
          <p:cNvSpPr/>
          <p:nvPr/>
        </p:nvSpPr>
        <p:spPr>
          <a:xfrm>
            <a:off x="626364" y="2159927"/>
            <a:ext cx="803758" cy="753809"/>
          </a:xfrm>
          <a:prstGeom prst="rect">
            <a:avLst/>
          </a:prstGeom>
          <a:solidFill>
            <a:srgbClr val="F8FE05">
              <a:alpha val="5156"/>
            </a:srgbClr>
          </a:solidFill>
          <a:ln/>
        </p:spPr>
      </p:sp>
      <p:sp>
        <p:nvSpPr>
          <p:cNvPr id="7" name="Shape 5"/>
          <p:cNvSpPr/>
          <p:nvPr/>
        </p:nvSpPr>
        <p:spPr>
          <a:xfrm>
            <a:off x="626364" y="2904592"/>
            <a:ext cx="803758" cy="753809"/>
          </a:xfrm>
          <a:prstGeom prst="rect">
            <a:avLst/>
          </a:prstGeom>
          <a:solidFill>
            <a:srgbClr val="F8FE05">
              <a:alpha val="4125"/>
            </a:srgbClr>
          </a:solidFill>
          <a:ln/>
        </p:spPr>
      </p:sp>
      <p:sp>
        <p:nvSpPr>
          <p:cNvPr id="8" name="Shape 6"/>
          <p:cNvSpPr/>
          <p:nvPr/>
        </p:nvSpPr>
        <p:spPr>
          <a:xfrm>
            <a:off x="626364" y="3649256"/>
            <a:ext cx="803758" cy="753809"/>
          </a:xfrm>
          <a:prstGeom prst="rect">
            <a:avLst/>
          </a:prstGeom>
          <a:solidFill>
            <a:srgbClr val="F8FE05">
              <a:alpha val="3094"/>
            </a:srgbClr>
          </a:solidFill>
          <a:ln/>
        </p:spPr>
      </p:sp>
      <p:sp>
        <p:nvSpPr>
          <p:cNvPr id="9" name="Shape 7"/>
          <p:cNvSpPr/>
          <p:nvPr/>
        </p:nvSpPr>
        <p:spPr>
          <a:xfrm>
            <a:off x="626364" y="4393921"/>
            <a:ext cx="803758" cy="753809"/>
          </a:xfrm>
          <a:prstGeom prst="rect">
            <a:avLst/>
          </a:prstGeom>
          <a:solidFill>
            <a:srgbClr val="F8FE05">
              <a:alpha val="2063"/>
            </a:srgbClr>
          </a:solidFill>
          <a:ln/>
        </p:spPr>
      </p:sp>
      <p:sp>
        <p:nvSpPr>
          <p:cNvPr id="10" name="Shape 8"/>
          <p:cNvSpPr/>
          <p:nvPr/>
        </p:nvSpPr>
        <p:spPr>
          <a:xfrm>
            <a:off x="626364" y="5138585"/>
            <a:ext cx="803758" cy="753809"/>
          </a:xfrm>
          <a:prstGeom prst="rect">
            <a:avLst/>
          </a:prstGeom>
          <a:solidFill>
            <a:srgbClr val="F8FE05">
              <a:alpha val="1031"/>
            </a:srgbClr>
          </a:solidFill>
          <a:ln/>
        </p:spPr>
      </p:sp>
      <p:sp>
        <p:nvSpPr>
          <p:cNvPr id="11" name="Shape 9"/>
          <p:cNvSpPr/>
          <p:nvPr/>
        </p:nvSpPr>
        <p:spPr>
          <a:xfrm>
            <a:off x="1997050" y="-74066"/>
            <a:ext cx="803758" cy="427825"/>
          </a:xfrm>
          <a:prstGeom prst="rect">
            <a:avLst/>
          </a:prstGeom>
          <a:solidFill>
            <a:srgbClr val="F8FE05">
              <a:alpha val="3850"/>
            </a:srgbClr>
          </a:solidFill>
          <a:ln/>
        </p:spPr>
      </p:sp>
      <p:sp>
        <p:nvSpPr>
          <p:cNvPr id="12" name="Shape 10"/>
          <p:cNvSpPr/>
          <p:nvPr/>
        </p:nvSpPr>
        <p:spPr>
          <a:xfrm>
            <a:off x="1997050" y="344614"/>
            <a:ext cx="803758" cy="427825"/>
          </a:xfrm>
          <a:prstGeom prst="rect">
            <a:avLst/>
          </a:prstGeom>
          <a:solidFill>
            <a:srgbClr val="F8FE05">
              <a:alpha val="3369"/>
            </a:srgbClr>
          </a:solidFill>
          <a:ln/>
        </p:spPr>
      </p:sp>
      <p:sp>
        <p:nvSpPr>
          <p:cNvPr id="13" name="Shape 11"/>
          <p:cNvSpPr/>
          <p:nvPr/>
        </p:nvSpPr>
        <p:spPr>
          <a:xfrm>
            <a:off x="1997050" y="763295"/>
            <a:ext cx="803758" cy="427825"/>
          </a:xfrm>
          <a:prstGeom prst="rect">
            <a:avLst/>
          </a:prstGeom>
          <a:solidFill>
            <a:srgbClr val="F8FE05">
              <a:alpha val="2888"/>
            </a:srgbClr>
          </a:solidFill>
          <a:ln/>
        </p:spPr>
      </p:sp>
      <p:sp>
        <p:nvSpPr>
          <p:cNvPr id="14" name="Shape 12"/>
          <p:cNvSpPr/>
          <p:nvPr/>
        </p:nvSpPr>
        <p:spPr>
          <a:xfrm>
            <a:off x="1997050" y="1181976"/>
            <a:ext cx="803758" cy="427825"/>
          </a:xfrm>
          <a:prstGeom prst="rect">
            <a:avLst/>
          </a:prstGeom>
          <a:solidFill>
            <a:srgbClr val="F8FE05">
              <a:alpha val="2406"/>
            </a:srgbClr>
          </a:solidFill>
          <a:ln/>
        </p:spPr>
      </p:sp>
      <p:sp>
        <p:nvSpPr>
          <p:cNvPr id="15" name="Shape 13"/>
          <p:cNvSpPr/>
          <p:nvPr/>
        </p:nvSpPr>
        <p:spPr>
          <a:xfrm>
            <a:off x="1997050" y="1600657"/>
            <a:ext cx="803758" cy="427825"/>
          </a:xfrm>
          <a:prstGeom prst="rect">
            <a:avLst/>
          </a:prstGeom>
          <a:solidFill>
            <a:srgbClr val="F8FE05">
              <a:alpha val="1925"/>
            </a:srgbClr>
          </a:solidFill>
          <a:ln/>
        </p:spPr>
      </p:sp>
      <p:sp>
        <p:nvSpPr>
          <p:cNvPr id="16" name="Shape 14"/>
          <p:cNvSpPr/>
          <p:nvPr/>
        </p:nvSpPr>
        <p:spPr>
          <a:xfrm>
            <a:off x="1997050" y="2019338"/>
            <a:ext cx="803758" cy="427825"/>
          </a:xfrm>
          <a:prstGeom prst="rect">
            <a:avLst/>
          </a:prstGeom>
          <a:solidFill>
            <a:srgbClr val="F8FE05">
              <a:alpha val="1444"/>
            </a:srgbClr>
          </a:solidFill>
          <a:ln/>
        </p:spPr>
      </p:sp>
      <p:sp>
        <p:nvSpPr>
          <p:cNvPr id="17" name="Shape 15"/>
          <p:cNvSpPr/>
          <p:nvPr/>
        </p:nvSpPr>
        <p:spPr>
          <a:xfrm>
            <a:off x="1997050" y="2438019"/>
            <a:ext cx="803758" cy="427825"/>
          </a:xfrm>
          <a:prstGeom prst="rect">
            <a:avLst/>
          </a:prstGeom>
          <a:solidFill>
            <a:srgbClr val="F8FE05">
              <a:alpha val="963"/>
            </a:srgbClr>
          </a:solidFill>
          <a:ln/>
        </p:spPr>
      </p:sp>
      <p:sp>
        <p:nvSpPr>
          <p:cNvPr id="18" name="Shape 16"/>
          <p:cNvSpPr/>
          <p:nvPr/>
        </p:nvSpPr>
        <p:spPr>
          <a:xfrm>
            <a:off x="1997050" y="2856700"/>
            <a:ext cx="803758" cy="427825"/>
          </a:xfrm>
          <a:prstGeom prst="rect">
            <a:avLst/>
          </a:prstGeom>
          <a:solidFill>
            <a:srgbClr val="F8FE05">
              <a:alpha val="481"/>
            </a:srgbClr>
          </a:solidFill>
          <a:ln/>
        </p:spPr>
      </p:sp>
      <p:sp>
        <p:nvSpPr>
          <p:cNvPr id="19" name="Shape 17"/>
          <p:cNvSpPr/>
          <p:nvPr/>
        </p:nvSpPr>
        <p:spPr>
          <a:xfrm>
            <a:off x="1306678" y="-48463"/>
            <a:ext cx="803758" cy="572300"/>
          </a:xfrm>
          <a:prstGeom prst="rect">
            <a:avLst/>
          </a:prstGeom>
          <a:solidFill>
            <a:srgbClr val="F8FE05">
              <a:alpha val="5500"/>
            </a:srgbClr>
          </a:solidFill>
          <a:ln/>
        </p:spPr>
      </p:sp>
      <p:sp>
        <p:nvSpPr>
          <p:cNvPr id="20" name="Shape 18"/>
          <p:cNvSpPr/>
          <p:nvPr/>
        </p:nvSpPr>
        <p:spPr>
          <a:xfrm>
            <a:off x="1306678" y="514693"/>
            <a:ext cx="803758" cy="572300"/>
          </a:xfrm>
          <a:prstGeom prst="rect">
            <a:avLst/>
          </a:prstGeom>
          <a:solidFill>
            <a:srgbClr val="F8FE05">
              <a:alpha val="4813"/>
            </a:srgbClr>
          </a:solidFill>
          <a:ln/>
        </p:spPr>
      </p:sp>
      <p:sp>
        <p:nvSpPr>
          <p:cNvPr id="21" name="Shape 19"/>
          <p:cNvSpPr/>
          <p:nvPr/>
        </p:nvSpPr>
        <p:spPr>
          <a:xfrm>
            <a:off x="1306678" y="1077849"/>
            <a:ext cx="803758" cy="572300"/>
          </a:xfrm>
          <a:prstGeom prst="rect">
            <a:avLst/>
          </a:prstGeom>
          <a:solidFill>
            <a:srgbClr val="F8FE05">
              <a:alpha val="4125"/>
            </a:srgbClr>
          </a:solidFill>
          <a:ln/>
        </p:spPr>
      </p:sp>
      <p:sp>
        <p:nvSpPr>
          <p:cNvPr id="22" name="Shape 20"/>
          <p:cNvSpPr/>
          <p:nvPr/>
        </p:nvSpPr>
        <p:spPr>
          <a:xfrm>
            <a:off x="1306678" y="1641005"/>
            <a:ext cx="803758" cy="572300"/>
          </a:xfrm>
          <a:prstGeom prst="rect">
            <a:avLst/>
          </a:prstGeom>
          <a:solidFill>
            <a:srgbClr val="F8FE05">
              <a:alpha val="3438"/>
            </a:srgbClr>
          </a:solidFill>
          <a:ln/>
        </p:spPr>
      </p:sp>
      <p:sp>
        <p:nvSpPr>
          <p:cNvPr id="23" name="Shape 21"/>
          <p:cNvSpPr/>
          <p:nvPr/>
        </p:nvSpPr>
        <p:spPr>
          <a:xfrm>
            <a:off x="1306678" y="2204161"/>
            <a:ext cx="803758" cy="572300"/>
          </a:xfrm>
          <a:prstGeom prst="rect">
            <a:avLst/>
          </a:prstGeom>
          <a:solidFill>
            <a:srgbClr val="F8FE05">
              <a:alpha val="2750"/>
            </a:srgbClr>
          </a:solidFill>
          <a:ln/>
        </p:spPr>
      </p:sp>
      <p:sp>
        <p:nvSpPr>
          <p:cNvPr id="24" name="Shape 22"/>
          <p:cNvSpPr/>
          <p:nvPr/>
        </p:nvSpPr>
        <p:spPr>
          <a:xfrm>
            <a:off x="1306678" y="2767317"/>
            <a:ext cx="803758" cy="572300"/>
          </a:xfrm>
          <a:prstGeom prst="rect">
            <a:avLst/>
          </a:prstGeom>
          <a:solidFill>
            <a:srgbClr val="F8FE05">
              <a:alpha val="2063"/>
            </a:srgbClr>
          </a:solidFill>
          <a:ln/>
        </p:spPr>
      </p:sp>
      <p:sp>
        <p:nvSpPr>
          <p:cNvPr id="25" name="Shape 23"/>
          <p:cNvSpPr/>
          <p:nvPr/>
        </p:nvSpPr>
        <p:spPr>
          <a:xfrm>
            <a:off x="1306678" y="3330473"/>
            <a:ext cx="803758" cy="572300"/>
          </a:xfrm>
          <a:prstGeom prst="rect">
            <a:avLst/>
          </a:prstGeom>
          <a:solidFill>
            <a:srgbClr val="F8FE05">
              <a:alpha val="1375"/>
            </a:srgbClr>
          </a:solidFill>
          <a:ln/>
        </p:spPr>
      </p:sp>
      <p:sp>
        <p:nvSpPr>
          <p:cNvPr id="26" name="Shape 24"/>
          <p:cNvSpPr/>
          <p:nvPr/>
        </p:nvSpPr>
        <p:spPr>
          <a:xfrm>
            <a:off x="1306678" y="3893629"/>
            <a:ext cx="803758" cy="572300"/>
          </a:xfrm>
          <a:prstGeom prst="rect">
            <a:avLst/>
          </a:prstGeom>
          <a:solidFill>
            <a:srgbClr val="F8FE05">
              <a:alpha val="688"/>
            </a:srgbClr>
          </a:solidFill>
          <a:ln/>
        </p:spPr>
      </p:sp>
      <p:sp>
        <p:nvSpPr>
          <p:cNvPr id="27" name="Shape 25"/>
          <p:cNvSpPr/>
          <p:nvPr/>
        </p:nvSpPr>
        <p:spPr>
          <a:xfrm>
            <a:off x="-60350" y="-48463"/>
            <a:ext cx="803758" cy="526009"/>
          </a:xfrm>
          <a:prstGeom prst="rect">
            <a:avLst/>
          </a:prstGeom>
          <a:solidFill>
            <a:srgbClr val="F8FE05">
              <a:alpha val="5500"/>
            </a:srgbClr>
          </a:solidFill>
          <a:ln/>
        </p:spPr>
      </p:sp>
      <p:sp>
        <p:nvSpPr>
          <p:cNvPr id="28" name="Shape 26"/>
          <p:cNvSpPr/>
          <p:nvPr/>
        </p:nvSpPr>
        <p:spPr>
          <a:xfrm>
            <a:off x="-60350" y="468401"/>
            <a:ext cx="803758" cy="526009"/>
          </a:xfrm>
          <a:prstGeom prst="rect">
            <a:avLst/>
          </a:prstGeom>
          <a:solidFill>
            <a:srgbClr val="F8FE05">
              <a:alpha val="4813"/>
            </a:srgbClr>
          </a:solidFill>
          <a:ln/>
        </p:spPr>
      </p:sp>
      <p:sp>
        <p:nvSpPr>
          <p:cNvPr id="29" name="Shape 27"/>
          <p:cNvSpPr/>
          <p:nvPr/>
        </p:nvSpPr>
        <p:spPr>
          <a:xfrm>
            <a:off x="-60350" y="985266"/>
            <a:ext cx="803758" cy="526009"/>
          </a:xfrm>
          <a:prstGeom prst="rect">
            <a:avLst/>
          </a:prstGeom>
          <a:solidFill>
            <a:srgbClr val="F8FE05">
              <a:alpha val="4125"/>
            </a:srgbClr>
          </a:solidFill>
          <a:ln/>
        </p:spPr>
      </p:sp>
      <p:sp>
        <p:nvSpPr>
          <p:cNvPr id="30" name="Shape 28"/>
          <p:cNvSpPr/>
          <p:nvPr/>
        </p:nvSpPr>
        <p:spPr>
          <a:xfrm>
            <a:off x="-60350" y="1502131"/>
            <a:ext cx="803758" cy="526009"/>
          </a:xfrm>
          <a:prstGeom prst="rect">
            <a:avLst/>
          </a:prstGeom>
          <a:solidFill>
            <a:srgbClr val="F8FE05">
              <a:alpha val="3438"/>
            </a:srgbClr>
          </a:solidFill>
          <a:ln/>
        </p:spPr>
      </p:sp>
      <p:sp>
        <p:nvSpPr>
          <p:cNvPr id="31" name="Shape 29"/>
          <p:cNvSpPr/>
          <p:nvPr/>
        </p:nvSpPr>
        <p:spPr>
          <a:xfrm>
            <a:off x="-60350" y="2018995"/>
            <a:ext cx="803758" cy="526009"/>
          </a:xfrm>
          <a:prstGeom prst="rect">
            <a:avLst/>
          </a:prstGeom>
          <a:solidFill>
            <a:srgbClr val="F8FE05">
              <a:alpha val="2750"/>
            </a:srgbClr>
          </a:solidFill>
          <a:ln/>
        </p:spPr>
      </p:sp>
      <p:sp>
        <p:nvSpPr>
          <p:cNvPr id="32" name="Shape 30"/>
          <p:cNvSpPr/>
          <p:nvPr/>
        </p:nvSpPr>
        <p:spPr>
          <a:xfrm>
            <a:off x="-60350" y="2535860"/>
            <a:ext cx="803758" cy="526009"/>
          </a:xfrm>
          <a:prstGeom prst="rect">
            <a:avLst/>
          </a:prstGeom>
          <a:solidFill>
            <a:srgbClr val="F8FE05">
              <a:alpha val="2063"/>
            </a:srgbClr>
          </a:solidFill>
          <a:ln/>
        </p:spPr>
      </p:sp>
      <p:sp>
        <p:nvSpPr>
          <p:cNvPr id="33" name="Shape 31"/>
          <p:cNvSpPr/>
          <p:nvPr/>
        </p:nvSpPr>
        <p:spPr>
          <a:xfrm>
            <a:off x="-60350" y="3052724"/>
            <a:ext cx="803758" cy="526009"/>
          </a:xfrm>
          <a:prstGeom prst="rect">
            <a:avLst/>
          </a:prstGeom>
          <a:solidFill>
            <a:srgbClr val="F8FE05">
              <a:alpha val="1375"/>
            </a:srgbClr>
          </a:solidFill>
          <a:ln/>
        </p:spPr>
      </p:sp>
      <p:sp>
        <p:nvSpPr>
          <p:cNvPr id="34" name="Shape 32"/>
          <p:cNvSpPr/>
          <p:nvPr/>
        </p:nvSpPr>
        <p:spPr>
          <a:xfrm>
            <a:off x="-60350" y="3569589"/>
            <a:ext cx="803758" cy="526009"/>
          </a:xfrm>
          <a:prstGeom prst="rect">
            <a:avLst/>
          </a:prstGeom>
          <a:solidFill>
            <a:srgbClr val="F8FE05">
              <a:alpha val="688"/>
            </a:srgbClr>
          </a:solidFill>
          <a:ln/>
        </p:spPr>
      </p:sp>
      <p:sp>
        <p:nvSpPr>
          <p:cNvPr id="35" name="Shape 33"/>
          <p:cNvSpPr/>
          <p:nvPr/>
        </p:nvSpPr>
        <p:spPr>
          <a:xfrm>
            <a:off x="4975250" y="-48463"/>
            <a:ext cx="803758" cy="750722"/>
          </a:xfrm>
          <a:prstGeom prst="rect">
            <a:avLst/>
          </a:prstGeom>
          <a:solidFill>
            <a:srgbClr val="F8FE05">
              <a:alpha val="8250"/>
            </a:srgbClr>
          </a:solidFill>
          <a:ln/>
        </p:spPr>
      </p:sp>
      <p:sp>
        <p:nvSpPr>
          <p:cNvPr id="36" name="Shape 34"/>
          <p:cNvSpPr/>
          <p:nvPr/>
        </p:nvSpPr>
        <p:spPr>
          <a:xfrm>
            <a:off x="4975250" y="693115"/>
            <a:ext cx="803758" cy="750722"/>
          </a:xfrm>
          <a:prstGeom prst="rect">
            <a:avLst/>
          </a:prstGeom>
          <a:solidFill>
            <a:srgbClr val="F8FE05">
              <a:alpha val="7219"/>
            </a:srgbClr>
          </a:solidFill>
          <a:ln/>
        </p:spPr>
      </p:sp>
      <p:sp>
        <p:nvSpPr>
          <p:cNvPr id="37" name="Shape 35"/>
          <p:cNvSpPr/>
          <p:nvPr/>
        </p:nvSpPr>
        <p:spPr>
          <a:xfrm>
            <a:off x="4975250" y="1434694"/>
            <a:ext cx="803758" cy="750722"/>
          </a:xfrm>
          <a:prstGeom prst="rect">
            <a:avLst/>
          </a:prstGeom>
          <a:solidFill>
            <a:srgbClr val="F8FE05">
              <a:alpha val="6188"/>
            </a:srgbClr>
          </a:solidFill>
          <a:ln/>
        </p:spPr>
      </p:sp>
      <p:sp>
        <p:nvSpPr>
          <p:cNvPr id="38" name="Shape 36"/>
          <p:cNvSpPr/>
          <p:nvPr/>
        </p:nvSpPr>
        <p:spPr>
          <a:xfrm>
            <a:off x="4975250" y="2176272"/>
            <a:ext cx="803758" cy="750722"/>
          </a:xfrm>
          <a:prstGeom prst="rect">
            <a:avLst/>
          </a:prstGeom>
          <a:solidFill>
            <a:srgbClr val="F8FE05">
              <a:alpha val="5156"/>
            </a:srgbClr>
          </a:solidFill>
          <a:ln/>
        </p:spPr>
      </p:sp>
      <p:sp>
        <p:nvSpPr>
          <p:cNvPr id="39" name="Shape 37"/>
          <p:cNvSpPr/>
          <p:nvPr/>
        </p:nvSpPr>
        <p:spPr>
          <a:xfrm>
            <a:off x="4975250" y="2917850"/>
            <a:ext cx="803758" cy="750722"/>
          </a:xfrm>
          <a:prstGeom prst="rect">
            <a:avLst/>
          </a:prstGeom>
          <a:solidFill>
            <a:srgbClr val="F8FE05">
              <a:alpha val="4125"/>
            </a:srgbClr>
          </a:solidFill>
          <a:ln/>
        </p:spPr>
      </p:sp>
      <p:sp>
        <p:nvSpPr>
          <p:cNvPr id="40" name="Shape 38"/>
          <p:cNvSpPr/>
          <p:nvPr/>
        </p:nvSpPr>
        <p:spPr>
          <a:xfrm>
            <a:off x="4975250" y="3659429"/>
            <a:ext cx="803758" cy="750722"/>
          </a:xfrm>
          <a:prstGeom prst="rect">
            <a:avLst/>
          </a:prstGeom>
          <a:solidFill>
            <a:srgbClr val="F8FE05">
              <a:alpha val="3094"/>
            </a:srgbClr>
          </a:solidFill>
          <a:ln/>
        </p:spPr>
      </p:sp>
      <p:sp>
        <p:nvSpPr>
          <p:cNvPr id="41" name="Shape 39"/>
          <p:cNvSpPr/>
          <p:nvPr/>
        </p:nvSpPr>
        <p:spPr>
          <a:xfrm>
            <a:off x="4975250" y="4401007"/>
            <a:ext cx="803758" cy="750722"/>
          </a:xfrm>
          <a:prstGeom prst="rect">
            <a:avLst/>
          </a:prstGeom>
          <a:solidFill>
            <a:srgbClr val="F8FE05">
              <a:alpha val="2063"/>
            </a:srgbClr>
          </a:solidFill>
          <a:ln/>
        </p:spPr>
      </p:sp>
      <p:sp>
        <p:nvSpPr>
          <p:cNvPr id="42" name="Shape 40"/>
          <p:cNvSpPr/>
          <p:nvPr/>
        </p:nvSpPr>
        <p:spPr>
          <a:xfrm>
            <a:off x="4975250" y="5142586"/>
            <a:ext cx="803758" cy="750722"/>
          </a:xfrm>
          <a:prstGeom prst="rect">
            <a:avLst/>
          </a:prstGeom>
          <a:solidFill>
            <a:srgbClr val="F8FE05">
              <a:alpha val="1031"/>
            </a:srgbClr>
          </a:solidFill>
          <a:ln/>
        </p:spPr>
      </p:sp>
      <p:sp>
        <p:nvSpPr>
          <p:cNvPr id="43" name="Shape 41"/>
          <p:cNvSpPr/>
          <p:nvPr/>
        </p:nvSpPr>
        <p:spPr>
          <a:xfrm>
            <a:off x="4288536" y="-74066"/>
            <a:ext cx="803758" cy="529209"/>
          </a:xfrm>
          <a:prstGeom prst="rect">
            <a:avLst/>
          </a:prstGeom>
          <a:solidFill>
            <a:srgbClr val="F8FE05">
              <a:alpha val="5500"/>
            </a:srgbClr>
          </a:solidFill>
          <a:ln/>
        </p:spPr>
      </p:sp>
      <p:sp>
        <p:nvSpPr>
          <p:cNvPr id="44" name="Shape 42"/>
          <p:cNvSpPr/>
          <p:nvPr/>
        </p:nvSpPr>
        <p:spPr>
          <a:xfrm>
            <a:off x="4288536" y="445999"/>
            <a:ext cx="803758" cy="529209"/>
          </a:xfrm>
          <a:prstGeom prst="rect">
            <a:avLst/>
          </a:prstGeom>
          <a:solidFill>
            <a:srgbClr val="F8FE05">
              <a:alpha val="4813"/>
            </a:srgbClr>
          </a:solidFill>
          <a:ln/>
        </p:spPr>
      </p:sp>
      <p:sp>
        <p:nvSpPr>
          <p:cNvPr id="45" name="Shape 43"/>
          <p:cNvSpPr/>
          <p:nvPr/>
        </p:nvSpPr>
        <p:spPr>
          <a:xfrm>
            <a:off x="4288536" y="966064"/>
            <a:ext cx="803758" cy="529209"/>
          </a:xfrm>
          <a:prstGeom prst="rect">
            <a:avLst/>
          </a:prstGeom>
          <a:solidFill>
            <a:srgbClr val="F8FE05">
              <a:alpha val="4125"/>
            </a:srgbClr>
          </a:solidFill>
          <a:ln/>
        </p:spPr>
      </p:sp>
      <p:sp>
        <p:nvSpPr>
          <p:cNvPr id="46" name="Shape 44"/>
          <p:cNvSpPr/>
          <p:nvPr/>
        </p:nvSpPr>
        <p:spPr>
          <a:xfrm>
            <a:off x="4288536" y="1486129"/>
            <a:ext cx="803758" cy="529209"/>
          </a:xfrm>
          <a:prstGeom prst="rect">
            <a:avLst/>
          </a:prstGeom>
          <a:solidFill>
            <a:srgbClr val="F8FE05">
              <a:alpha val="3438"/>
            </a:srgbClr>
          </a:solidFill>
          <a:ln/>
        </p:spPr>
      </p:sp>
      <p:sp>
        <p:nvSpPr>
          <p:cNvPr id="47" name="Shape 45"/>
          <p:cNvSpPr/>
          <p:nvPr/>
        </p:nvSpPr>
        <p:spPr>
          <a:xfrm>
            <a:off x="4288536" y="2006194"/>
            <a:ext cx="803758" cy="529209"/>
          </a:xfrm>
          <a:prstGeom prst="rect">
            <a:avLst/>
          </a:prstGeom>
          <a:solidFill>
            <a:srgbClr val="F8FE05">
              <a:alpha val="2750"/>
            </a:srgbClr>
          </a:solidFill>
          <a:ln/>
        </p:spPr>
      </p:sp>
      <p:sp>
        <p:nvSpPr>
          <p:cNvPr id="48" name="Shape 46"/>
          <p:cNvSpPr/>
          <p:nvPr/>
        </p:nvSpPr>
        <p:spPr>
          <a:xfrm>
            <a:off x="4288536" y="2526259"/>
            <a:ext cx="803758" cy="529209"/>
          </a:xfrm>
          <a:prstGeom prst="rect">
            <a:avLst/>
          </a:prstGeom>
          <a:solidFill>
            <a:srgbClr val="F8FE05">
              <a:alpha val="2063"/>
            </a:srgbClr>
          </a:solidFill>
          <a:ln/>
        </p:spPr>
      </p:sp>
      <p:sp>
        <p:nvSpPr>
          <p:cNvPr id="49" name="Shape 47"/>
          <p:cNvSpPr/>
          <p:nvPr/>
        </p:nvSpPr>
        <p:spPr>
          <a:xfrm>
            <a:off x="4288536" y="3046324"/>
            <a:ext cx="803758" cy="529209"/>
          </a:xfrm>
          <a:prstGeom prst="rect">
            <a:avLst/>
          </a:prstGeom>
          <a:solidFill>
            <a:srgbClr val="F8FE05">
              <a:alpha val="1375"/>
            </a:srgbClr>
          </a:solidFill>
          <a:ln/>
        </p:spPr>
      </p:sp>
      <p:sp>
        <p:nvSpPr>
          <p:cNvPr id="50" name="Shape 48"/>
          <p:cNvSpPr/>
          <p:nvPr/>
        </p:nvSpPr>
        <p:spPr>
          <a:xfrm>
            <a:off x="4288536" y="3566389"/>
            <a:ext cx="803758" cy="529209"/>
          </a:xfrm>
          <a:prstGeom prst="rect">
            <a:avLst/>
          </a:prstGeom>
          <a:solidFill>
            <a:srgbClr val="F8FE05">
              <a:alpha val="688"/>
            </a:srgbClr>
          </a:solidFill>
          <a:ln/>
        </p:spPr>
      </p:sp>
      <p:sp>
        <p:nvSpPr>
          <p:cNvPr id="51" name="Shape 49"/>
          <p:cNvSpPr/>
          <p:nvPr/>
        </p:nvSpPr>
        <p:spPr>
          <a:xfrm>
            <a:off x="3597250" y="-48463"/>
            <a:ext cx="803758" cy="296380"/>
          </a:xfrm>
          <a:prstGeom prst="rect">
            <a:avLst/>
          </a:prstGeom>
          <a:solidFill>
            <a:srgbClr val="F8FE05">
              <a:alpha val="3850"/>
            </a:srgbClr>
          </a:solidFill>
          <a:ln/>
        </p:spPr>
      </p:sp>
      <p:sp>
        <p:nvSpPr>
          <p:cNvPr id="52" name="Shape 50"/>
          <p:cNvSpPr/>
          <p:nvPr/>
        </p:nvSpPr>
        <p:spPr>
          <a:xfrm>
            <a:off x="3597250" y="238773"/>
            <a:ext cx="803758" cy="296380"/>
          </a:xfrm>
          <a:prstGeom prst="rect">
            <a:avLst/>
          </a:prstGeom>
          <a:solidFill>
            <a:srgbClr val="F8FE05">
              <a:alpha val="3369"/>
            </a:srgbClr>
          </a:solidFill>
          <a:ln/>
        </p:spPr>
      </p:sp>
      <p:sp>
        <p:nvSpPr>
          <p:cNvPr id="53" name="Shape 51"/>
          <p:cNvSpPr/>
          <p:nvPr/>
        </p:nvSpPr>
        <p:spPr>
          <a:xfrm>
            <a:off x="3597250" y="526009"/>
            <a:ext cx="803758" cy="296380"/>
          </a:xfrm>
          <a:prstGeom prst="rect">
            <a:avLst/>
          </a:prstGeom>
          <a:solidFill>
            <a:srgbClr val="F8FE05">
              <a:alpha val="2888"/>
            </a:srgbClr>
          </a:solidFill>
          <a:ln/>
        </p:spPr>
      </p:sp>
      <p:sp>
        <p:nvSpPr>
          <p:cNvPr id="54" name="Shape 52"/>
          <p:cNvSpPr/>
          <p:nvPr/>
        </p:nvSpPr>
        <p:spPr>
          <a:xfrm>
            <a:off x="3597250" y="813244"/>
            <a:ext cx="803758" cy="296380"/>
          </a:xfrm>
          <a:prstGeom prst="rect">
            <a:avLst/>
          </a:prstGeom>
          <a:solidFill>
            <a:srgbClr val="F8FE05">
              <a:alpha val="2406"/>
            </a:srgbClr>
          </a:solidFill>
          <a:ln/>
        </p:spPr>
      </p:sp>
      <p:sp>
        <p:nvSpPr>
          <p:cNvPr id="55" name="Shape 53"/>
          <p:cNvSpPr/>
          <p:nvPr/>
        </p:nvSpPr>
        <p:spPr>
          <a:xfrm>
            <a:off x="3597250" y="1100480"/>
            <a:ext cx="803758" cy="296380"/>
          </a:xfrm>
          <a:prstGeom prst="rect">
            <a:avLst/>
          </a:prstGeom>
          <a:solidFill>
            <a:srgbClr val="F8FE05">
              <a:alpha val="1925"/>
            </a:srgbClr>
          </a:solidFill>
          <a:ln/>
        </p:spPr>
      </p:sp>
      <p:sp>
        <p:nvSpPr>
          <p:cNvPr id="56" name="Shape 54"/>
          <p:cNvSpPr/>
          <p:nvPr/>
        </p:nvSpPr>
        <p:spPr>
          <a:xfrm>
            <a:off x="3597250" y="1387716"/>
            <a:ext cx="803758" cy="296380"/>
          </a:xfrm>
          <a:prstGeom prst="rect">
            <a:avLst/>
          </a:prstGeom>
          <a:solidFill>
            <a:srgbClr val="F8FE05">
              <a:alpha val="1444"/>
            </a:srgbClr>
          </a:solidFill>
          <a:ln/>
        </p:spPr>
      </p:sp>
      <p:sp>
        <p:nvSpPr>
          <p:cNvPr id="57" name="Shape 55"/>
          <p:cNvSpPr/>
          <p:nvPr/>
        </p:nvSpPr>
        <p:spPr>
          <a:xfrm>
            <a:off x="3597250" y="1674952"/>
            <a:ext cx="803758" cy="296380"/>
          </a:xfrm>
          <a:prstGeom prst="rect">
            <a:avLst/>
          </a:prstGeom>
          <a:solidFill>
            <a:srgbClr val="F8FE05">
              <a:alpha val="963"/>
            </a:srgbClr>
          </a:solidFill>
          <a:ln/>
        </p:spPr>
      </p:sp>
      <p:sp>
        <p:nvSpPr>
          <p:cNvPr id="58" name="Shape 56"/>
          <p:cNvSpPr/>
          <p:nvPr/>
        </p:nvSpPr>
        <p:spPr>
          <a:xfrm>
            <a:off x="3597250" y="1962188"/>
            <a:ext cx="803758" cy="296380"/>
          </a:xfrm>
          <a:prstGeom prst="rect">
            <a:avLst/>
          </a:prstGeom>
          <a:solidFill>
            <a:srgbClr val="F8FE05">
              <a:alpha val="481"/>
            </a:srgbClr>
          </a:solidFill>
          <a:ln/>
        </p:spPr>
      </p:sp>
      <p:sp>
        <p:nvSpPr>
          <p:cNvPr id="59" name="Shape 57"/>
          <p:cNvSpPr/>
          <p:nvPr/>
        </p:nvSpPr>
        <p:spPr>
          <a:xfrm>
            <a:off x="2787091" y="849478"/>
            <a:ext cx="803758" cy="769468"/>
          </a:xfrm>
          <a:prstGeom prst="rect">
            <a:avLst/>
          </a:prstGeom>
          <a:solidFill>
            <a:srgbClr val="FFFFFF">
              <a:alpha val="688"/>
            </a:srgbClr>
          </a:solidFill>
          <a:ln/>
        </p:spPr>
      </p:sp>
      <p:sp>
        <p:nvSpPr>
          <p:cNvPr id="60" name="Shape 58"/>
          <p:cNvSpPr/>
          <p:nvPr/>
        </p:nvSpPr>
        <p:spPr>
          <a:xfrm>
            <a:off x="2787091" y="1609801"/>
            <a:ext cx="803758" cy="769468"/>
          </a:xfrm>
          <a:prstGeom prst="rect">
            <a:avLst/>
          </a:prstGeom>
          <a:solidFill>
            <a:srgbClr val="FFFFFF">
              <a:alpha val="1375"/>
            </a:srgbClr>
          </a:solidFill>
          <a:ln/>
        </p:spPr>
      </p:sp>
      <p:sp>
        <p:nvSpPr>
          <p:cNvPr id="61" name="Shape 59"/>
          <p:cNvSpPr/>
          <p:nvPr/>
        </p:nvSpPr>
        <p:spPr>
          <a:xfrm>
            <a:off x="2787091" y="2370125"/>
            <a:ext cx="803758" cy="769468"/>
          </a:xfrm>
          <a:prstGeom prst="rect">
            <a:avLst/>
          </a:prstGeom>
          <a:solidFill>
            <a:srgbClr val="FFFFFF">
              <a:alpha val="2063"/>
            </a:srgbClr>
          </a:solidFill>
          <a:ln/>
        </p:spPr>
      </p:sp>
      <p:sp>
        <p:nvSpPr>
          <p:cNvPr id="62" name="Shape 60"/>
          <p:cNvSpPr/>
          <p:nvPr/>
        </p:nvSpPr>
        <p:spPr>
          <a:xfrm>
            <a:off x="2787091" y="3130448"/>
            <a:ext cx="803758" cy="769468"/>
          </a:xfrm>
          <a:prstGeom prst="rect">
            <a:avLst/>
          </a:prstGeom>
          <a:solidFill>
            <a:srgbClr val="FFFFFF">
              <a:alpha val="2750"/>
            </a:srgbClr>
          </a:solidFill>
          <a:ln/>
        </p:spPr>
      </p:sp>
      <p:sp>
        <p:nvSpPr>
          <p:cNvPr id="63" name="Shape 61"/>
          <p:cNvSpPr/>
          <p:nvPr/>
        </p:nvSpPr>
        <p:spPr>
          <a:xfrm>
            <a:off x="2787091" y="3890772"/>
            <a:ext cx="803758" cy="769468"/>
          </a:xfrm>
          <a:prstGeom prst="rect">
            <a:avLst/>
          </a:prstGeom>
          <a:solidFill>
            <a:srgbClr val="FFFFFF">
              <a:alpha val="3438"/>
            </a:srgbClr>
          </a:solidFill>
          <a:ln/>
        </p:spPr>
      </p:sp>
      <p:sp>
        <p:nvSpPr>
          <p:cNvPr id="64" name="Shape 62"/>
          <p:cNvSpPr/>
          <p:nvPr/>
        </p:nvSpPr>
        <p:spPr>
          <a:xfrm>
            <a:off x="2787091" y="4651096"/>
            <a:ext cx="803758" cy="769468"/>
          </a:xfrm>
          <a:prstGeom prst="rect">
            <a:avLst/>
          </a:prstGeom>
          <a:solidFill>
            <a:srgbClr val="FFFFFF">
              <a:alpha val="4125"/>
            </a:srgbClr>
          </a:solidFill>
          <a:ln/>
        </p:spPr>
      </p:sp>
      <p:sp>
        <p:nvSpPr>
          <p:cNvPr id="65" name="Shape 63"/>
          <p:cNvSpPr/>
          <p:nvPr/>
        </p:nvSpPr>
        <p:spPr>
          <a:xfrm>
            <a:off x="2787091" y="5411419"/>
            <a:ext cx="803758" cy="769468"/>
          </a:xfrm>
          <a:prstGeom prst="rect">
            <a:avLst/>
          </a:prstGeom>
          <a:solidFill>
            <a:srgbClr val="FFFFFF">
              <a:alpha val="4813"/>
            </a:srgbClr>
          </a:solidFill>
          <a:ln/>
        </p:spPr>
      </p:sp>
      <p:sp>
        <p:nvSpPr>
          <p:cNvPr id="66" name="Shape 64"/>
          <p:cNvSpPr/>
          <p:nvPr/>
        </p:nvSpPr>
        <p:spPr>
          <a:xfrm>
            <a:off x="2787091" y="6171743"/>
            <a:ext cx="803758" cy="769468"/>
          </a:xfrm>
          <a:prstGeom prst="rect">
            <a:avLst/>
          </a:prstGeom>
          <a:solidFill>
            <a:srgbClr val="FFFFFF">
              <a:alpha val="5500"/>
            </a:srgbClr>
          </a:solidFill>
          <a:ln/>
        </p:spPr>
      </p:sp>
      <p:sp>
        <p:nvSpPr>
          <p:cNvPr id="67" name="Shape 65"/>
          <p:cNvSpPr/>
          <p:nvPr/>
        </p:nvSpPr>
        <p:spPr>
          <a:xfrm>
            <a:off x="1417320" y="3457346"/>
            <a:ext cx="803758" cy="443484"/>
          </a:xfrm>
          <a:prstGeom prst="rect">
            <a:avLst/>
          </a:prstGeom>
          <a:solidFill>
            <a:srgbClr val="FFFFFF">
              <a:alpha val="138"/>
            </a:srgbClr>
          </a:solidFill>
          <a:ln/>
        </p:spPr>
      </p:sp>
      <p:sp>
        <p:nvSpPr>
          <p:cNvPr id="68" name="Shape 66"/>
          <p:cNvSpPr/>
          <p:nvPr/>
        </p:nvSpPr>
        <p:spPr>
          <a:xfrm>
            <a:off x="1417320" y="3891686"/>
            <a:ext cx="803758" cy="443484"/>
          </a:xfrm>
          <a:prstGeom prst="rect">
            <a:avLst/>
          </a:prstGeom>
          <a:solidFill>
            <a:srgbClr val="FFFFFF">
              <a:alpha val="275"/>
            </a:srgbClr>
          </a:solidFill>
          <a:ln/>
        </p:spPr>
      </p:sp>
      <p:sp>
        <p:nvSpPr>
          <p:cNvPr id="69" name="Shape 67"/>
          <p:cNvSpPr/>
          <p:nvPr/>
        </p:nvSpPr>
        <p:spPr>
          <a:xfrm>
            <a:off x="1417320" y="4326026"/>
            <a:ext cx="803758" cy="443484"/>
          </a:xfrm>
          <a:prstGeom prst="rect">
            <a:avLst/>
          </a:prstGeom>
          <a:solidFill>
            <a:srgbClr val="FFFFFF">
              <a:alpha val="412"/>
            </a:srgbClr>
          </a:solidFill>
          <a:ln/>
        </p:spPr>
      </p:sp>
      <p:sp>
        <p:nvSpPr>
          <p:cNvPr id="70" name="Shape 68"/>
          <p:cNvSpPr/>
          <p:nvPr/>
        </p:nvSpPr>
        <p:spPr>
          <a:xfrm>
            <a:off x="1417320" y="4760366"/>
            <a:ext cx="803758" cy="443484"/>
          </a:xfrm>
          <a:prstGeom prst="rect">
            <a:avLst/>
          </a:prstGeom>
          <a:solidFill>
            <a:srgbClr val="FFFFFF">
              <a:alpha val="550"/>
            </a:srgbClr>
          </a:solidFill>
          <a:ln/>
        </p:spPr>
      </p:sp>
      <p:sp>
        <p:nvSpPr>
          <p:cNvPr id="71" name="Shape 69"/>
          <p:cNvSpPr/>
          <p:nvPr/>
        </p:nvSpPr>
        <p:spPr>
          <a:xfrm>
            <a:off x="1417320" y="5194706"/>
            <a:ext cx="803758" cy="443484"/>
          </a:xfrm>
          <a:prstGeom prst="rect">
            <a:avLst/>
          </a:prstGeom>
          <a:solidFill>
            <a:srgbClr val="FFFFFF">
              <a:alpha val="688"/>
            </a:srgbClr>
          </a:solidFill>
          <a:ln/>
        </p:spPr>
      </p:sp>
      <p:sp>
        <p:nvSpPr>
          <p:cNvPr id="72" name="Shape 70"/>
          <p:cNvSpPr/>
          <p:nvPr/>
        </p:nvSpPr>
        <p:spPr>
          <a:xfrm>
            <a:off x="1417320" y="5629046"/>
            <a:ext cx="803758" cy="443484"/>
          </a:xfrm>
          <a:prstGeom prst="rect">
            <a:avLst/>
          </a:prstGeom>
          <a:solidFill>
            <a:srgbClr val="FFFFFF">
              <a:alpha val="825"/>
            </a:srgbClr>
          </a:solidFill>
          <a:ln/>
        </p:spPr>
      </p:sp>
      <p:sp>
        <p:nvSpPr>
          <p:cNvPr id="73" name="Shape 71"/>
          <p:cNvSpPr/>
          <p:nvPr/>
        </p:nvSpPr>
        <p:spPr>
          <a:xfrm>
            <a:off x="1417320" y="6063386"/>
            <a:ext cx="803758" cy="443484"/>
          </a:xfrm>
          <a:prstGeom prst="rect">
            <a:avLst/>
          </a:prstGeom>
          <a:solidFill>
            <a:srgbClr val="FFFFFF">
              <a:alpha val="963"/>
            </a:srgbClr>
          </a:solidFill>
          <a:ln/>
        </p:spPr>
      </p:sp>
      <p:sp>
        <p:nvSpPr>
          <p:cNvPr id="74" name="Shape 72"/>
          <p:cNvSpPr/>
          <p:nvPr/>
        </p:nvSpPr>
        <p:spPr>
          <a:xfrm>
            <a:off x="1417320" y="6497726"/>
            <a:ext cx="803758" cy="443484"/>
          </a:xfrm>
          <a:prstGeom prst="rect">
            <a:avLst/>
          </a:prstGeom>
          <a:solidFill>
            <a:srgbClr val="FFFFFF">
              <a:alpha val="1100"/>
            </a:srgbClr>
          </a:solidFill>
          <a:ln/>
        </p:spPr>
      </p:sp>
      <p:sp>
        <p:nvSpPr>
          <p:cNvPr id="75" name="Shape 73"/>
          <p:cNvSpPr/>
          <p:nvPr/>
        </p:nvSpPr>
        <p:spPr>
          <a:xfrm>
            <a:off x="2106778" y="2276856"/>
            <a:ext cx="803758" cy="587959"/>
          </a:xfrm>
          <a:prstGeom prst="rect">
            <a:avLst/>
          </a:prstGeom>
          <a:solidFill>
            <a:srgbClr val="FFFFFF">
              <a:alpha val="344"/>
            </a:srgbClr>
          </a:solidFill>
          <a:ln/>
        </p:spPr>
      </p:sp>
      <p:sp>
        <p:nvSpPr>
          <p:cNvPr id="76" name="Shape 74"/>
          <p:cNvSpPr/>
          <p:nvPr/>
        </p:nvSpPr>
        <p:spPr>
          <a:xfrm>
            <a:off x="2106778" y="2855671"/>
            <a:ext cx="803758" cy="587959"/>
          </a:xfrm>
          <a:prstGeom prst="rect">
            <a:avLst/>
          </a:prstGeom>
          <a:solidFill>
            <a:srgbClr val="FFFFFF">
              <a:alpha val="688"/>
            </a:srgbClr>
          </a:solidFill>
          <a:ln/>
        </p:spPr>
      </p:sp>
      <p:sp>
        <p:nvSpPr>
          <p:cNvPr id="77" name="Shape 75"/>
          <p:cNvSpPr/>
          <p:nvPr/>
        </p:nvSpPr>
        <p:spPr>
          <a:xfrm>
            <a:off x="2106778" y="3434486"/>
            <a:ext cx="803758" cy="587959"/>
          </a:xfrm>
          <a:prstGeom prst="rect">
            <a:avLst/>
          </a:prstGeom>
          <a:solidFill>
            <a:srgbClr val="FFFFFF">
              <a:alpha val="1031"/>
            </a:srgbClr>
          </a:solidFill>
          <a:ln/>
        </p:spPr>
      </p:sp>
      <p:sp>
        <p:nvSpPr>
          <p:cNvPr id="78" name="Shape 76"/>
          <p:cNvSpPr/>
          <p:nvPr/>
        </p:nvSpPr>
        <p:spPr>
          <a:xfrm>
            <a:off x="2106778" y="4013302"/>
            <a:ext cx="803758" cy="587959"/>
          </a:xfrm>
          <a:prstGeom prst="rect">
            <a:avLst/>
          </a:prstGeom>
          <a:solidFill>
            <a:srgbClr val="FFFFFF">
              <a:alpha val="1375"/>
            </a:srgbClr>
          </a:solidFill>
          <a:ln/>
        </p:spPr>
      </p:sp>
      <p:sp>
        <p:nvSpPr>
          <p:cNvPr id="79" name="Shape 77"/>
          <p:cNvSpPr/>
          <p:nvPr/>
        </p:nvSpPr>
        <p:spPr>
          <a:xfrm>
            <a:off x="2106778" y="4592117"/>
            <a:ext cx="803758" cy="587959"/>
          </a:xfrm>
          <a:prstGeom prst="rect">
            <a:avLst/>
          </a:prstGeom>
          <a:solidFill>
            <a:srgbClr val="FFFFFF">
              <a:alpha val="1719"/>
            </a:srgbClr>
          </a:solidFill>
          <a:ln/>
        </p:spPr>
      </p:sp>
      <p:sp>
        <p:nvSpPr>
          <p:cNvPr id="80" name="Shape 78"/>
          <p:cNvSpPr/>
          <p:nvPr/>
        </p:nvSpPr>
        <p:spPr>
          <a:xfrm>
            <a:off x="2106778" y="5170932"/>
            <a:ext cx="803758" cy="587959"/>
          </a:xfrm>
          <a:prstGeom prst="rect">
            <a:avLst/>
          </a:prstGeom>
          <a:solidFill>
            <a:srgbClr val="FFFFFF">
              <a:alpha val="2063"/>
            </a:srgbClr>
          </a:solidFill>
          <a:ln/>
        </p:spPr>
      </p:sp>
      <p:sp>
        <p:nvSpPr>
          <p:cNvPr id="81" name="Shape 79"/>
          <p:cNvSpPr/>
          <p:nvPr/>
        </p:nvSpPr>
        <p:spPr>
          <a:xfrm>
            <a:off x="2106778" y="5749747"/>
            <a:ext cx="803758" cy="587959"/>
          </a:xfrm>
          <a:prstGeom prst="rect">
            <a:avLst/>
          </a:prstGeom>
          <a:solidFill>
            <a:srgbClr val="FFFFFF">
              <a:alpha val="2406"/>
            </a:srgbClr>
          </a:solidFill>
          <a:ln/>
        </p:spPr>
      </p:sp>
      <p:sp>
        <p:nvSpPr>
          <p:cNvPr id="82" name="Shape 80"/>
          <p:cNvSpPr/>
          <p:nvPr/>
        </p:nvSpPr>
        <p:spPr>
          <a:xfrm>
            <a:off x="2106778" y="6328562"/>
            <a:ext cx="803758" cy="587959"/>
          </a:xfrm>
          <a:prstGeom prst="rect">
            <a:avLst/>
          </a:prstGeom>
          <a:solidFill>
            <a:srgbClr val="FFFFFF">
              <a:alpha val="2750"/>
            </a:srgbClr>
          </a:solidFill>
          <a:ln/>
        </p:spPr>
      </p:sp>
      <p:sp>
        <p:nvSpPr>
          <p:cNvPr id="83" name="Shape 81"/>
          <p:cNvSpPr/>
          <p:nvPr/>
        </p:nvSpPr>
        <p:spPr>
          <a:xfrm>
            <a:off x="3459175" y="2646274"/>
            <a:ext cx="803758" cy="547840"/>
          </a:xfrm>
          <a:prstGeom prst="rect">
            <a:avLst/>
          </a:prstGeom>
          <a:solidFill>
            <a:srgbClr val="FFFFFF">
              <a:alpha val="344"/>
            </a:srgbClr>
          </a:solidFill>
          <a:ln/>
        </p:spPr>
      </p:sp>
      <p:sp>
        <p:nvSpPr>
          <p:cNvPr id="84" name="Shape 82"/>
          <p:cNvSpPr/>
          <p:nvPr/>
        </p:nvSpPr>
        <p:spPr>
          <a:xfrm>
            <a:off x="3459175" y="3184970"/>
            <a:ext cx="803758" cy="547840"/>
          </a:xfrm>
          <a:prstGeom prst="rect">
            <a:avLst/>
          </a:prstGeom>
          <a:solidFill>
            <a:srgbClr val="FFFFFF">
              <a:alpha val="688"/>
            </a:srgbClr>
          </a:solidFill>
          <a:ln/>
        </p:spPr>
      </p:sp>
      <p:sp>
        <p:nvSpPr>
          <p:cNvPr id="85" name="Shape 83"/>
          <p:cNvSpPr/>
          <p:nvPr/>
        </p:nvSpPr>
        <p:spPr>
          <a:xfrm>
            <a:off x="3459175" y="3723665"/>
            <a:ext cx="803758" cy="547840"/>
          </a:xfrm>
          <a:prstGeom prst="rect">
            <a:avLst/>
          </a:prstGeom>
          <a:solidFill>
            <a:srgbClr val="FFFFFF">
              <a:alpha val="1031"/>
            </a:srgbClr>
          </a:solidFill>
          <a:ln/>
        </p:spPr>
      </p:sp>
      <p:sp>
        <p:nvSpPr>
          <p:cNvPr id="86" name="Shape 84"/>
          <p:cNvSpPr/>
          <p:nvPr/>
        </p:nvSpPr>
        <p:spPr>
          <a:xfrm>
            <a:off x="3459175" y="4262361"/>
            <a:ext cx="803758" cy="547840"/>
          </a:xfrm>
          <a:prstGeom prst="rect">
            <a:avLst/>
          </a:prstGeom>
          <a:solidFill>
            <a:srgbClr val="FFFFFF">
              <a:alpha val="1375"/>
            </a:srgbClr>
          </a:solidFill>
          <a:ln/>
        </p:spPr>
      </p:sp>
      <p:sp>
        <p:nvSpPr>
          <p:cNvPr id="87" name="Shape 85"/>
          <p:cNvSpPr/>
          <p:nvPr/>
        </p:nvSpPr>
        <p:spPr>
          <a:xfrm>
            <a:off x="3459175" y="4801057"/>
            <a:ext cx="803758" cy="547840"/>
          </a:xfrm>
          <a:prstGeom prst="rect">
            <a:avLst/>
          </a:prstGeom>
          <a:solidFill>
            <a:srgbClr val="FFFFFF">
              <a:alpha val="1719"/>
            </a:srgbClr>
          </a:solidFill>
          <a:ln/>
        </p:spPr>
      </p:sp>
      <p:sp>
        <p:nvSpPr>
          <p:cNvPr id="88" name="Shape 86"/>
          <p:cNvSpPr/>
          <p:nvPr/>
        </p:nvSpPr>
        <p:spPr>
          <a:xfrm>
            <a:off x="3459175" y="5339753"/>
            <a:ext cx="803758" cy="547840"/>
          </a:xfrm>
          <a:prstGeom prst="rect">
            <a:avLst/>
          </a:prstGeom>
          <a:solidFill>
            <a:srgbClr val="FFFFFF">
              <a:alpha val="2063"/>
            </a:srgbClr>
          </a:solidFill>
          <a:ln/>
        </p:spPr>
      </p:sp>
      <p:sp>
        <p:nvSpPr>
          <p:cNvPr id="89" name="Shape 87"/>
          <p:cNvSpPr/>
          <p:nvPr/>
        </p:nvSpPr>
        <p:spPr>
          <a:xfrm>
            <a:off x="3459175" y="5878449"/>
            <a:ext cx="803758" cy="547840"/>
          </a:xfrm>
          <a:prstGeom prst="rect">
            <a:avLst/>
          </a:prstGeom>
          <a:solidFill>
            <a:srgbClr val="FFFFFF">
              <a:alpha val="2406"/>
            </a:srgbClr>
          </a:solidFill>
          <a:ln/>
        </p:spPr>
      </p:sp>
      <p:sp>
        <p:nvSpPr>
          <p:cNvPr id="90" name="Shape 88"/>
          <p:cNvSpPr/>
          <p:nvPr/>
        </p:nvSpPr>
        <p:spPr>
          <a:xfrm>
            <a:off x="3459175" y="6417145"/>
            <a:ext cx="803758" cy="547840"/>
          </a:xfrm>
          <a:prstGeom prst="rect">
            <a:avLst/>
          </a:prstGeom>
          <a:solidFill>
            <a:srgbClr val="FFFFFF">
              <a:alpha val="2750"/>
            </a:srgbClr>
          </a:solidFill>
          <a:ln/>
        </p:spPr>
      </p:sp>
      <p:sp>
        <p:nvSpPr>
          <p:cNvPr id="91" name="Shape 89"/>
          <p:cNvSpPr/>
          <p:nvPr/>
        </p:nvSpPr>
        <p:spPr>
          <a:xfrm>
            <a:off x="4151376" y="4484218"/>
            <a:ext cx="803758" cy="319126"/>
          </a:xfrm>
          <a:prstGeom prst="rect">
            <a:avLst/>
          </a:prstGeom>
          <a:solidFill>
            <a:srgbClr val="FFFFFF">
              <a:alpha val="138"/>
            </a:srgbClr>
          </a:solidFill>
          <a:ln/>
        </p:spPr>
      </p:sp>
      <p:sp>
        <p:nvSpPr>
          <p:cNvPr id="92" name="Shape 90"/>
          <p:cNvSpPr/>
          <p:nvPr/>
        </p:nvSpPr>
        <p:spPr>
          <a:xfrm>
            <a:off x="4151376" y="4794199"/>
            <a:ext cx="803758" cy="319126"/>
          </a:xfrm>
          <a:prstGeom prst="rect">
            <a:avLst/>
          </a:prstGeom>
          <a:solidFill>
            <a:srgbClr val="FFFFFF">
              <a:alpha val="275"/>
            </a:srgbClr>
          </a:solidFill>
          <a:ln/>
        </p:spPr>
      </p:sp>
      <p:sp>
        <p:nvSpPr>
          <p:cNvPr id="93" name="Shape 91"/>
          <p:cNvSpPr/>
          <p:nvPr/>
        </p:nvSpPr>
        <p:spPr>
          <a:xfrm>
            <a:off x="4151376" y="5104181"/>
            <a:ext cx="803758" cy="319126"/>
          </a:xfrm>
          <a:prstGeom prst="rect">
            <a:avLst/>
          </a:prstGeom>
          <a:solidFill>
            <a:srgbClr val="FFFFFF">
              <a:alpha val="412"/>
            </a:srgbClr>
          </a:solidFill>
          <a:ln/>
        </p:spPr>
      </p:sp>
      <p:sp>
        <p:nvSpPr>
          <p:cNvPr id="94" name="Shape 92"/>
          <p:cNvSpPr/>
          <p:nvPr/>
        </p:nvSpPr>
        <p:spPr>
          <a:xfrm>
            <a:off x="4151376" y="5414162"/>
            <a:ext cx="803758" cy="319126"/>
          </a:xfrm>
          <a:prstGeom prst="rect">
            <a:avLst/>
          </a:prstGeom>
          <a:solidFill>
            <a:srgbClr val="FFFFFF">
              <a:alpha val="550"/>
            </a:srgbClr>
          </a:solidFill>
          <a:ln/>
        </p:spPr>
      </p:sp>
      <p:sp>
        <p:nvSpPr>
          <p:cNvPr id="95" name="Shape 93"/>
          <p:cNvSpPr/>
          <p:nvPr/>
        </p:nvSpPr>
        <p:spPr>
          <a:xfrm>
            <a:off x="4151376" y="5724144"/>
            <a:ext cx="803758" cy="319126"/>
          </a:xfrm>
          <a:prstGeom prst="rect">
            <a:avLst/>
          </a:prstGeom>
          <a:solidFill>
            <a:srgbClr val="FFFFFF">
              <a:alpha val="688"/>
            </a:srgbClr>
          </a:solidFill>
          <a:ln/>
        </p:spPr>
      </p:sp>
      <p:sp>
        <p:nvSpPr>
          <p:cNvPr id="96" name="Shape 94"/>
          <p:cNvSpPr/>
          <p:nvPr/>
        </p:nvSpPr>
        <p:spPr>
          <a:xfrm>
            <a:off x="4151376" y="6034126"/>
            <a:ext cx="803758" cy="319126"/>
          </a:xfrm>
          <a:prstGeom prst="rect">
            <a:avLst/>
          </a:prstGeom>
          <a:solidFill>
            <a:srgbClr val="FFFFFF">
              <a:alpha val="825"/>
            </a:srgbClr>
          </a:solidFill>
          <a:ln/>
        </p:spPr>
      </p:sp>
      <p:sp>
        <p:nvSpPr>
          <p:cNvPr id="97" name="Shape 95"/>
          <p:cNvSpPr/>
          <p:nvPr/>
        </p:nvSpPr>
        <p:spPr>
          <a:xfrm>
            <a:off x="4151376" y="6344107"/>
            <a:ext cx="803758" cy="319126"/>
          </a:xfrm>
          <a:prstGeom prst="rect">
            <a:avLst/>
          </a:prstGeom>
          <a:solidFill>
            <a:srgbClr val="FFFFFF">
              <a:alpha val="963"/>
            </a:srgbClr>
          </a:solidFill>
          <a:ln/>
        </p:spPr>
      </p:sp>
      <p:sp>
        <p:nvSpPr>
          <p:cNvPr id="98" name="Shape 96"/>
          <p:cNvSpPr/>
          <p:nvPr/>
        </p:nvSpPr>
        <p:spPr>
          <a:xfrm>
            <a:off x="4151376" y="6654089"/>
            <a:ext cx="803758" cy="319126"/>
          </a:xfrm>
          <a:prstGeom prst="rect">
            <a:avLst/>
          </a:prstGeom>
          <a:solidFill>
            <a:srgbClr val="FFFFFF">
              <a:alpha val="1100"/>
            </a:srgbClr>
          </a:solidFill>
          <a:ln/>
        </p:spPr>
      </p:sp>
      <p:sp>
        <p:nvSpPr>
          <p:cNvPr id="104" name="Text 102"/>
          <p:cNvSpPr/>
          <p:nvPr/>
        </p:nvSpPr>
        <p:spPr>
          <a:xfrm>
            <a:off x="6214262" y="914400"/>
            <a:ext cx="5577840" cy="1280160"/>
          </a:xfrm>
          <a:prstGeom prst="rect">
            <a:avLst/>
          </a:prstGeom>
          <a:noFill/>
          <a:ln/>
        </p:spPr>
        <p:txBody>
          <a:bodyPr wrap="square" rtlCol="0" anchor="t"/>
          <a:lstStyle/>
          <a:p>
            <a:pPr indent="0" marL="0">
              <a:lnSpc>
                <a:spcPct val="90000"/>
              </a:lnSpc>
              <a:buNone/>
            </a:pPr>
            <a:r>
              <a:rPr lang="en-US" sz="3600" spc="-150" kern="0" dirty="0">
                <a:solidFill>
                  <a:srgbClr val="FFFFFF"/>
                </a:solidFill>
                <a:latin typeface="Manrope" pitchFamily="34" charset="0"/>
                <a:ea typeface="Manrope" pitchFamily="34" charset="-122"/>
                <a:cs typeface="Manrope" pitchFamily="34" charset="-120"/>
              </a:rPr>
              <a:t>Stage 3: </a:t>
            </a:r>
            <a:r>
              <a:rPr lang="en-US" sz="3600" spc="-150" kern="0" dirty="0">
                <a:solidFill>
                  <a:srgbClr val="D5E6CD"/>
                </a:solidFill>
                <a:latin typeface="Manrope" pitchFamily="34" charset="0"/>
                <a:ea typeface="Manrope" pitchFamily="34" charset="-122"/>
                <a:cs typeface="Manrope" pitchFamily="34" charset="-120"/>
              </a:rPr>
              <a:t>how LLMs, the agent's “brain,” work</a:t>
            </a:r>
          </a:p>
        </p:txBody>
      </p:sp>
      <p:sp>
        <p:nvSpPr>
          <p:cNvPr id="105" name="Shape 103"/>
          <p:cNvSpPr/>
          <p:nvPr/>
        </p:nvSpPr>
        <p:spPr>
          <a:xfrm>
            <a:off x="11835994" y="1750162"/>
            <a:ext cx="803758" cy="657454"/>
          </a:xfrm>
          <a:prstGeom prst="rect">
            <a:avLst/>
          </a:prstGeom>
          <a:solidFill>
            <a:srgbClr val="FFFFFF">
              <a:alpha val="688"/>
            </a:srgbClr>
          </a:solidFill>
          <a:ln/>
        </p:spPr>
      </p:sp>
      <p:sp>
        <p:nvSpPr>
          <p:cNvPr id="106" name="Shape 104"/>
          <p:cNvSpPr/>
          <p:nvPr/>
        </p:nvSpPr>
        <p:spPr>
          <a:xfrm>
            <a:off x="11835994" y="2398471"/>
            <a:ext cx="803758" cy="657454"/>
          </a:xfrm>
          <a:prstGeom prst="rect">
            <a:avLst/>
          </a:prstGeom>
          <a:solidFill>
            <a:srgbClr val="FFFFFF">
              <a:alpha val="1375"/>
            </a:srgbClr>
          </a:solidFill>
          <a:ln/>
        </p:spPr>
      </p:sp>
      <p:sp>
        <p:nvSpPr>
          <p:cNvPr id="107" name="Shape 105"/>
          <p:cNvSpPr/>
          <p:nvPr/>
        </p:nvSpPr>
        <p:spPr>
          <a:xfrm>
            <a:off x="11835994" y="3046781"/>
            <a:ext cx="803758" cy="657454"/>
          </a:xfrm>
          <a:prstGeom prst="rect">
            <a:avLst/>
          </a:prstGeom>
          <a:solidFill>
            <a:srgbClr val="FFFFFF">
              <a:alpha val="2063"/>
            </a:srgbClr>
          </a:solidFill>
          <a:ln/>
        </p:spPr>
      </p:sp>
      <p:sp>
        <p:nvSpPr>
          <p:cNvPr id="108" name="Shape 106"/>
          <p:cNvSpPr/>
          <p:nvPr/>
        </p:nvSpPr>
        <p:spPr>
          <a:xfrm>
            <a:off x="11835994" y="3695090"/>
            <a:ext cx="803758" cy="657454"/>
          </a:xfrm>
          <a:prstGeom prst="rect">
            <a:avLst/>
          </a:prstGeom>
          <a:solidFill>
            <a:srgbClr val="FFFFFF">
              <a:alpha val="2750"/>
            </a:srgbClr>
          </a:solidFill>
          <a:ln/>
        </p:spPr>
      </p:sp>
      <p:sp>
        <p:nvSpPr>
          <p:cNvPr id="109" name="Shape 107"/>
          <p:cNvSpPr/>
          <p:nvPr/>
        </p:nvSpPr>
        <p:spPr>
          <a:xfrm>
            <a:off x="11835994" y="4343400"/>
            <a:ext cx="803758" cy="657454"/>
          </a:xfrm>
          <a:prstGeom prst="rect">
            <a:avLst/>
          </a:prstGeom>
          <a:solidFill>
            <a:srgbClr val="FFFFFF">
              <a:alpha val="3438"/>
            </a:srgbClr>
          </a:solidFill>
          <a:ln/>
        </p:spPr>
      </p:sp>
      <p:sp>
        <p:nvSpPr>
          <p:cNvPr id="110" name="Shape 108"/>
          <p:cNvSpPr/>
          <p:nvPr/>
        </p:nvSpPr>
        <p:spPr>
          <a:xfrm>
            <a:off x="11835994" y="4991710"/>
            <a:ext cx="803758" cy="657454"/>
          </a:xfrm>
          <a:prstGeom prst="rect">
            <a:avLst/>
          </a:prstGeom>
          <a:solidFill>
            <a:srgbClr val="FFFFFF">
              <a:alpha val="4125"/>
            </a:srgbClr>
          </a:solidFill>
          <a:ln/>
        </p:spPr>
      </p:sp>
      <p:sp>
        <p:nvSpPr>
          <p:cNvPr id="111" name="Shape 109"/>
          <p:cNvSpPr/>
          <p:nvPr/>
        </p:nvSpPr>
        <p:spPr>
          <a:xfrm>
            <a:off x="11835994" y="5640019"/>
            <a:ext cx="803758" cy="657454"/>
          </a:xfrm>
          <a:prstGeom prst="rect">
            <a:avLst/>
          </a:prstGeom>
          <a:solidFill>
            <a:srgbClr val="FFFFFF">
              <a:alpha val="4813"/>
            </a:srgbClr>
          </a:solidFill>
          <a:ln/>
        </p:spPr>
      </p:sp>
      <p:sp>
        <p:nvSpPr>
          <p:cNvPr id="112" name="Shape 110"/>
          <p:cNvSpPr/>
          <p:nvPr/>
        </p:nvSpPr>
        <p:spPr>
          <a:xfrm>
            <a:off x="11835994" y="6288329"/>
            <a:ext cx="803758" cy="657454"/>
          </a:xfrm>
          <a:prstGeom prst="rect">
            <a:avLst/>
          </a:prstGeom>
          <a:solidFill>
            <a:srgbClr val="FFFFFF">
              <a:alpha val="5500"/>
            </a:srgbClr>
          </a:solidFill>
          <a:ln/>
        </p:spPr>
      </p:sp>
      <p:sp>
        <p:nvSpPr>
          <p:cNvPr id="113" name="Shape 111"/>
          <p:cNvSpPr/>
          <p:nvPr/>
        </p:nvSpPr>
        <p:spPr>
          <a:xfrm>
            <a:off x="10465308" y="4358030"/>
            <a:ext cx="803758" cy="331356"/>
          </a:xfrm>
          <a:prstGeom prst="rect">
            <a:avLst/>
          </a:prstGeom>
          <a:solidFill>
            <a:srgbClr val="FFFFFF">
              <a:alpha val="138"/>
            </a:srgbClr>
          </a:solidFill>
          <a:ln/>
        </p:spPr>
      </p:sp>
      <p:sp>
        <p:nvSpPr>
          <p:cNvPr id="114" name="Shape 112"/>
          <p:cNvSpPr/>
          <p:nvPr/>
        </p:nvSpPr>
        <p:spPr>
          <a:xfrm>
            <a:off x="10465308" y="4680242"/>
            <a:ext cx="803758" cy="331356"/>
          </a:xfrm>
          <a:prstGeom prst="rect">
            <a:avLst/>
          </a:prstGeom>
          <a:solidFill>
            <a:srgbClr val="FFFFFF">
              <a:alpha val="275"/>
            </a:srgbClr>
          </a:solidFill>
          <a:ln/>
        </p:spPr>
      </p:sp>
      <p:sp>
        <p:nvSpPr>
          <p:cNvPr id="115" name="Shape 113"/>
          <p:cNvSpPr/>
          <p:nvPr/>
        </p:nvSpPr>
        <p:spPr>
          <a:xfrm>
            <a:off x="10465308" y="5002454"/>
            <a:ext cx="803758" cy="331356"/>
          </a:xfrm>
          <a:prstGeom prst="rect">
            <a:avLst/>
          </a:prstGeom>
          <a:solidFill>
            <a:srgbClr val="FFFFFF">
              <a:alpha val="412"/>
            </a:srgbClr>
          </a:solidFill>
          <a:ln/>
        </p:spPr>
      </p:sp>
      <p:sp>
        <p:nvSpPr>
          <p:cNvPr id="116" name="Shape 114"/>
          <p:cNvSpPr/>
          <p:nvPr/>
        </p:nvSpPr>
        <p:spPr>
          <a:xfrm>
            <a:off x="10465308" y="5324666"/>
            <a:ext cx="803758" cy="331356"/>
          </a:xfrm>
          <a:prstGeom prst="rect">
            <a:avLst/>
          </a:prstGeom>
          <a:solidFill>
            <a:srgbClr val="FFFFFF">
              <a:alpha val="550"/>
            </a:srgbClr>
          </a:solidFill>
          <a:ln/>
        </p:spPr>
      </p:sp>
      <p:sp>
        <p:nvSpPr>
          <p:cNvPr id="117" name="Shape 115"/>
          <p:cNvSpPr/>
          <p:nvPr/>
        </p:nvSpPr>
        <p:spPr>
          <a:xfrm>
            <a:off x="10465308" y="5646877"/>
            <a:ext cx="803758" cy="331356"/>
          </a:xfrm>
          <a:prstGeom prst="rect">
            <a:avLst/>
          </a:prstGeom>
          <a:solidFill>
            <a:srgbClr val="FFFFFF">
              <a:alpha val="688"/>
            </a:srgbClr>
          </a:solidFill>
          <a:ln/>
        </p:spPr>
      </p:sp>
      <p:sp>
        <p:nvSpPr>
          <p:cNvPr id="118" name="Shape 116"/>
          <p:cNvSpPr/>
          <p:nvPr/>
        </p:nvSpPr>
        <p:spPr>
          <a:xfrm>
            <a:off x="10465308" y="5969089"/>
            <a:ext cx="803758" cy="331356"/>
          </a:xfrm>
          <a:prstGeom prst="rect">
            <a:avLst/>
          </a:prstGeom>
          <a:solidFill>
            <a:srgbClr val="FFFFFF">
              <a:alpha val="825"/>
            </a:srgbClr>
          </a:solidFill>
          <a:ln/>
        </p:spPr>
      </p:sp>
      <p:sp>
        <p:nvSpPr>
          <p:cNvPr id="119" name="Shape 117"/>
          <p:cNvSpPr/>
          <p:nvPr/>
        </p:nvSpPr>
        <p:spPr>
          <a:xfrm>
            <a:off x="10465308" y="6291301"/>
            <a:ext cx="803758" cy="331356"/>
          </a:xfrm>
          <a:prstGeom prst="rect">
            <a:avLst/>
          </a:prstGeom>
          <a:solidFill>
            <a:srgbClr val="FFFFFF">
              <a:alpha val="963"/>
            </a:srgbClr>
          </a:solidFill>
          <a:ln/>
        </p:spPr>
      </p:sp>
      <p:sp>
        <p:nvSpPr>
          <p:cNvPr id="120" name="Shape 118"/>
          <p:cNvSpPr/>
          <p:nvPr/>
        </p:nvSpPr>
        <p:spPr>
          <a:xfrm>
            <a:off x="10465308" y="6613512"/>
            <a:ext cx="803758" cy="331356"/>
          </a:xfrm>
          <a:prstGeom prst="rect">
            <a:avLst/>
          </a:prstGeom>
          <a:solidFill>
            <a:srgbClr val="FFFFFF">
              <a:alpha val="1100"/>
            </a:srgbClr>
          </a:solidFill>
          <a:ln/>
        </p:spPr>
      </p:sp>
      <p:sp>
        <p:nvSpPr>
          <p:cNvPr id="121" name="Shape 119"/>
          <p:cNvSpPr/>
          <p:nvPr/>
        </p:nvSpPr>
        <p:spPr>
          <a:xfrm>
            <a:off x="11155680" y="3177540"/>
            <a:ext cx="803758" cy="482117"/>
          </a:xfrm>
          <a:prstGeom prst="rect">
            <a:avLst/>
          </a:prstGeom>
          <a:solidFill>
            <a:srgbClr val="FFFFFF">
              <a:alpha val="344"/>
            </a:srgbClr>
          </a:solidFill>
          <a:ln/>
        </p:spPr>
      </p:sp>
      <p:sp>
        <p:nvSpPr>
          <p:cNvPr id="122" name="Shape 120"/>
          <p:cNvSpPr/>
          <p:nvPr/>
        </p:nvSpPr>
        <p:spPr>
          <a:xfrm>
            <a:off x="11155680" y="3650513"/>
            <a:ext cx="803758" cy="482117"/>
          </a:xfrm>
          <a:prstGeom prst="rect">
            <a:avLst/>
          </a:prstGeom>
          <a:solidFill>
            <a:srgbClr val="FFFFFF">
              <a:alpha val="688"/>
            </a:srgbClr>
          </a:solidFill>
          <a:ln/>
        </p:spPr>
      </p:sp>
      <p:sp>
        <p:nvSpPr>
          <p:cNvPr id="123" name="Shape 121"/>
          <p:cNvSpPr/>
          <p:nvPr/>
        </p:nvSpPr>
        <p:spPr>
          <a:xfrm>
            <a:off x="11155680" y="4123487"/>
            <a:ext cx="803758" cy="482117"/>
          </a:xfrm>
          <a:prstGeom prst="rect">
            <a:avLst/>
          </a:prstGeom>
          <a:solidFill>
            <a:srgbClr val="FFFFFF">
              <a:alpha val="1031"/>
            </a:srgbClr>
          </a:solidFill>
          <a:ln/>
        </p:spPr>
      </p:sp>
      <p:sp>
        <p:nvSpPr>
          <p:cNvPr id="124" name="Shape 122"/>
          <p:cNvSpPr/>
          <p:nvPr/>
        </p:nvSpPr>
        <p:spPr>
          <a:xfrm>
            <a:off x="11155680" y="4596460"/>
            <a:ext cx="803758" cy="482117"/>
          </a:xfrm>
          <a:prstGeom prst="rect">
            <a:avLst/>
          </a:prstGeom>
          <a:solidFill>
            <a:srgbClr val="FFFFFF">
              <a:alpha val="1375"/>
            </a:srgbClr>
          </a:solidFill>
          <a:ln/>
        </p:spPr>
      </p:sp>
      <p:sp>
        <p:nvSpPr>
          <p:cNvPr id="125" name="Shape 123"/>
          <p:cNvSpPr/>
          <p:nvPr/>
        </p:nvSpPr>
        <p:spPr>
          <a:xfrm>
            <a:off x="11155680" y="5069434"/>
            <a:ext cx="803758" cy="482117"/>
          </a:xfrm>
          <a:prstGeom prst="rect">
            <a:avLst/>
          </a:prstGeom>
          <a:solidFill>
            <a:srgbClr val="FFFFFF">
              <a:alpha val="1719"/>
            </a:srgbClr>
          </a:solidFill>
          <a:ln/>
        </p:spPr>
      </p:sp>
      <p:sp>
        <p:nvSpPr>
          <p:cNvPr id="126" name="Shape 124"/>
          <p:cNvSpPr/>
          <p:nvPr/>
        </p:nvSpPr>
        <p:spPr>
          <a:xfrm>
            <a:off x="11155680" y="5542407"/>
            <a:ext cx="803758" cy="482117"/>
          </a:xfrm>
          <a:prstGeom prst="rect">
            <a:avLst/>
          </a:prstGeom>
          <a:solidFill>
            <a:srgbClr val="FFFFFF">
              <a:alpha val="2063"/>
            </a:srgbClr>
          </a:solidFill>
          <a:ln/>
        </p:spPr>
      </p:sp>
      <p:sp>
        <p:nvSpPr>
          <p:cNvPr id="127" name="Shape 125"/>
          <p:cNvSpPr/>
          <p:nvPr/>
        </p:nvSpPr>
        <p:spPr>
          <a:xfrm>
            <a:off x="11155680" y="6015380"/>
            <a:ext cx="803758" cy="482117"/>
          </a:xfrm>
          <a:prstGeom prst="rect">
            <a:avLst/>
          </a:prstGeom>
          <a:solidFill>
            <a:srgbClr val="FFFFFF">
              <a:alpha val="2406"/>
            </a:srgbClr>
          </a:solidFill>
          <a:ln/>
        </p:spPr>
      </p:sp>
      <p:sp>
        <p:nvSpPr>
          <p:cNvPr id="128" name="Shape 126"/>
          <p:cNvSpPr/>
          <p:nvPr/>
        </p:nvSpPr>
        <p:spPr>
          <a:xfrm>
            <a:off x="11155680" y="6488354"/>
            <a:ext cx="803758" cy="482117"/>
          </a:xfrm>
          <a:prstGeom prst="rect">
            <a:avLst/>
          </a:prstGeom>
          <a:solidFill>
            <a:srgbClr val="FFFFFF">
              <a:alpha val="2750"/>
            </a:srgbClr>
          </a:solidFill>
          <a:ln/>
        </p:spPr>
      </p:sp>
      <p:sp>
        <p:nvSpPr>
          <p:cNvPr id="129" name="Shape 127"/>
          <p:cNvSpPr/>
          <p:nvPr/>
        </p:nvSpPr>
        <p:spPr>
          <a:xfrm>
            <a:off x="0" y="5984748"/>
            <a:ext cx="5729630" cy="0"/>
          </a:xfrm>
          <a:prstGeom prst="line">
            <a:avLst/>
          </a:prstGeom>
          <a:noFill/>
          <a:ln w="2540">
            <a:solidFill>
              <a:srgbClr val="D0CFCF"/>
            </a:solidFill>
            <a:prstDash val="solid"/>
          </a:ln>
        </p:spPr>
      </p:sp>
      <p:sp>
        <p:nvSpPr>
          <p:cNvPr id="143" name="Frame top"/>
          <p:cNvSpPr/>
          <p:nvPr/>
        </p:nvSpPr>
        <p:spPr>
          <a:xfrm>
            <a:off x="0" y="873252"/>
            <a:ext cx="5729630" cy="0"/>
          </a:xfrm>
          <a:prstGeom prst="line">
            <a:avLst/>
          </a:prstGeom>
          <a:noFill/>
          <a:ln w="2540">
            <a:solidFill>
              <a:srgbClr val="D0CFCF"/>
            </a:solidFill>
            <a:prstDash val="solid"/>
          </a:ln>
        </p:spPr>
      </p:sp>
      <p:sp>
        <p:nvSpPr>
          <p:cNvPr id="130" name="Shape 128"/>
          <p:cNvSpPr/>
          <p:nvPr/>
        </p:nvSpPr>
        <p:spPr>
          <a:xfrm>
            <a:off x="670255" y="873252"/>
            <a:ext cx="0" cy="5111496"/>
          </a:xfrm>
          <a:prstGeom prst="line">
            <a:avLst/>
          </a:prstGeom>
          <a:noFill/>
          <a:ln w="2540">
            <a:solidFill>
              <a:srgbClr val="D0CFCF"/>
            </a:solidFill>
            <a:prstDash val="solid"/>
          </a:ln>
        </p:spPr>
      </p:sp>
      <p:sp>
        <p:nvSpPr>
          <p:cNvPr id="131" name="Shape 129"/>
          <p:cNvSpPr/>
          <p:nvPr/>
        </p:nvSpPr>
        <p:spPr>
          <a:xfrm>
            <a:off x="5048402" y="873252"/>
            <a:ext cx="0" cy="5111496"/>
          </a:xfrm>
          <a:prstGeom prst="line">
            <a:avLst/>
          </a:prstGeom>
          <a:noFill/>
          <a:ln w="2540">
            <a:solidFill>
              <a:srgbClr val="D0CFCF"/>
            </a:solidFill>
            <a:prstDash val="solid"/>
          </a:ln>
        </p:spPr>
      </p:sp>
      <p:sp>
        <p:nvSpPr>
          <p:cNvPr id="132" name="Shape 130"/>
          <p:cNvSpPr/>
          <p:nvPr/>
        </p:nvSpPr>
        <p:spPr>
          <a:xfrm>
            <a:off x="635508" y="839419"/>
            <a:ext cx="72238" cy="72238"/>
          </a:xfrm>
          <a:prstGeom prst="ellipse">
            <a:avLst/>
          </a:prstGeom>
          <a:solidFill>
            <a:srgbClr val="D0CFCF"/>
          </a:solidFill>
          <a:ln/>
        </p:spPr>
      </p:sp>
      <p:sp>
        <p:nvSpPr>
          <p:cNvPr id="133" name="Shape 131"/>
          <p:cNvSpPr/>
          <p:nvPr/>
        </p:nvSpPr>
        <p:spPr>
          <a:xfrm>
            <a:off x="635508" y="5953658"/>
            <a:ext cx="72238" cy="72238"/>
          </a:xfrm>
          <a:prstGeom prst="ellipse">
            <a:avLst/>
          </a:prstGeom>
          <a:solidFill>
            <a:srgbClr val="D0CFCF"/>
          </a:solidFill>
          <a:ln/>
        </p:spPr>
      </p:sp>
      <p:sp>
        <p:nvSpPr>
          <p:cNvPr id="134" name="Shape 132"/>
          <p:cNvSpPr/>
          <p:nvPr/>
        </p:nvSpPr>
        <p:spPr>
          <a:xfrm>
            <a:off x="5012741" y="839419"/>
            <a:ext cx="72238" cy="72238"/>
          </a:xfrm>
          <a:prstGeom prst="ellipse">
            <a:avLst/>
          </a:prstGeom>
          <a:solidFill>
            <a:srgbClr val="D0CFCF"/>
          </a:solidFill>
          <a:ln/>
        </p:spPr>
      </p:sp>
      <p:sp>
        <p:nvSpPr>
          <p:cNvPr id="135" name="Shape 133"/>
          <p:cNvSpPr/>
          <p:nvPr/>
        </p:nvSpPr>
        <p:spPr>
          <a:xfrm>
            <a:off x="5012741" y="5953658"/>
            <a:ext cx="72238" cy="72238"/>
          </a:xfrm>
          <a:prstGeom prst="ellipse">
            <a:avLst/>
          </a:prstGeom>
          <a:solidFill>
            <a:srgbClr val="D0CFCF"/>
          </a:solidFill>
          <a:ln/>
        </p:spPr>
      </p:sp>
      <p:sp>
        <p:nvSpPr>
          <p:cNvPr id="136" name="Text 134"/>
          <p:cNvSpPr/>
          <p:nvPr/>
        </p:nvSpPr>
        <p:spPr>
          <a:xfrm>
            <a:off x="822960" y="2856586"/>
            <a:ext cx="4087368" cy="1200607"/>
          </a:xfrm>
          <a:prstGeom prst="rect">
            <a:avLst/>
          </a:prstGeom>
          <a:noFill/>
          <a:ln/>
        </p:spPr>
        <p:txBody>
          <a:bodyPr wrap="square" rtlCol="0" anchor="t"/>
          <a:lstStyle/>
          <a:p>
            <a:pPr algn="ctr" indent="0" marL="0">
              <a:lnSpc>
                <a:spcPct val="90000"/>
              </a:lnSpc>
              <a:buNone/>
            </a:pPr>
            <a:r>
              <a:rPr lang="en-US" sz="9600" spc="-150" kern="0" dirty="0">
                <a:solidFill>
                  <a:srgbClr val="FFFFFF"/>
                </a:solidFill>
                <a:latin typeface="Manrope" pitchFamily="34" charset="0"/>
                <a:ea typeface="Manrope" pitchFamily="34" charset="-122"/>
                <a:cs typeface="Manrope" pitchFamily="34" charset="-120"/>
              </a:rPr>
              <a:t>2017</a:t>
            </a:r>
          </a:p>
        </p:txBody>
      </p:sp>
      <p:sp>
        <p:nvSpPr>
          <p:cNvPr id="137" name="Text 135"/>
          <p:cNvSpPr/>
          <p:nvPr/>
        </p:nvSpPr>
        <p:spPr>
          <a:xfrm>
            <a:off x="914400" y="1138428"/>
            <a:ext cx="3904488" cy="377647"/>
          </a:xfrm>
          <a:prstGeom prst="rect">
            <a:avLst/>
          </a:prstGeom>
          <a:noFill/>
          <a:ln/>
        </p:spPr>
        <p:txBody>
          <a:bodyPr wrap="square" rtlCol="0" anchor="t"/>
          <a:lstStyle/>
          <a:p>
            <a:pPr algn="ctr" indent="0" marL="0">
              <a:lnSpc>
                <a:spcPct val="125000"/>
              </a:lnSpc>
              <a:spcAft>
                <a:spcPts val="600"/>
              </a:spcAft>
              <a:buNone/>
            </a:pPr>
            <a:r>
              <a:rPr lang="en-US" sz="1800" dirty="0">
                <a:solidFill>
                  <a:srgbClr val="FFFFFF"/>
                </a:solidFill>
                <a:latin typeface="Manrope" pitchFamily="34" charset="0"/>
                <a:ea typeface="Manrope" pitchFamily="34" charset="-122"/>
                <a:cs typeface="Manrope" pitchFamily="34" charset="-120"/>
              </a:rPr>
              <a:t>The transformer arrives</a:t>
            </a:r>
          </a:p>
        </p:txBody>
      </p:sp>
      <p:sp>
        <p:nvSpPr>
          <p:cNvPr id="138" name="Text 136"/>
          <p:cNvSpPr/>
          <p:nvPr/>
        </p:nvSpPr>
        <p:spPr>
          <a:xfrm>
            <a:off x="868680" y="4983480"/>
            <a:ext cx="3995928" cy="777240"/>
          </a:xfrm>
          <a:prstGeom prst="rect">
            <a:avLst/>
          </a:prstGeom>
          <a:noFill/>
          <a:ln/>
        </p:spPr>
        <p:txBody>
          <a:bodyPr wrap="square" rtlCol="0" anchor="t"/>
          <a:lstStyle/>
          <a:p>
            <a:pPr algn="ctr" indent="0" marL="0">
              <a:lnSpc>
                <a:spcPct val="125000"/>
              </a:lnSpc>
              <a:spcAft>
                <a:spcPts val="600"/>
              </a:spcAft>
              <a:buNone/>
            </a:pPr>
            <a:r>
              <a:rPr lang="en-US" sz="1800" dirty="0">
                <a:solidFill>
                  <a:srgbClr val="FFFFFF"/>
                </a:solidFill>
                <a:latin typeface="Manrope" pitchFamily="34" charset="0"/>
                <a:ea typeface="Manrope" pitchFamily="34" charset="-122"/>
                <a:cs typeface="Manrope" pitchFamily="34" charset="-120"/>
              </a:rPr>
              <a:t>“Attention Is All You Need”</a:t>
            </a:r>
          </a:p>
          <a:p>
            <a:pPr algn="ctr" indent="0" marL="0">
              <a:lnSpc>
                <a:spcPct val="125000"/>
              </a:lnSpc>
              <a:spcAft>
                <a:spcPts val="600"/>
              </a:spcAft>
              <a:buNone/>
            </a:pPr>
            <a:r>
              <a:rPr lang="en-US" sz="1800" dirty="0">
                <a:solidFill>
                  <a:srgbClr val="C0DAB4"/>
                </a:solidFill>
                <a:latin typeface="Manrope" pitchFamily="34" charset="0"/>
                <a:ea typeface="Manrope" pitchFamily="34" charset="-122"/>
                <a:cs typeface="Manrope" pitchFamily="34" charset="-120"/>
              </a:rPr>
              <a:t>Vaswani et al.</a:t>
            </a:r>
          </a:p>
        </p:txBody>
      </p:sp>
      <p:sp>
        <p:nvSpPr>
          <p:cNvPr id="139" name="Text 137"/>
          <p:cNvSpPr/>
          <p:nvPr/>
        </p:nvSpPr>
        <p:spPr>
          <a:xfrm>
            <a:off x="6272784" y="5349240"/>
            <a:ext cx="5120640" cy="731520"/>
          </a:xfrm>
          <a:prstGeom prst="rect">
            <a:avLst/>
          </a:prstGeom>
          <a:noFill/>
          <a:ln/>
        </p:spPr>
        <p:txBody>
          <a:bodyPr wrap="square" rtlCol="0" anchor="t"/>
          <a:lstStyle/>
          <a:p>
            <a:pPr indent="0" marL="0">
              <a:lnSpc>
                <a:spcPct val="125000"/>
              </a:lnSpc>
              <a:spcAft>
                <a:spcPts val="600"/>
              </a:spcAft>
              <a:buNone/>
            </a:pPr>
            <a:r>
              <a:rPr lang="en-US" sz="1600" dirty="0" b="1">
                <a:solidFill>
                  <a:srgbClr val="D5E6CD"/>
                </a:solidFill>
                <a:latin typeface="Manrope" pitchFamily="34" charset="0"/>
                <a:ea typeface="Manrope" pitchFamily="34" charset="-122"/>
                <a:cs typeface="Manrope" pitchFamily="34" charset="-120"/>
              </a:rPr>
              <a:t>LoRA </a:t>
            </a:r>
            <a:r>
              <a:rPr lang="en-US" sz="1600" dirty="0">
                <a:solidFill>
                  <a:srgbClr val="FFFFFF"/>
                </a:solidFill>
                <a:latin typeface="Manrope" pitchFamily="34" charset="0"/>
                <a:ea typeface="Manrope" pitchFamily="34" charset="-122"/>
                <a:cs typeface="Manrope" pitchFamily="34" charset="-120"/>
              </a:rPr>
              <a:t>is like adding sticky notes to a textbook instead of reprinting the whole book (analogy).</a:t>
            </a:r>
          </a:p>
        </p:txBody>
      </p:sp>
      <p:sp>
        <p:nvSpPr>
          <p:cNvPr id="140" name="Text 138"/>
          <p:cNvSpPr/>
          <p:nvPr/>
        </p:nvSpPr>
        <p:spPr>
          <a:xfrm>
            <a:off x="6880860" y="2670048"/>
            <a:ext cx="4288536" cy="914400"/>
          </a:xfrm>
          <a:prstGeom prst="rect">
            <a:avLst/>
          </a:prstGeom>
          <a:noFill/>
          <a:ln/>
        </p:spPr>
        <p:txBody>
          <a:bodyPr wrap="square" rtlCol="0" anchor="t"/>
          <a:lstStyle/>
          <a:p>
            <a:pPr indent="0" marL="0">
              <a:lnSpc>
                <a:spcPct val="110000"/>
              </a:lnSpc>
              <a:spcAft>
                <a:spcPts val="600"/>
              </a:spcAft>
              <a:buNone/>
            </a:pPr>
            <a:r>
              <a:rPr lang="en-US" sz="1600" dirty="0" b="1">
                <a:solidFill>
                  <a:srgbClr val="D5E6CD"/>
                </a:solidFill>
                <a:latin typeface="Manrope" pitchFamily="34" charset="0"/>
                <a:ea typeface="Manrope" pitchFamily="34" charset="-122"/>
                <a:cs typeface="Manrope" pitchFamily="34" charset="-120"/>
              </a:rPr>
              <a:t>Analogy: </a:t>
            </a:r>
            <a:r>
              <a:rPr lang="en-US" sz="1600" dirty="0">
                <a:solidFill>
                  <a:srgbClr val="FFFFFF"/>
                </a:solidFill>
                <a:latin typeface="Manrope" pitchFamily="34" charset="0"/>
                <a:ea typeface="Manrope" pitchFamily="34" charset="-122"/>
                <a:cs typeface="Manrope" pitchFamily="34" charset="-120"/>
              </a:rPr>
              <a:t>attention works like a library. Books whose labels best match your question get the most attention.</a:t>
            </a:r>
          </a:p>
        </p:txBody>
      </p:sp>
      <p:sp>
        <p:nvSpPr>
          <p:cNvPr id="141" name="Shape 139"/>
          <p:cNvSpPr/>
          <p:nvPr/>
        </p:nvSpPr>
        <p:spPr>
          <a:xfrm>
            <a:off x="6384341" y="2697480"/>
            <a:ext cx="393192" cy="393192"/>
          </a:xfrm>
          <a:prstGeom prst="ellipse">
            <a:avLst/>
          </a:prstGeom>
          <a:ln w="15875">
            <a:solidFill>
              <a:srgbClr val="9FEF9C"/>
            </a:solidFill>
            <a:prstDash val="solid"/>
          </a:ln>
        </p:spPr>
      </p:sp>
      <p:sp>
        <p:nvSpPr>
          <p:cNvPr id="142" name="Shape 140"/>
          <p:cNvSpPr/>
          <p:nvPr/>
        </p:nvSpPr>
        <p:spPr>
          <a:xfrm>
            <a:off x="6514094" y="2827325"/>
            <a:ext cx="133685" cy="133685"/>
          </a:xfrm>
          <a:prstGeom prst="ellipse">
            <a:avLst/>
          </a:prstGeom>
          <a:solidFill>
            <a:srgbClr val="9FEF9C"/>
          </a:solidFill>
          <a:ln/>
        </p:spPr>
      </p:sp>
      <p:sp>
        <p:nvSpPr>
          <p:cNvPr id="145" name="Time"/>
          <p:cNvSpPr/>
          <p:nvPr/>
        </p:nvSpPr>
        <p:spPr>
          <a:xfrm>
            <a:off x="6272784" y="2212848"/>
            <a:ext cx="5486400" cy="365760"/>
          </a:xfrm>
          <a:prstGeom prst="rect">
            <a:avLst/>
          </a:prstGeom>
          <a:noFill/>
          <a:ln w="12700">
            <a:noFill/>
          </a:ln>
        </p:spPr>
        <p:txBody>
          <a:bodyPr wrap="square" lIns="0" rIns="0" tIns="0" bIns="0" anchor="t" rtlCol="0"/>
          <a:lstStyle/>
          <a:p>
            <a:pPr algn="l"/>
            <a:r>
              <a:rPr lang="en-US" sz="1600" b="0" dirty="0">
                <a:solidFill>
                  <a:srgbClr val="D0CFCF"/>
                </a:solidFill>
                <a:latin typeface="Manrope"/>
                <a:cs typeface="Manrope"/>
              </a:rPr>
              <a:t>Its centerpiece: the transformer</a:t>
            </a:r>
          </a:p>
        </p:txBody>
      </p:sp>
      <p:sp>
        <p:nvSpPr>
          <p:cNvPr id="146" name="Lib box Query"/>
          <p:cNvSpPr/>
          <p:nvPr/>
        </p:nvSpPr>
        <p:spPr>
          <a:xfrm>
            <a:off x="6272784" y="3749040"/>
            <a:ext cx="1554480" cy="1325880"/>
          </a:xfrm>
          <a:prstGeom prst="roundRect">
            <a:avLst>
              <a:gd name="adj" fmla="val 18000"/>
            </a:avLst>
          </a:prstGeom>
          <a:solidFill>
            <a:srgbClr val="2A3A31"/>
          </a:solidFill>
          <a:ln w="12700">
            <a:solidFill>
              <a:srgbClr val="A9C022"/>
            </a:solidFill>
          </a:ln>
        </p:spPr>
        <p:txBody>
          <a:bodyPr wrap="square" lIns="73152" rIns="73152" tIns="0" bIns="0" anchor="ctr" rtlCol="0"/>
          <a:lstStyle/>
          <a:p>
            <a:pPr algn="ctr"/>
            <a:r>
              <a:rPr lang="en-US" sz="1600" b="1" dirty="0">
                <a:solidFill>
                  <a:srgbClr val="A9C022"/>
                </a:solidFill>
                <a:latin typeface="Manrope"/>
                <a:cs typeface="Manrope"/>
              </a:rPr>
              <a:t>Query</a:t>
            </a:r>
            <a:endParaRPr lang="en-US" sz="1600"/>
          </a:p>
          <a:p>
            <a:pPr algn="ctr"/>
            <a:r>
              <a:rPr lang="en-US" sz="1600" b="0" dirty="0">
                <a:solidFill>
                  <a:srgbClr val="FFFFFF"/>
                </a:solidFill>
                <a:latin typeface="Manrope"/>
                <a:cs typeface="Manrope"/>
              </a:rPr>
              <a:t>what you're looking for</a:t>
            </a:r>
            <a:endParaRPr lang="en-US" sz="1600"/>
          </a:p>
        </p:txBody>
      </p:sp>
      <p:sp>
        <p:nvSpPr>
          <p:cNvPr id="147" name="Lib arrow"/>
          <p:cNvSpPr/>
          <p:nvPr/>
        </p:nvSpPr>
        <p:spPr>
          <a:xfrm>
            <a:off x="7845552" y="4416552"/>
            <a:ext cx="192024" cy="0"/>
          </a:xfrm>
          <a:prstGeom prst="straightConnector1">
            <a:avLst/>
          </a:prstGeom>
          <a:noFill/>
          <a:ln w="19050">
            <a:solidFill>
              <a:srgbClr val="A9C022"/>
            </a:solidFill>
            <a:tailEnd type="triangle" w="med" len="med"/>
          </a:ln>
        </p:spPr>
        <p:txBody>
          <a:bodyPr wrap="square" lIns="73152" rIns="73152" tIns="0" bIns="0" anchor="ctr" rtlCol="0"/>
          <a:lstStyle/>
          <a:p>
            <a:pPr algn="l"/>
            <a:endParaRPr lang="en-US" sz="1600"/>
          </a:p>
        </p:txBody>
      </p:sp>
      <p:sp>
        <p:nvSpPr>
          <p:cNvPr id="148" name="Lib box Keys"/>
          <p:cNvSpPr/>
          <p:nvPr/>
        </p:nvSpPr>
        <p:spPr>
          <a:xfrm>
            <a:off x="8055864" y="3749040"/>
            <a:ext cx="1554480" cy="1325880"/>
          </a:xfrm>
          <a:prstGeom prst="roundRect">
            <a:avLst>
              <a:gd name="adj" fmla="val 18000"/>
            </a:avLst>
          </a:prstGeom>
          <a:solidFill>
            <a:srgbClr val="2A3A31"/>
          </a:solidFill>
          <a:ln w="12700">
            <a:solidFill>
              <a:srgbClr val="5C6E5E"/>
            </a:solidFill>
          </a:ln>
        </p:spPr>
        <p:txBody>
          <a:bodyPr wrap="square" lIns="73152" rIns="73152" tIns="0" bIns="0" anchor="ctr" rtlCol="0"/>
          <a:lstStyle/>
          <a:p>
            <a:pPr algn="ctr"/>
            <a:r>
              <a:rPr lang="en-US" sz="1600" b="1" dirty="0">
                <a:solidFill>
                  <a:srgbClr val="A9C022"/>
                </a:solidFill>
                <a:latin typeface="Manrope"/>
                <a:cs typeface="Manrope"/>
              </a:rPr>
              <a:t>Keys</a:t>
            </a:r>
            <a:endParaRPr lang="en-US" sz="1600"/>
          </a:p>
          <a:p>
            <a:pPr algn="ctr"/>
            <a:r>
              <a:rPr lang="en-US" sz="1600" b="0" dirty="0">
                <a:solidFill>
                  <a:srgbClr val="FFFFFF"/>
                </a:solidFill>
                <a:latin typeface="Manrope"/>
                <a:cs typeface="Manrope"/>
              </a:rPr>
              <a:t>the labels on the books</a:t>
            </a:r>
            <a:endParaRPr lang="en-US" sz="1600"/>
          </a:p>
        </p:txBody>
      </p:sp>
      <p:sp>
        <p:nvSpPr>
          <p:cNvPr id="149" name="Lib arrow"/>
          <p:cNvSpPr/>
          <p:nvPr/>
        </p:nvSpPr>
        <p:spPr>
          <a:xfrm>
            <a:off x="9628632" y="4416552"/>
            <a:ext cx="192024" cy="0"/>
          </a:xfrm>
          <a:prstGeom prst="straightConnector1">
            <a:avLst/>
          </a:prstGeom>
          <a:noFill/>
          <a:ln w="19050">
            <a:solidFill>
              <a:srgbClr val="A9C022"/>
            </a:solidFill>
            <a:tailEnd type="triangle" w="med" len="med"/>
          </a:ln>
        </p:spPr>
        <p:txBody>
          <a:bodyPr wrap="square" lIns="73152" rIns="73152" tIns="0" bIns="0" anchor="ctr" rtlCol="0"/>
          <a:lstStyle/>
          <a:p>
            <a:pPr algn="l"/>
            <a:endParaRPr lang="en-US" sz="1600"/>
          </a:p>
        </p:txBody>
      </p:sp>
      <p:sp>
        <p:nvSpPr>
          <p:cNvPr id="150" name="Lib box Values"/>
          <p:cNvSpPr/>
          <p:nvPr/>
        </p:nvSpPr>
        <p:spPr>
          <a:xfrm>
            <a:off x="9838944" y="3749040"/>
            <a:ext cx="1554480" cy="1325880"/>
          </a:xfrm>
          <a:prstGeom prst="roundRect">
            <a:avLst>
              <a:gd name="adj" fmla="val 18000"/>
            </a:avLst>
          </a:prstGeom>
          <a:solidFill>
            <a:srgbClr val="2A3A31"/>
          </a:solidFill>
          <a:ln w="12700">
            <a:solidFill>
              <a:srgbClr val="5C6E5E"/>
            </a:solidFill>
          </a:ln>
        </p:spPr>
        <p:txBody>
          <a:bodyPr wrap="square" lIns="73152" rIns="73152" tIns="0" bIns="0" anchor="ctr" rtlCol="0"/>
          <a:lstStyle/>
          <a:p>
            <a:pPr algn="ctr"/>
            <a:r>
              <a:rPr lang="en-US" sz="1600" b="1" dirty="0">
                <a:solidFill>
                  <a:srgbClr val="A9C022"/>
                </a:solidFill>
                <a:latin typeface="Manrope"/>
                <a:cs typeface="Manrope"/>
              </a:rPr>
              <a:t>Values</a:t>
            </a:r>
            <a:endParaRPr lang="en-US" sz="1600"/>
          </a:p>
          <a:p>
            <a:pPr algn="ctr"/>
            <a:r>
              <a:rPr lang="en-US" sz="1600" b="0" dirty="0">
                <a:solidFill>
                  <a:srgbClr val="FFFFFF"/>
                </a:solidFill>
                <a:latin typeface="Manrope"/>
                <a:cs typeface="Manrope"/>
              </a:rPr>
              <a:t>what's inside the books</a:t>
            </a:r>
            <a:endParaRPr lang="en-US"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4441"/>
          </a:solidFill>
          <a:ln/>
        </p:spPr>
      </p:sp>
      <p:sp>
        <p:nvSpPr>
          <p:cNvPr id="3" name="Shape 1"/>
          <p:cNvSpPr/>
          <p:nvPr/>
        </p:nvSpPr>
        <p:spPr>
          <a:xfrm>
            <a:off x="-10058400" y="-21488400"/>
            <a:ext cx="43525440" cy="43525440"/>
          </a:xfrm>
          <a:prstGeom prst="ellipse">
            <a:avLst/>
          </a:prstGeom>
          <a:solidFill>
            <a:srgbClr val="4B6041">
              <a:alpha val="5333"/>
            </a:srgbClr>
          </a:solidFill>
          <a:ln/>
        </p:spPr>
      </p:sp>
      <p:sp>
        <p:nvSpPr>
          <p:cNvPr id="4" name="Shape 2"/>
          <p:cNvSpPr/>
          <p:nvPr/>
        </p:nvSpPr>
        <p:spPr>
          <a:xfrm>
            <a:off x="-8046720" y="-19476720"/>
            <a:ext cx="39502080" cy="39502080"/>
          </a:xfrm>
          <a:prstGeom prst="ellipse">
            <a:avLst/>
          </a:prstGeom>
          <a:solidFill>
            <a:srgbClr val="4B6041">
              <a:alpha val="6000"/>
            </a:srgbClr>
          </a:solidFill>
          <a:ln/>
        </p:spPr>
      </p:sp>
      <p:sp>
        <p:nvSpPr>
          <p:cNvPr id="5" name="Shape 3"/>
          <p:cNvSpPr/>
          <p:nvPr/>
        </p:nvSpPr>
        <p:spPr>
          <a:xfrm>
            <a:off x="-6035040" y="-17465040"/>
            <a:ext cx="35478720" cy="35478720"/>
          </a:xfrm>
          <a:prstGeom prst="ellipse">
            <a:avLst/>
          </a:prstGeom>
          <a:solidFill>
            <a:srgbClr val="4B6041">
              <a:alpha val="6857"/>
            </a:srgbClr>
          </a:solidFill>
          <a:ln/>
        </p:spPr>
      </p:sp>
      <p:sp>
        <p:nvSpPr>
          <p:cNvPr id="6" name="Shape 4"/>
          <p:cNvSpPr/>
          <p:nvPr/>
        </p:nvSpPr>
        <p:spPr>
          <a:xfrm>
            <a:off x="-4023360" y="-15453360"/>
            <a:ext cx="31455360" cy="31455360"/>
          </a:xfrm>
          <a:prstGeom prst="ellipse">
            <a:avLst/>
          </a:prstGeom>
          <a:solidFill>
            <a:srgbClr val="4B6041">
              <a:alpha val="8000"/>
            </a:srgbClr>
          </a:solidFill>
          <a:ln/>
        </p:spPr>
      </p:sp>
      <p:sp>
        <p:nvSpPr>
          <p:cNvPr id="7" name="Shape 5"/>
          <p:cNvSpPr/>
          <p:nvPr/>
        </p:nvSpPr>
        <p:spPr>
          <a:xfrm>
            <a:off x="-2011680" y="-13441680"/>
            <a:ext cx="27432000" cy="27432000"/>
          </a:xfrm>
          <a:prstGeom prst="ellipse">
            <a:avLst/>
          </a:prstGeom>
          <a:solidFill>
            <a:srgbClr val="4B6041">
              <a:alpha val="9600"/>
            </a:srgbClr>
          </a:solidFill>
          <a:ln/>
        </p:spPr>
      </p:sp>
      <p:sp>
        <p:nvSpPr>
          <p:cNvPr id="8" name="Shape 6"/>
          <p:cNvSpPr/>
          <p:nvPr/>
        </p:nvSpPr>
        <p:spPr>
          <a:xfrm>
            <a:off x="0" y="-11430000"/>
            <a:ext cx="23408640" cy="23408640"/>
          </a:xfrm>
          <a:prstGeom prst="ellipse">
            <a:avLst/>
          </a:prstGeom>
          <a:solidFill>
            <a:srgbClr val="4B6041">
              <a:alpha val="12000"/>
            </a:srgbClr>
          </a:solidFill>
          <a:ln/>
        </p:spPr>
      </p:sp>
      <p:sp>
        <p:nvSpPr>
          <p:cNvPr id="9" name="Shape 7"/>
          <p:cNvSpPr/>
          <p:nvPr/>
        </p:nvSpPr>
        <p:spPr>
          <a:xfrm>
            <a:off x="2011680" y="-9418320"/>
            <a:ext cx="19385280" cy="19385280"/>
          </a:xfrm>
          <a:prstGeom prst="ellipse">
            <a:avLst/>
          </a:prstGeom>
          <a:solidFill>
            <a:srgbClr val="4B6041">
              <a:alpha val="16000"/>
            </a:srgbClr>
          </a:solidFill>
          <a:ln/>
        </p:spPr>
      </p:sp>
      <p:sp>
        <p:nvSpPr>
          <p:cNvPr id="10" name="Shape 8"/>
          <p:cNvSpPr/>
          <p:nvPr/>
        </p:nvSpPr>
        <p:spPr>
          <a:xfrm>
            <a:off x="4023360" y="-7406640"/>
            <a:ext cx="15361920" cy="15361920"/>
          </a:xfrm>
          <a:prstGeom prst="ellipse">
            <a:avLst/>
          </a:prstGeom>
          <a:solidFill>
            <a:srgbClr val="4B6041">
              <a:alpha val="24000"/>
            </a:srgbClr>
          </a:solidFill>
          <a:ln/>
        </p:spPr>
      </p:sp>
      <p:sp>
        <p:nvSpPr>
          <p:cNvPr id="11" name="Shape 9"/>
          <p:cNvSpPr/>
          <p:nvPr/>
        </p:nvSpPr>
        <p:spPr>
          <a:xfrm>
            <a:off x="6035040" y="-5394960"/>
            <a:ext cx="11338560" cy="11338560"/>
          </a:xfrm>
          <a:prstGeom prst="ellipse">
            <a:avLst/>
          </a:prstGeom>
          <a:solidFill>
            <a:srgbClr val="4B6041">
              <a:alpha val="48000"/>
            </a:srgbClr>
          </a:solidFill>
          <a:ln/>
        </p:spPr>
      </p:sp>
      <p:sp>
        <p:nvSpPr>
          <p:cNvPr id="17" name="Shape 15"/>
          <p:cNvSpPr/>
          <p:nvPr/>
        </p:nvSpPr>
        <p:spPr>
          <a:xfrm>
            <a:off x="7651699" y="1720901"/>
            <a:ext cx="803758" cy="849706"/>
          </a:xfrm>
          <a:prstGeom prst="rect">
            <a:avLst/>
          </a:prstGeom>
          <a:solidFill>
            <a:srgbClr val="FFFFFF">
              <a:alpha val="688"/>
            </a:srgbClr>
          </a:solidFill>
          <a:ln/>
        </p:spPr>
      </p:sp>
      <p:sp>
        <p:nvSpPr>
          <p:cNvPr id="18" name="Shape 16"/>
          <p:cNvSpPr/>
          <p:nvPr/>
        </p:nvSpPr>
        <p:spPr>
          <a:xfrm>
            <a:off x="7651699" y="2561463"/>
            <a:ext cx="803758" cy="849706"/>
          </a:xfrm>
          <a:prstGeom prst="rect">
            <a:avLst/>
          </a:prstGeom>
          <a:solidFill>
            <a:srgbClr val="FFFFFF">
              <a:alpha val="1375"/>
            </a:srgbClr>
          </a:solidFill>
          <a:ln/>
        </p:spPr>
      </p:sp>
      <p:sp>
        <p:nvSpPr>
          <p:cNvPr id="19" name="Shape 17"/>
          <p:cNvSpPr/>
          <p:nvPr/>
        </p:nvSpPr>
        <p:spPr>
          <a:xfrm>
            <a:off x="7651699" y="3402025"/>
            <a:ext cx="803758" cy="849706"/>
          </a:xfrm>
          <a:prstGeom prst="rect">
            <a:avLst/>
          </a:prstGeom>
          <a:solidFill>
            <a:srgbClr val="FFFFFF">
              <a:alpha val="2063"/>
            </a:srgbClr>
          </a:solidFill>
          <a:ln/>
        </p:spPr>
      </p:sp>
      <p:sp>
        <p:nvSpPr>
          <p:cNvPr id="20" name="Shape 18"/>
          <p:cNvSpPr/>
          <p:nvPr/>
        </p:nvSpPr>
        <p:spPr>
          <a:xfrm>
            <a:off x="7651699" y="4242587"/>
            <a:ext cx="803758" cy="849706"/>
          </a:xfrm>
          <a:prstGeom prst="rect">
            <a:avLst/>
          </a:prstGeom>
          <a:solidFill>
            <a:srgbClr val="FFFFFF">
              <a:alpha val="2750"/>
            </a:srgbClr>
          </a:solidFill>
          <a:ln/>
        </p:spPr>
      </p:sp>
      <p:sp>
        <p:nvSpPr>
          <p:cNvPr id="21" name="Shape 19"/>
          <p:cNvSpPr/>
          <p:nvPr/>
        </p:nvSpPr>
        <p:spPr>
          <a:xfrm>
            <a:off x="7651699" y="5083150"/>
            <a:ext cx="803758" cy="849706"/>
          </a:xfrm>
          <a:prstGeom prst="rect">
            <a:avLst/>
          </a:prstGeom>
          <a:solidFill>
            <a:srgbClr val="FFFFFF">
              <a:alpha val="3438"/>
            </a:srgbClr>
          </a:solidFill>
          <a:ln/>
        </p:spPr>
      </p:sp>
      <p:sp>
        <p:nvSpPr>
          <p:cNvPr id="22" name="Shape 20"/>
          <p:cNvSpPr/>
          <p:nvPr/>
        </p:nvSpPr>
        <p:spPr>
          <a:xfrm>
            <a:off x="7651699" y="5923712"/>
            <a:ext cx="803758" cy="849706"/>
          </a:xfrm>
          <a:prstGeom prst="rect">
            <a:avLst/>
          </a:prstGeom>
          <a:solidFill>
            <a:srgbClr val="FFFFFF">
              <a:alpha val="4125"/>
            </a:srgbClr>
          </a:solidFill>
          <a:ln/>
        </p:spPr>
      </p:sp>
      <p:sp>
        <p:nvSpPr>
          <p:cNvPr id="23" name="Shape 21"/>
          <p:cNvSpPr/>
          <p:nvPr/>
        </p:nvSpPr>
        <p:spPr>
          <a:xfrm>
            <a:off x="7651699" y="6764274"/>
            <a:ext cx="803758" cy="849706"/>
          </a:xfrm>
          <a:prstGeom prst="rect">
            <a:avLst/>
          </a:prstGeom>
          <a:solidFill>
            <a:srgbClr val="FFFFFF">
              <a:alpha val="4813"/>
            </a:srgbClr>
          </a:solidFill>
          <a:ln/>
        </p:spPr>
      </p:sp>
      <p:sp>
        <p:nvSpPr>
          <p:cNvPr id="24" name="Shape 22"/>
          <p:cNvSpPr/>
          <p:nvPr/>
        </p:nvSpPr>
        <p:spPr>
          <a:xfrm>
            <a:off x="7651699" y="7604836"/>
            <a:ext cx="803758" cy="849706"/>
          </a:xfrm>
          <a:prstGeom prst="rect">
            <a:avLst/>
          </a:prstGeom>
          <a:solidFill>
            <a:srgbClr val="FFFFFF">
              <a:alpha val="5500"/>
            </a:srgbClr>
          </a:solidFill>
          <a:ln/>
        </p:spPr>
      </p:sp>
      <p:sp>
        <p:nvSpPr>
          <p:cNvPr id="25" name="Shape 23"/>
          <p:cNvSpPr/>
          <p:nvPr/>
        </p:nvSpPr>
        <p:spPr>
          <a:xfrm>
            <a:off x="6281928" y="4329684"/>
            <a:ext cx="803758" cy="523723"/>
          </a:xfrm>
          <a:prstGeom prst="rect">
            <a:avLst/>
          </a:prstGeom>
          <a:solidFill>
            <a:srgbClr val="FFFFFF">
              <a:alpha val="138"/>
            </a:srgbClr>
          </a:solidFill>
          <a:ln/>
        </p:spPr>
      </p:sp>
      <p:sp>
        <p:nvSpPr>
          <p:cNvPr id="26" name="Shape 24"/>
          <p:cNvSpPr/>
          <p:nvPr/>
        </p:nvSpPr>
        <p:spPr>
          <a:xfrm>
            <a:off x="6281928" y="4844263"/>
            <a:ext cx="803758" cy="523723"/>
          </a:xfrm>
          <a:prstGeom prst="rect">
            <a:avLst/>
          </a:prstGeom>
          <a:solidFill>
            <a:srgbClr val="FFFFFF">
              <a:alpha val="275"/>
            </a:srgbClr>
          </a:solidFill>
          <a:ln/>
        </p:spPr>
      </p:sp>
      <p:sp>
        <p:nvSpPr>
          <p:cNvPr id="27" name="Shape 25"/>
          <p:cNvSpPr/>
          <p:nvPr/>
        </p:nvSpPr>
        <p:spPr>
          <a:xfrm>
            <a:off x="6281928" y="5358841"/>
            <a:ext cx="803758" cy="523723"/>
          </a:xfrm>
          <a:prstGeom prst="rect">
            <a:avLst/>
          </a:prstGeom>
          <a:solidFill>
            <a:srgbClr val="FFFFFF">
              <a:alpha val="412"/>
            </a:srgbClr>
          </a:solidFill>
          <a:ln/>
        </p:spPr>
      </p:sp>
      <p:sp>
        <p:nvSpPr>
          <p:cNvPr id="28" name="Shape 26"/>
          <p:cNvSpPr/>
          <p:nvPr/>
        </p:nvSpPr>
        <p:spPr>
          <a:xfrm>
            <a:off x="6281928" y="5873420"/>
            <a:ext cx="803758" cy="523723"/>
          </a:xfrm>
          <a:prstGeom prst="rect">
            <a:avLst/>
          </a:prstGeom>
          <a:solidFill>
            <a:srgbClr val="FFFFFF">
              <a:alpha val="550"/>
            </a:srgbClr>
          </a:solidFill>
          <a:ln/>
        </p:spPr>
      </p:sp>
      <p:sp>
        <p:nvSpPr>
          <p:cNvPr id="29" name="Shape 27"/>
          <p:cNvSpPr/>
          <p:nvPr/>
        </p:nvSpPr>
        <p:spPr>
          <a:xfrm>
            <a:off x="6281928" y="6387998"/>
            <a:ext cx="803758" cy="523723"/>
          </a:xfrm>
          <a:prstGeom prst="rect">
            <a:avLst/>
          </a:prstGeom>
          <a:solidFill>
            <a:srgbClr val="FFFFFF">
              <a:alpha val="688"/>
            </a:srgbClr>
          </a:solidFill>
          <a:ln/>
        </p:spPr>
      </p:sp>
      <p:sp>
        <p:nvSpPr>
          <p:cNvPr id="30" name="Shape 28"/>
          <p:cNvSpPr/>
          <p:nvPr/>
        </p:nvSpPr>
        <p:spPr>
          <a:xfrm>
            <a:off x="6281928" y="6902577"/>
            <a:ext cx="803758" cy="523723"/>
          </a:xfrm>
          <a:prstGeom prst="rect">
            <a:avLst/>
          </a:prstGeom>
          <a:solidFill>
            <a:srgbClr val="FFFFFF">
              <a:alpha val="825"/>
            </a:srgbClr>
          </a:solidFill>
          <a:ln/>
        </p:spPr>
      </p:sp>
      <p:sp>
        <p:nvSpPr>
          <p:cNvPr id="31" name="Shape 29"/>
          <p:cNvSpPr/>
          <p:nvPr/>
        </p:nvSpPr>
        <p:spPr>
          <a:xfrm>
            <a:off x="6281928" y="7417156"/>
            <a:ext cx="803758" cy="523723"/>
          </a:xfrm>
          <a:prstGeom prst="rect">
            <a:avLst/>
          </a:prstGeom>
          <a:solidFill>
            <a:srgbClr val="FFFFFF">
              <a:alpha val="963"/>
            </a:srgbClr>
          </a:solidFill>
          <a:ln/>
        </p:spPr>
      </p:sp>
      <p:sp>
        <p:nvSpPr>
          <p:cNvPr id="32" name="Shape 30"/>
          <p:cNvSpPr/>
          <p:nvPr/>
        </p:nvSpPr>
        <p:spPr>
          <a:xfrm>
            <a:off x="6281928" y="7931734"/>
            <a:ext cx="803758" cy="523723"/>
          </a:xfrm>
          <a:prstGeom prst="rect">
            <a:avLst/>
          </a:prstGeom>
          <a:solidFill>
            <a:srgbClr val="FFFFFF">
              <a:alpha val="1100"/>
            </a:srgbClr>
          </a:solidFill>
          <a:ln/>
        </p:spPr>
      </p:sp>
      <p:sp>
        <p:nvSpPr>
          <p:cNvPr id="33" name="Shape 31"/>
          <p:cNvSpPr/>
          <p:nvPr/>
        </p:nvSpPr>
        <p:spPr>
          <a:xfrm>
            <a:off x="6971386" y="3148279"/>
            <a:ext cx="803758" cy="671284"/>
          </a:xfrm>
          <a:prstGeom prst="rect">
            <a:avLst/>
          </a:prstGeom>
          <a:solidFill>
            <a:srgbClr val="FFFFFF">
              <a:alpha val="344"/>
            </a:srgbClr>
          </a:solidFill>
          <a:ln/>
        </p:spPr>
      </p:sp>
      <p:sp>
        <p:nvSpPr>
          <p:cNvPr id="34" name="Shape 32"/>
          <p:cNvSpPr/>
          <p:nvPr/>
        </p:nvSpPr>
        <p:spPr>
          <a:xfrm>
            <a:off x="6971386" y="3810419"/>
            <a:ext cx="803758" cy="671284"/>
          </a:xfrm>
          <a:prstGeom prst="rect">
            <a:avLst/>
          </a:prstGeom>
          <a:solidFill>
            <a:srgbClr val="FFFFFF">
              <a:alpha val="688"/>
            </a:srgbClr>
          </a:solidFill>
          <a:ln/>
        </p:spPr>
      </p:sp>
      <p:sp>
        <p:nvSpPr>
          <p:cNvPr id="35" name="Shape 33"/>
          <p:cNvSpPr/>
          <p:nvPr/>
        </p:nvSpPr>
        <p:spPr>
          <a:xfrm>
            <a:off x="6971386" y="4472559"/>
            <a:ext cx="803758" cy="671284"/>
          </a:xfrm>
          <a:prstGeom prst="rect">
            <a:avLst/>
          </a:prstGeom>
          <a:solidFill>
            <a:srgbClr val="FFFFFF">
              <a:alpha val="1031"/>
            </a:srgbClr>
          </a:solidFill>
          <a:ln/>
        </p:spPr>
      </p:sp>
      <p:sp>
        <p:nvSpPr>
          <p:cNvPr id="36" name="Shape 34"/>
          <p:cNvSpPr/>
          <p:nvPr/>
        </p:nvSpPr>
        <p:spPr>
          <a:xfrm>
            <a:off x="6971386" y="5134699"/>
            <a:ext cx="803758" cy="671284"/>
          </a:xfrm>
          <a:prstGeom prst="rect">
            <a:avLst/>
          </a:prstGeom>
          <a:solidFill>
            <a:srgbClr val="FFFFFF">
              <a:alpha val="1375"/>
            </a:srgbClr>
          </a:solidFill>
          <a:ln/>
        </p:spPr>
      </p:sp>
      <p:sp>
        <p:nvSpPr>
          <p:cNvPr id="37" name="Shape 35"/>
          <p:cNvSpPr/>
          <p:nvPr/>
        </p:nvSpPr>
        <p:spPr>
          <a:xfrm>
            <a:off x="6971386" y="5796839"/>
            <a:ext cx="803758" cy="671284"/>
          </a:xfrm>
          <a:prstGeom prst="rect">
            <a:avLst/>
          </a:prstGeom>
          <a:solidFill>
            <a:srgbClr val="FFFFFF">
              <a:alpha val="1719"/>
            </a:srgbClr>
          </a:solidFill>
          <a:ln/>
        </p:spPr>
      </p:sp>
      <p:sp>
        <p:nvSpPr>
          <p:cNvPr id="38" name="Shape 36"/>
          <p:cNvSpPr/>
          <p:nvPr/>
        </p:nvSpPr>
        <p:spPr>
          <a:xfrm>
            <a:off x="6971386" y="6458979"/>
            <a:ext cx="803758" cy="671284"/>
          </a:xfrm>
          <a:prstGeom prst="rect">
            <a:avLst/>
          </a:prstGeom>
          <a:solidFill>
            <a:srgbClr val="FFFFFF">
              <a:alpha val="2063"/>
            </a:srgbClr>
          </a:solidFill>
          <a:ln/>
        </p:spPr>
      </p:sp>
      <p:sp>
        <p:nvSpPr>
          <p:cNvPr id="39" name="Shape 37"/>
          <p:cNvSpPr/>
          <p:nvPr/>
        </p:nvSpPr>
        <p:spPr>
          <a:xfrm>
            <a:off x="6971386" y="7121119"/>
            <a:ext cx="803758" cy="671284"/>
          </a:xfrm>
          <a:prstGeom prst="rect">
            <a:avLst/>
          </a:prstGeom>
          <a:solidFill>
            <a:srgbClr val="FFFFFF">
              <a:alpha val="2406"/>
            </a:srgbClr>
          </a:solidFill>
          <a:ln/>
        </p:spPr>
      </p:sp>
      <p:sp>
        <p:nvSpPr>
          <p:cNvPr id="40" name="Shape 38"/>
          <p:cNvSpPr/>
          <p:nvPr/>
        </p:nvSpPr>
        <p:spPr>
          <a:xfrm>
            <a:off x="6971386" y="7783259"/>
            <a:ext cx="803758" cy="671284"/>
          </a:xfrm>
          <a:prstGeom prst="rect">
            <a:avLst/>
          </a:prstGeom>
          <a:solidFill>
            <a:srgbClr val="FFFFFF">
              <a:alpha val="2750"/>
            </a:srgbClr>
          </a:solidFill>
          <a:ln/>
        </p:spPr>
      </p:sp>
      <p:sp>
        <p:nvSpPr>
          <p:cNvPr id="41" name="Shape 39"/>
          <p:cNvSpPr/>
          <p:nvPr/>
        </p:nvSpPr>
        <p:spPr>
          <a:xfrm>
            <a:off x="8323783" y="3517697"/>
            <a:ext cx="803758" cy="625107"/>
          </a:xfrm>
          <a:prstGeom prst="rect">
            <a:avLst/>
          </a:prstGeom>
          <a:solidFill>
            <a:srgbClr val="FFFFFF">
              <a:alpha val="344"/>
            </a:srgbClr>
          </a:solidFill>
          <a:ln/>
        </p:spPr>
      </p:sp>
      <p:sp>
        <p:nvSpPr>
          <p:cNvPr id="42" name="Shape 40"/>
          <p:cNvSpPr/>
          <p:nvPr/>
        </p:nvSpPr>
        <p:spPr>
          <a:xfrm>
            <a:off x="8323783" y="4133660"/>
            <a:ext cx="803758" cy="625107"/>
          </a:xfrm>
          <a:prstGeom prst="rect">
            <a:avLst/>
          </a:prstGeom>
          <a:solidFill>
            <a:srgbClr val="FFFFFF">
              <a:alpha val="688"/>
            </a:srgbClr>
          </a:solidFill>
          <a:ln/>
        </p:spPr>
      </p:sp>
      <p:sp>
        <p:nvSpPr>
          <p:cNvPr id="43" name="Shape 41"/>
          <p:cNvSpPr/>
          <p:nvPr/>
        </p:nvSpPr>
        <p:spPr>
          <a:xfrm>
            <a:off x="8323783" y="4749622"/>
            <a:ext cx="803758" cy="625107"/>
          </a:xfrm>
          <a:prstGeom prst="rect">
            <a:avLst/>
          </a:prstGeom>
          <a:solidFill>
            <a:srgbClr val="FFFFFF">
              <a:alpha val="1031"/>
            </a:srgbClr>
          </a:solidFill>
          <a:ln/>
        </p:spPr>
      </p:sp>
      <p:sp>
        <p:nvSpPr>
          <p:cNvPr id="44" name="Shape 42"/>
          <p:cNvSpPr/>
          <p:nvPr/>
        </p:nvSpPr>
        <p:spPr>
          <a:xfrm>
            <a:off x="8323783" y="5365585"/>
            <a:ext cx="803758" cy="625107"/>
          </a:xfrm>
          <a:prstGeom prst="rect">
            <a:avLst/>
          </a:prstGeom>
          <a:solidFill>
            <a:srgbClr val="FFFFFF">
              <a:alpha val="1375"/>
            </a:srgbClr>
          </a:solidFill>
          <a:ln/>
        </p:spPr>
      </p:sp>
      <p:sp>
        <p:nvSpPr>
          <p:cNvPr id="45" name="Shape 43"/>
          <p:cNvSpPr/>
          <p:nvPr/>
        </p:nvSpPr>
        <p:spPr>
          <a:xfrm>
            <a:off x="8323783" y="5981548"/>
            <a:ext cx="803758" cy="625107"/>
          </a:xfrm>
          <a:prstGeom prst="rect">
            <a:avLst/>
          </a:prstGeom>
          <a:solidFill>
            <a:srgbClr val="FFFFFF">
              <a:alpha val="1719"/>
            </a:srgbClr>
          </a:solidFill>
          <a:ln/>
        </p:spPr>
      </p:sp>
      <p:sp>
        <p:nvSpPr>
          <p:cNvPr id="46" name="Shape 44"/>
          <p:cNvSpPr/>
          <p:nvPr/>
        </p:nvSpPr>
        <p:spPr>
          <a:xfrm>
            <a:off x="8323783" y="6597510"/>
            <a:ext cx="803758" cy="625107"/>
          </a:xfrm>
          <a:prstGeom prst="rect">
            <a:avLst/>
          </a:prstGeom>
          <a:solidFill>
            <a:srgbClr val="FFFFFF">
              <a:alpha val="2063"/>
            </a:srgbClr>
          </a:solidFill>
          <a:ln/>
        </p:spPr>
      </p:sp>
      <p:sp>
        <p:nvSpPr>
          <p:cNvPr id="47" name="Shape 45"/>
          <p:cNvSpPr/>
          <p:nvPr/>
        </p:nvSpPr>
        <p:spPr>
          <a:xfrm>
            <a:off x="8323783" y="7213473"/>
            <a:ext cx="803758" cy="625107"/>
          </a:xfrm>
          <a:prstGeom prst="rect">
            <a:avLst/>
          </a:prstGeom>
          <a:solidFill>
            <a:srgbClr val="FFFFFF">
              <a:alpha val="2406"/>
            </a:srgbClr>
          </a:solidFill>
          <a:ln/>
        </p:spPr>
      </p:sp>
      <p:sp>
        <p:nvSpPr>
          <p:cNvPr id="48" name="Shape 46"/>
          <p:cNvSpPr/>
          <p:nvPr/>
        </p:nvSpPr>
        <p:spPr>
          <a:xfrm>
            <a:off x="8323783" y="7829436"/>
            <a:ext cx="803758" cy="625107"/>
          </a:xfrm>
          <a:prstGeom prst="rect">
            <a:avLst/>
          </a:prstGeom>
          <a:solidFill>
            <a:srgbClr val="FFFFFF">
              <a:alpha val="2750"/>
            </a:srgbClr>
          </a:solidFill>
          <a:ln/>
        </p:spPr>
      </p:sp>
      <p:sp>
        <p:nvSpPr>
          <p:cNvPr id="49" name="Shape 47"/>
          <p:cNvSpPr/>
          <p:nvPr/>
        </p:nvSpPr>
        <p:spPr>
          <a:xfrm>
            <a:off x="9015070" y="5355641"/>
            <a:ext cx="803758" cy="395364"/>
          </a:xfrm>
          <a:prstGeom prst="rect">
            <a:avLst/>
          </a:prstGeom>
          <a:solidFill>
            <a:srgbClr val="FFFFFF">
              <a:alpha val="138"/>
            </a:srgbClr>
          </a:solidFill>
          <a:ln/>
        </p:spPr>
      </p:sp>
      <p:sp>
        <p:nvSpPr>
          <p:cNvPr id="50" name="Shape 48"/>
          <p:cNvSpPr/>
          <p:nvPr/>
        </p:nvSpPr>
        <p:spPr>
          <a:xfrm>
            <a:off x="9015070" y="5741861"/>
            <a:ext cx="803758" cy="395364"/>
          </a:xfrm>
          <a:prstGeom prst="rect">
            <a:avLst/>
          </a:prstGeom>
          <a:solidFill>
            <a:srgbClr val="FFFFFF">
              <a:alpha val="275"/>
            </a:srgbClr>
          </a:solidFill>
          <a:ln/>
        </p:spPr>
      </p:sp>
      <p:sp>
        <p:nvSpPr>
          <p:cNvPr id="51" name="Shape 49"/>
          <p:cNvSpPr/>
          <p:nvPr/>
        </p:nvSpPr>
        <p:spPr>
          <a:xfrm>
            <a:off x="9015070" y="6128080"/>
            <a:ext cx="803758" cy="395364"/>
          </a:xfrm>
          <a:prstGeom prst="rect">
            <a:avLst/>
          </a:prstGeom>
          <a:solidFill>
            <a:srgbClr val="FFFFFF">
              <a:alpha val="412"/>
            </a:srgbClr>
          </a:solidFill>
          <a:ln/>
        </p:spPr>
      </p:sp>
      <p:sp>
        <p:nvSpPr>
          <p:cNvPr id="52" name="Shape 50"/>
          <p:cNvSpPr/>
          <p:nvPr/>
        </p:nvSpPr>
        <p:spPr>
          <a:xfrm>
            <a:off x="9015070" y="6514300"/>
            <a:ext cx="803758" cy="395364"/>
          </a:xfrm>
          <a:prstGeom prst="rect">
            <a:avLst/>
          </a:prstGeom>
          <a:solidFill>
            <a:srgbClr val="FFFFFF">
              <a:alpha val="550"/>
            </a:srgbClr>
          </a:solidFill>
          <a:ln/>
        </p:spPr>
      </p:sp>
      <p:sp>
        <p:nvSpPr>
          <p:cNvPr id="53" name="Shape 51"/>
          <p:cNvSpPr/>
          <p:nvPr/>
        </p:nvSpPr>
        <p:spPr>
          <a:xfrm>
            <a:off x="9015070" y="6900520"/>
            <a:ext cx="803758" cy="395364"/>
          </a:xfrm>
          <a:prstGeom prst="rect">
            <a:avLst/>
          </a:prstGeom>
          <a:solidFill>
            <a:srgbClr val="FFFFFF">
              <a:alpha val="688"/>
            </a:srgbClr>
          </a:solidFill>
          <a:ln/>
        </p:spPr>
      </p:sp>
      <p:sp>
        <p:nvSpPr>
          <p:cNvPr id="54" name="Shape 52"/>
          <p:cNvSpPr/>
          <p:nvPr/>
        </p:nvSpPr>
        <p:spPr>
          <a:xfrm>
            <a:off x="9015070" y="7286739"/>
            <a:ext cx="803758" cy="395364"/>
          </a:xfrm>
          <a:prstGeom prst="rect">
            <a:avLst/>
          </a:prstGeom>
          <a:solidFill>
            <a:srgbClr val="FFFFFF">
              <a:alpha val="825"/>
            </a:srgbClr>
          </a:solidFill>
          <a:ln/>
        </p:spPr>
      </p:sp>
      <p:sp>
        <p:nvSpPr>
          <p:cNvPr id="55" name="Shape 53"/>
          <p:cNvSpPr/>
          <p:nvPr/>
        </p:nvSpPr>
        <p:spPr>
          <a:xfrm>
            <a:off x="9015070" y="7672959"/>
            <a:ext cx="803758" cy="395364"/>
          </a:xfrm>
          <a:prstGeom prst="rect">
            <a:avLst/>
          </a:prstGeom>
          <a:solidFill>
            <a:srgbClr val="FFFFFF">
              <a:alpha val="963"/>
            </a:srgbClr>
          </a:solidFill>
          <a:ln/>
        </p:spPr>
      </p:sp>
      <p:sp>
        <p:nvSpPr>
          <p:cNvPr id="56" name="Shape 54"/>
          <p:cNvSpPr/>
          <p:nvPr/>
        </p:nvSpPr>
        <p:spPr>
          <a:xfrm>
            <a:off x="9015070" y="8059179"/>
            <a:ext cx="803758" cy="395364"/>
          </a:xfrm>
          <a:prstGeom prst="rect">
            <a:avLst/>
          </a:prstGeom>
          <a:solidFill>
            <a:srgbClr val="FFFFFF">
              <a:alpha val="1100"/>
            </a:srgbClr>
          </a:solidFill>
          <a:ln/>
        </p:spPr>
      </p:sp>
      <p:sp>
        <p:nvSpPr>
          <p:cNvPr id="57" name="Shape 55"/>
          <p:cNvSpPr/>
          <p:nvPr/>
        </p:nvSpPr>
        <p:spPr>
          <a:xfrm>
            <a:off x="11793931" y="1728216"/>
            <a:ext cx="803758" cy="849706"/>
          </a:xfrm>
          <a:prstGeom prst="rect">
            <a:avLst/>
          </a:prstGeom>
          <a:solidFill>
            <a:srgbClr val="FFFFFF">
              <a:alpha val="688"/>
            </a:srgbClr>
          </a:solidFill>
          <a:ln/>
        </p:spPr>
      </p:sp>
      <p:sp>
        <p:nvSpPr>
          <p:cNvPr id="58" name="Shape 56"/>
          <p:cNvSpPr/>
          <p:nvPr/>
        </p:nvSpPr>
        <p:spPr>
          <a:xfrm>
            <a:off x="11793931" y="2568778"/>
            <a:ext cx="803758" cy="849706"/>
          </a:xfrm>
          <a:prstGeom prst="rect">
            <a:avLst/>
          </a:prstGeom>
          <a:solidFill>
            <a:srgbClr val="FFFFFF">
              <a:alpha val="1375"/>
            </a:srgbClr>
          </a:solidFill>
          <a:ln/>
        </p:spPr>
      </p:sp>
      <p:sp>
        <p:nvSpPr>
          <p:cNvPr id="59" name="Shape 57"/>
          <p:cNvSpPr/>
          <p:nvPr/>
        </p:nvSpPr>
        <p:spPr>
          <a:xfrm>
            <a:off x="11793931" y="3409340"/>
            <a:ext cx="803758" cy="849706"/>
          </a:xfrm>
          <a:prstGeom prst="rect">
            <a:avLst/>
          </a:prstGeom>
          <a:solidFill>
            <a:srgbClr val="FFFFFF">
              <a:alpha val="2063"/>
            </a:srgbClr>
          </a:solidFill>
          <a:ln/>
        </p:spPr>
      </p:sp>
      <p:sp>
        <p:nvSpPr>
          <p:cNvPr id="60" name="Shape 58"/>
          <p:cNvSpPr/>
          <p:nvPr/>
        </p:nvSpPr>
        <p:spPr>
          <a:xfrm>
            <a:off x="11793931" y="4249903"/>
            <a:ext cx="803758" cy="849706"/>
          </a:xfrm>
          <a:prstGeom prst="rect">
            <a:avLst/>
          </a:prstGeom>
          <a:solidFill>
            <a:srgbClr val="FFFFFF">
              <a:alpha val="2750"/>
            </a:srgbClr>
          </a:solidFill>
          <a:ln/>
        </p:spPr>
      </p:sp>
      <p:sp>
        <p:nvSpPr>
          <p:cNvPr id="61" name="Shape 59"/>
          <p:cNvSpPr/>
          <p:nvPr/>
        </p:nvSpPr>
        <p:spPr>
          <a:xfrm>
            <a:off x="11793931" y="5090465"/>
            <a:ext cx="803758" cy="849706"/>
          </a:xfrm>
          <a:prstGeom prst="rect">
            <a:avLst/>
          </a:prstGeom>
          <a:solidFill>
            <a:srgbClr val="FFFFFF">
              <a:alpha val="3438"/>
            </a:srgbClr>
          </a:solidFill>
          <a:ln/>
        </p:spPr>
      </p:sp>
      <p:sp>
        <p:nvSpPr>
          <p:cNvPr id="62" name="Shape 60"/>
          <p:cNvSpPr/>
          <p:nvPr/>
        </p:nvSpPr>
        <p:spPr>
          <a:xfrm>
            <a:off x="11793931" y="5931027"/>
            <a:ext cx="803758" cy="849706"/>
          </a:xfrm>
          <a:prstGeom prst="rect">
            <a:avLst/>
          </a:prstGeom>
          <a:solidFill>
            <a:srgbClr val="FFFFFF">
              <a:alpha val="4125"/>
            </a:srgbClr>
          </a:solidFill>
          <a:ln/>
        </p:spPr>
      </p:sp>
      <p:sp>
        <p:nvSpPr>
          <p:cNvPr id="63" name="Shape 61"/>
          <p:cNvSpPr/>
          <p:nvPr/>
        </p:nvSpPr>
        <p:spPr>
          <a:xfrm>
            <a:off x="11793931" y="6771589"/>
            <a:ext cx="803758" cy="849706"/>
          </a:xfrm>
          <a:prstGeom prst="rect">
            <a:avLst/>
          </a:prstGeom>
          <a:solidFill>
            <a:srgbClr val="FFFFFF">
              <a:alpha val="4813"/>
            </a:srgbClr>
          </a:solidFill>
          <a:ln/>
        </p:spPr>
      </p:sp>
      <p:sp>
        <p:nvSpPr>
          <p:cNvPr id="64" name="Shape 62"/>
          <p:cNvSpPr/>
          <p:nvPr/>
        </p:nvSpPr>
        <p:spPr>
          <a:xfrm>
            <a:off x="11793931" y="7612151"/>
            <a:ext cx="803758" cy="849706"/>
          </a:xfrm>
          <a:prstGeom prst="rect">
            <a:avLst/>
          </a:prstGeom>
          <a:solidFill>
            <a:srgbClr val="FFFFFF">
              <a:alpha val="5500"/>
            </a:srgbClr>
          </a:solidFill>
          <a:ln/>
        </p:spPr>
      </p:sp>
      <p:sp>
        <p:nvSpPr>
          <p:cNvPr id="65" name="Shape 63"/>
          <p:cNvSpPr/>
          <p:nvPr/>
        </p:nvSpPr>
        <p:spPr>
          <a:xfrm>
            <a:off x="10424160" y="4336999"/>
            <a:ext cx="803758" cy="523723"/>
          </a:xfrm>
          <a:prstGeom prst="rect">
            <a:avLst/>
          </a:prstGeom>
          <a:solidFill>
            <a:srgbClr val="FFFFFF">
              <a:alpha val="138"/>
            </a:srgbClr>
          </a:solidFill>
          <a:ln/>
        </p:spPr>
      </p:sp>
      <p:sp>
        <p:nvSpPr>
          <p:cNvPr id="66" name="Shape 64"/>
          <p:cNvSpPr/>
          <p:nvPr/>
        </p:nvSpPr>
        <p:spPr>
          <a:xfrm>
            <a:off x="10424160" y="4851578"/>
            <a:ext cx="803758" cy="523723"/>
          </a:xfrm>
          <a:prstGeom prst="rect">
            <a:avLst/>
          </a:prstGeom>
          <a:solidFill>
            <a:srgbClr val="FFFFFF">
              <a:alpha val="275"/>
            </a:srgbClr>
          </a:solidFill>
          <a:ln/>
        </p:spPr>
      </p:sp>
      <p:sp>
        <p:nvSpPr>
          <p:cNvPr id="67" name="Shape 65"/>
          <p:cNvSpPr/>
          <p:nvPr/>
        </p:nvSpPr>
        <p:spPr>
          <a:xfrm>
            <a:off x="10424160" y="5366156"/>
            <a:ext cx="803758" cy="523723"/>
          </a:xfrm>
          <a:prstGeom prst="rect">
            <a:avLst/>
          </a:prstGeom>
          <a:solidFill>
            <a:srgbClr val="FFFFFF">
              <a:alpha val="412"/>
            </a:srgbClr>
          </a:solidFill>
          <a:ln/>
        </p:spPr>
      </p:sp>
      <p:sp>
        <p:nvSpPr>
          <p:cNvPr id="68" name="Shape 66"/>
          <p:cNvSpPr/>
          <p:nvPr/>
        </p:nvSpPr>
        <p:spPr>
          <a:xfrm>
            <a:off x="10424160" y="5880735"/>
            <a:ext cx="803758" cy="523723"/>
          </a:xfrm>
          <a:prstGeom prst="rect">
            <a:avLst/>
          </a:prstGeom>
          <a:solidFill>
            <a:srgbClr val="FFFFFF">
              <a:alpha val="550"/>
            </a:srgbClr>
          </a:solidFill>
          <a:ln/>
        </p:spPr>
      </p:sp>
      <p:sp>
        <p:nvSpPr>
          <p:cNvPr id="69" name="Shape 67"/>
          <p:cNvSpPr/>
          <p:nvPr/>
        </p:nvSpPr>
        <p:spPr>
          <a:xfrm>
            <a:off x="10424160" y="6395314"/>
            <a:ext cx="803758" cy="523723"/>
          </a:xfrm>
          <a:prstGeom prst="rect">
            <a:avLst/>
          </a:prstGeom>
          <a:solidFill>
            <a:srgbClr val="FFFFFF">
              <a:alpha val="688"/>
            </a:srgbClr>
          </a:solidFill>
          <a:ln/>
        </p:spPr>
      </p:sp>
      <p:sp>
        <p:nvSpPr>
          <p:cNvPr id="70" name="Shape 68"/>
          <p:cNvSpPr/>
          <p:nvPr/>
        </p:nvSpPr>
        <p:spPr>
          <a:xfrm>
            <a:off x="10424160" y="6909892"/>
            <a:ext cx="803758" cy="523723"/>
          </a:xfrm>
          <a:prstGeom prst="rect">
            <a:avLst/>
          </a:prstGeom>
          <a:solidFill>
            <a:srgbClr val="FFFFFF">
              <a:alpha val="825"/>
            </a:srgbClr>
          </a:solidFill>
          <a:ln/>
        </p:spPr>
      </p:sp>
      <p:sp>
        <p:nvSpPr>
          <p:cNvPr id="71" name="Shape 69"/>
          <p:cNvSpPr/>
          <p:nvPr/>
        </p:nvSpPr>
        <p:spPr>
          <a:xfrm>
            <a:off x="10424160" y="7424471"/>
            <a:ext cx="803758" cy="523723"/>
          </a:xfrm>
          <a:prstGeom prst="rect">
            <a:avLst/>
          </a:prstGeom>
          <a:solidFill>
            <a:srgbClr val="FFFFFF">
              <a:alpha val="963"/>
            </a:srgbClr>
          </a:solidFill>
          <a:ln/>
        </p:spPr>
      </p:sp>
      <p:sp>
        <p:nvSpPr>
          <p:cNvPr id="72" name="Shape 70"/>
          <p:cNvSpPr/>
          <p:nvPr/>
        </p:nvSpPr>
        <p:spPr>
          <a:xfrm>
            <a:off x="10424160" y="7939049"/>
            <a:ext cx="803758" cy="523723"/>
          </a:xfrm>
          <a:prstGeom prst="rect">
            <a:avLst/>
          </a:prstGeom>
          <a:solidFill>
            <a:srgbClr val="FFFFFF">
              <a:alpha val="1100"/>
            </a:srgbClr>
          </a:solidFill>
          <a:ln/>
        </p:spPr>
      </p:sp>
      <p:sp>
        <p:nvSpPr>
          <p:cNvPr id="73" name="Shape 71"/>
          <p:cNvSpPr/>
          <p:nvPr/>
        </p:nvSpPr>
        <p:spPr>
          <a:xfrm>
            <a:off x="11113618" y="3155594"/>
            <a:ext cx="803758" cy="671284"/>
          </a:xfrm>
          <a:prstGeom prst="rect">
            <a:avLst/>
          </a:prstGeom>
          <a:solidFill>
            <a:srgbClr val="FFFFFF">
              <a:alpha val="344"/>
            </a:srgbClr>
          </a:solidFill>
          <a:ln/>
        </p:spPr>
      </p:sp>
      <p:sp>
        <p:nvSpPr>
          <p:cNvPr id="74" name="Shape 72"/>
          <p:cNvSpPr/>
          <p:nvPr/>
        </p:nvSpPr>
        <p:spPr>
          <a:xfrm>
            <a:off x="11113618" y="3817734"/>
            <a:ext cx="803758" cy="671284"/>
          </a:xfrm>
          <a:prstGeom prst="rect">
            <a:avLst/>
          </a:prstGeom>
          <a:solidFill>
            <a:srgbClr val="FFFFFF">
              <a:alpha val="688"/>
            </a:srgbClr>
          </a:solidFill>
          <a:ln/>
        </p:spPr>
      </p:sp>
      <p:sp>
        <p:nvSpPr>
          <p:cNvPr id="75" name="Shape 73"/>
          <p:cNvSpPr/>
          <p:nvPr/>
        </p:nvSpPr>
        <p:spPr>
          <a:xfrm>
            <a:off x="11113618" y="4479874"/>
            <a:ext cx="803758" cy="671284"/>
          </a:xfrm>
          <a:prstGeom prst="rect">
            <a:avLst/>
          </a:prstGeom>
          <a:solidFill>
            <a:srgbClr val="FFFFFF">
              <a:alpha val="1031"/>
            </a:srgbClr>
          </a:solidFill>
          <a:ln/>
        </p:spPr>
      </p:sp>
      <p:sp>
        <p:nvSpPr>
          <p:cNvPr id="76" name="Shape 74"/>
          <p:cNvSpPr/>
          <p:nvPr/>
        </p:nvSpPr>
        <p:spPr>
          <a:xfrm>
            <a:off x="11113618" y="5142014"/>
            <a:ext cx="803758" cy="671284"/>
          </a:xfrm>
          <a:prstGeom prst="rect">
            <a:avLst/>
          </a:prstGeom>
          <a:solidFill>
            <a:srgbClr val="FFFFFF">
              <a:alpha val="1375"/>
            </a:srgbClr>
          </a:solidFill>
          <a:ln/>
        </p:spPr>
      </p:sp>
      <p:sp>
        <p:nvSpPr>
          <p:cNvPr id="77" name="Shape 75"/>
          <p:cNvSpPr/>
          <p:nvPr/>
        </p:nvSpPr>
        <p:spPr>
          <a:xfrm>
            <a:off x="11113618" y="5804154"/>
            <a:ext cx="803758" cy="671284"/>
          </a:xfrm>
          <a:prstGeom prst="rect">
            <a:avLst/>
          </a:prstGeom>
          <a:solidFill>
            <a:srgbClr val="FFFFFF">
              <a:alpha val="1719"/>
            </a:srgbClr>
          </a:solidFill>
          <a:ln/>
        </p:spPr>
      </p:sp>
      <p:sp>
        <p:nvSpPr>
          <p:cNvPr id="78" name="Shape 76"/>
          <p:cNvSpPr/>
          <p:nvPr/>
        </p:nvSpPr>
        <p:spPr>
          <a:xfrm>
            <a:off x="11113618" y="6466294"/>
            <a:ext cx="803758" cy="671284"/>
          </a:xfrm>
          <a:prstGeom prst="rect">
            <a:avLst/>
          </a:prstGeom>
          <a:solidFill>
            <a:srgbClr val="FFFFFF">
              <a:alpha val="2063"/>
            </a:srgbClr>
          </a:solidFill>
          <a:ln/>
        </p:spPr>
      </p:sp>
      <p:sp>
        <p:nvSpPr>
          <p:cNvPr id="79" name="Shape 77"/>
          <p:cNvSpPr/>
          <p:nvPr/>
        </p:nvSpPr>
        <p:spPr>
          <a:xfrm>
            <a:off x="11113618" y="7128434"/>
            <a:ext cx="803758" cy="671284"/>
          </a:xfrm>
          <a:prstGeom prst="rect">
            <a:avLst/>
          </a:prstGeom>
          <a:solidFill>
            <a:srgbClr val="FFFFFF">
              <a:alpha val="2406"/>
            </a:srgbClr>
          </a:solidFill>
          <a:ln/>
        </p:spPr>
      </p:sp>
      <p:sp>
        <p:nvSpPr>
          <p:cNvPr id="80" name="Shape 78"/>
          <p:cNvSpPr/>
          <p:nvPr/>
        </p:nvSpPr>
        <p:spPr>
          <a:xfrm>
            <a:off x="11113618" y="7790574"/>
            <a:ext cx="803758" cy="671284"/>
          </a:xfrm>
          <a:prstGeom prst="rect">
            <a:avLst/>
          </a:prstGeom>
          <a:solidFill>
            <a:srgbClr val="FFFFFF">
              <a:alpha val="2750"/>
            </a:srgbClr>
          </a:solidFill>
          <a:ln/>
        </p:spPr>
      </p:sp>
      <p:sp>
        <p:nvSpPr>
          <p:cNvPr id="81" name="Shape 79"/>
          <p:cNvSpPr/>
          <p:nvPr/>
        </p:nvSpPr>
        <p:spPr>
          <a:xfrm>
            <a:off x="3628339" y="1728216"/>
            <a:ext cx="803758" cy="849706"/>
          </a:xfrm>
          <a:prstGeom prst="rect">
            <a:avLst/>
          </a:prstGeom>
          <a:solidFill>
            <a:srgbClr val="FFFFFF">
              <a:alpha val="1031"/>
            </a:srgbClr>
          </a:solidFill>
          <a:ln/>
        </p:spPr>
      </p:sp>
      <p:sp>
        <p:nvSpPr>
          <p:cNvPr id="82" name="Shape 80"/>
          <p:cNvSpPr/>
          <p:nvPr/>
        </p:nvSpPr>
        <p:spPr>
          <a:xfrm>
            <a:off x="3628339" y="2568778"/>
            <a:ext cx="803758" cy="849706"/>
          </a:xfrm>
          <a:prstGeom prst="rect">
            <a:avLst/>
          </a:prstGeom>
          <a:solidFill>
            <a:srgbClr val="FFFFFF">
              <a:alpha val="2063"/>
            </a:srgbClr>
          </a:solidFill>
          <a:ln/>
        </p:spPr>
      </p:sp>
      <p:sp>
        <p:nvSpPr>
          <p:cNvPr id="83" name="Shape 81"/>
          <p:cNvSpPr/>
          <p:nvPr/>
        </p:nvSpPr>
        <p:spPr>
          <a:xfrm>
            <a:off x="3628339" y="3409340"/>
            <a:ext cx="803758" cy="849706"/>
          </a:xfrm>
          <a:prstGeom prst="rect">
            <a:avLst/>
          </a:prstGeom>
          <a:solidFill>
            <a:srgbClr val="FFFFFF">
              <a:alpha val="3094"/>
            </a:srgbClr>
          </a:solidFill>
          <a:ln/>
        </p:spPr>
      </p:sp>
      <p:sp>
        <p:nvSpPr>
          <p:cNvPr id="84" name="Shape 82"/>
          <p:cNvSpPr/>
          <p:nvPr/>
        </p:nvSpPr>
        <p:spPr>
          <a:xfrm>
            <a:off x="3628339" y="4249903"/>
            <a:ext cx="803758" cy="849706"/>
          </a:xfrm>
          <a:prstGeom prst="rect">
            <a:avLst/>
          </a:prstGeom>
          <a:solidFill>
            <a:srgbClr val="FFFFFF">
              <a:alpha val="4125"/>
            </a:srgbClr>
          </a:solidFill>
          <a:ln/>
        </p:spPr>
      </p:sp>
      <p:sp>
        <p:nvSpPr>
          <p:cNvPr id="85" name="Shape 83"/>
          <p:cNvSpPr/>
          <p:nvPr/>
        </p:nvSpPr>
        <p:spPr>
          <a:xfrm>
            <a:off x="3628339" y="5090465"/>
            <a:ext cx="803758" cy="849706"/>
          </a:xfrm>
          <a:prstGeom prst="rect">
            <a:avLst/>
          </a:prstGeom>
          <a:solidFill>
            <a:srgbClr val="FFFFFF">
              <a:alpha val="5156"/>
            </a:srgbClr>
          </a:solidFill>
          <a:ln/>
        </p:spPr>
      </p:sp>
      <p:sp>
        <p:nvSpPr>
          <p:cNvPr id="86" name="Shape 84"/>
          <p:cNvSpPr/>
          <p:nvPr/>
        </p:nvSpPr>
        <p:spPr>
          <a:xfrm>
            <a:off x="3628339" y="5931027"/>
            <a:ext cx="803758" cy="849706"/>
          </a:xfrm>
          <a:prstGeom prst="rect">
            <a:avLst/>
          </a:prstGeom>
          <a:solidFill>
            <a:srgbClr val="FFFFFF">
              <a:alpha val="6188"/>
            </a:srgbClr>
          </a:solidFill>
          <a:ln/>
        </p:spPr>
      </p:sp>
      <p:sp>
        <p:nvSpPr>
          <p:cNvPr id="87" name="Shape 85"/>
          <p:cNvSpPr/>
          <p:nvPr/>
        </p:nvSpPr>
        <p:spPr>
          <a:xfrm>
            <a:off x="3628339" y="6771589"/>
            <a:ext cx="803758" cy="849706"/>
          </a:xfrm>
          <a:prstGeom prst="rect">
            <a:avLst/>
          </a:prstGeom>
          <a:solidFill>
            <a:srgbClr val="FFFFFF">
              <a:alpha val="7219"/>
            </a:srgbClr>
          </a:solidFill>
          <a:ln/>
        </p:spPr>
      </p:sp>
      <p:sp>
        <p:nvSpPr>
          <p:cNvPr id="88" name="Shape 86"/>
          <p:cNvSpPr/>
          <p:nvPr/>
        </p:nvSpPr>
        <p:spPr>
          <a:xfrm>
            <a:off x="3628339" y="7612151"/>
            <a:ext cx="803758" cy="849706"/>
          </a:xfrm>
          <a:prstGeom prst="rect">
            <a:avLst/>
          </a:prstGeom>
          <a:solidFill>
            <a:srgbClr val="FFFFFF">
              <a:alpha val="8250"/>
            </a:srgbClr>
          </a:solidFill>
          <a:ln/>
        </p:spPr>
      </p:sp>
      <p:sp>
        <p:nvSpPr>
          <p:cNvPr id="89" name="Shape 87"/>
          <p:cNvSpPr/>
          <p:nvPr/>
        </p:nvSpPr>
        <p:spPr>
          <a:xfrm>
            <a:off x="2258568" y="4336999"/>
            <a:ext cx="803758" cy="523723"/>
          </a:xfrm>
          <a:prstGeom prst="rect">
            <a:avLst/>
          </a:prstGeom>
          <a:solidFill>
            <a:srgbClr val="FFFFFF">
              <a:alpha val="344"/>
            </a:srgbClr>
          </a:solidFill>
          <a:ln/>
        </p:spPr>
      </p:sp>
      <p:sp>
        <p:nvSpPr>
          <p:cNvPr id="90" name="Shape 88"/>
          <p:cNvSpPr/>
          <p:nvPr/>
        </p:nvSpPr>
        <p:spPr>
          <a:xfrm>
            <a:off x="2258568" y="4851578"/>
            <a:ext cx="803758" cy="523723"/>
          </a:xfrm>
          <a:prstGeom prst="rect">
            <a:avLst/>
          </a:prstGeom>
          <a:solidFill>
            <a:srgbClr val="FFFFFF">
              <a:alpha val="688"/>
            </a:srgbClr>
          </a:solidFill>
          <a:ln/>
        </p:spPr>
      </p:sp>
      <p:sp>
        <p:nvSpPr>
          <p:cNvPr id="91" name="Shape 89"/>
          <p:cNvSpPr/>
          <p:nvPr/>
        </p:nvSpPr>
        <p:spPr>
          <a:xfrm>
            <a:off x="2258568" y="5366156"/>
            <a:ext cx="803758" cy="523723"/>
          </a:xfrm>
          <a:prstGeom prst="rect">
            <a:avLst/>
          </a:prstGeom>
          <a:solidFill>
            <a:srgbClr val="FFFFFF">
              <a:alpha val="1031"/>
            </a:srgbClr>
          </a:solidFill>
          <a:ln/>
        </p:spPr>
      </p:sp>
      <p:sp>
        <p:nvSpPr>
          <p:cNvPr id="92" name="Shape 90"/>
          <p:cNvSpPr/>
          <p:nvPr/>
        </p:nvSpPr>
        <p:spPr>
          <a:xfrm>
            <a:off x="2258568" y="5880735"/>
            <a:ext cx="803758" cy="523723"/>
          </a:xfrm>
          <a:prstGeom prst="rect">
            <a:avLst/>
          </a:prstGeom>
          <a:solidFill>
            <a:srgbClr val="FFFFFF">
              <a:alpha val="1375"/>
            </a:srgbClr>
          </a:solidFill>
          <a:ln/>
        </p:spPr>
      </p:sp>
      <p:sp>
        <p:nvSpPr>
          <p:cNvPr id="93" name="Shape 91"/>
          <p:cNvSpPr/>
          <p:nvPr/>
        </p:nvSpPr>
        <p:spPr>
          <a:xfrm>
            <a:off x="2258568" y="6395314"/>
            <a:ext cx="803758" cy="523723"/>
          </a:xfrm>
          <a:prstGeom prst="rect">
            <a:avLst/>
          </a:prstGeom>
          <a:solidFill>
            <a:srgbClr val="FFFFFF">
              <a:alpha val="1719"/>
            </a:srgbClr>
          </a:solidFill>
          <a:ln/>
        </p:spPr>
      </p:sp>
      <p:sp>
        <p:nvSpPr>
          <p:cNvPr id="94" name="Shape 92"/>
          <p:cNvSpPr/>
          <p:nvPr/>
        </p:nvSpPr>
        <p:spPr>
          <a:xfrm>
            <a:off x="2258568" y="6909892"/>
            <a:ext cx="803758" cy="523723"/>
          </a:xfrm>
          <a:prstGeom prst="rect">
            <a:avLst/>
          </a:prstGeom>
          <a:solidFill>
            <a:srgbClr val="FFFFFF">
              <a:alpha val="2063"/>
            </a:srgbClr>
          </a:solidFill>
          <a:ln/>
        </p:spPr>
      </p:sp>
      <p:sp>
        <p:nvSpPr>
          <p:cNvPr id="95" name="Shape 93"/>
          <p:cNvSpPr/>
          <p:nvPr/>
        </p:nvSpPr>
        <p:spPr>
          <a:xfrm>
            <a:off x="2258568" y="7424471"/>
            <a:ext cx="803758" cy="523723"/>
          </a:xfrm>
          <a:prstGeom prst="rect">
            <a:avLst/>
          </a:prstGeom>
          <a:solidFill>
            <a:srgbClr val="FFFFFF">
              <a:alpha val="2406"/>
            </a:srgbClr>
          </a:solidFill>
          <a:ln/>
        </p:spPr>
      </p:sp>
      <p:sp>
        <p:nvSpPr>
          <p:cNvPr id="96" name="Shape 94"/>
          <p:cNvSpPr/>
          <p:nvPr/>
        </p:nvSpPr>
        <p:spPr>
          <a:xfrm>
            <a:off x="2258568" y="7939049"/>
            <a:ext cx="803758" cy="523723"/>
          </a:xfrm>
          <a:prstGeom prst="rect">
            <a:avLst/>
          </a:prstGeom>
          <a:solidFill>
            <a:srgbClr val="FFFFFF">
              <a:alpha val="2750"/>
            </a:srgbClr>
          </a:solidFill>
          <a:ln/>
        </p:spPr>
      </p:sp>
      <p:sp>
        <p:nvSpPr>
          <p:cNvPr id="97" name="Shape 95"/>
          <p:cNvSpPr/>
          <p:nvPr/>
        </p:nvSpPr>
        <p:spPr>
          <a:xfrm>
            <a:off x="2948026" y="3155594"/>
            <a:ext cx="803758" cy="671284"/>
          </a:xfrm>
          <a:prstGeom prst="rect">
            <a:avLst/>
          </a:prstGeom>
          <a:solidFill>
            <a:srgbClr val="FFFFFF">
              <a:alpha val="688"/>
            </a:srgbClr>
          </a:solidFill>
          <a:ln/>
        </p:spPr>
      </p:sp>
      <p:sp>
        <p:nvSpPr>
          <p:cNvPr id="98" name="Shape 96"/>
          <p:cNvSpPr/>
          <p:nvPr/>
        </p:nvSpPr>
        <p:spPr>
          <a:xfrm>
            <a:off x="2948026" y="3817734"/>
            <a:ext cx="803758" cy="671284"/>
          </a:xfrm>
          <a:prstGeom prst="rect">
            <a:avLst/>
          </a:prstGeom>
          <a:solidFill>
            <a:srgbClr val="FFFFFF">
              <a:alpha val="1375"/>
            </a:srgbClr>
          </a:solidFill>
          <a:ln/>
        </p:spPr>
      </p:sp>
      <p:sp>
        <p:nvSpPr>
          <p:cNvPr id="99" name="Shape 97"/>
          <p:cNvSpPr/>
          <p:nvPr/>
        </p:nvSpPr>
        <p:spPr>
          <a:xfrm>
            <a:off x="2948026" y="4479874"/>
            <a:ext cx="803758" cy="671284"/>
          </a:xfrm>
          <a:prstGeom prst="rect">
            <a:avLst/>
          </a:prstGeom>
          <a:solidFill>
            <a:srgbClr val="FFFFFF">
              <a:alpha val="2063"/>
            </a:srgbClr>
          </a:solidFill>
          <a:ln/>
        </p:spPr>
      </p:sp>
      <p:sp>
        <p:nvSpPr>
          <p:cNvPr id="100" name="Shape 98"/>
          <p:cNvSpPr/>
          <p:nvPr/>
        </p:nvSpPr>
        <p:spPr>
          <a:xfrm>
            <a:off x="2948026" y="5142014"/>
            <a:ext cx="803758" cy="671284"/>
          </a:xfrm>
          <a:prstGeom prst="rect">
            <a:avLst/>
          </a:prstGeom>
          <a:solidFill>
            <a:srgbClr val="FFFFFF">
              <a:alpha val="2750"/>
            </a:srgbClr>
          </a:solidFill>
          <a:ln/>
        </p:spPr>
      </p:sp>
      <p:sp>
        <p:nvSpPr>
          <p:cNvPr id="101" name="Shape 99"/>
          <p:cNvSpPr/>
          <p:nvPr/>
        </p:nvSpPr>
        <p:spPr>
          <a:xfrm>
            <a:off x="2948026" y="5804154"/>
            <a:ext cx="803758" cy="671284"/>
          </a:xfrm>
          <a:prstGeom prst="rect">
            <a:avLst/>
          </a:prstGeom>
          <a:solidFill>
            <a:srgbClr val="FFFFFF">
              <a:alpha val="3438"/>
            </a:srgbClr>
          </a:solidFill>
          <a:ln/>
        </p:spPr>
      </p:sp>
      <p:sp>
        <p:nvSpPr>
          <p:cNvPr id="102" name="Shape 100"/>
          <p:cNvSpPr/>
          <p:nvPr/>
        </p:nvSpPr>
        <p:spPr>
          <a:xfrm>
            <a:off x="2948026" y="6466294"/>
            <a:ext cx="803758" cy="671284"/>
          </a:xfrm>
          <a:prstGeom prst="rect">
            <a:avLst/>
          </a:prstGeom>
          <a:solidFill>
            <a:srgbClr val="FFFFFF">
              <a:alpha val="4125"/>
            </a:srgbClr>
          </a:solidFill>
          <a:ln/>
        </p:spPr>
      </p:sp>
      <p:sp>
        <p:nvSpPr>
          <p:cNvPr id="103" name="Shape 101"/>
          <p:cNvSpPr/>
          <p:nvPr/>
        </p:nvSpPr>
        <p:spPr>
          <a:xfrm>
            <a:off x="2948026" y="7128434"/>
            <a:ext cx="803758" cy="671284"/>
          </a:xfrm>
          <a:prstGeom prst="rect">
            <a:avLst/>
          </a:prstGeom>
          <a:solidFill>
            <a:srgbClr val="FFFFFF">
              <a:alpha val="4813"/>
            </a:srgbClr>
          </a:solidFill>
          <a:ln/>
        </p:spPr>
      </p:sp>
      <p:sp>
        <p:nvSpPr>
          <p:cNvPr id="104" name="Shape 102"/>
          <p:cNvSpPr/>
          <p:nvPr/>
        </p:nvSpPr>
        <p:spPr>
          <a:xfrm>
            <a:off x="2948026" y="7790574"/>
            <a:ext cx="803758" cy="671284"/>
          </a:xfrm>
          <a:prstGeom prst="rect">
            <a:avLst/>
          </a:prstGeom>
          <a:solidFill>
            <a:srgbClr val="FFFFFF">
              <a:alpha val="5500"/>
            </a:srgbClr>
          </a:solidFill>
          <a:ln/>
        </p:spPr>
      </p:sp>
      <p:sp>
        <p:nvSpPr>
          <p:cNvPr id="105" name="Shape 103"/>
          <p:cNvSpPr/>
          <p:nvPr/>
        </p:nvSpPr>
        <p:spPr>
          <a:xfrm>
            <a:off x="4300423" y="3525926"/>
            <a:ext cx="803758" cy="625107"/>
          </a:xfrm>
          <a:prstGeom prst="rect">
            <a:avLst/>
          </a:prstGeom>
          <a:solidFill>
            <a:srgbClr val="FFFFFF">
              <a:alpha val="688"/>
            </a:srgbClr>
          </a:solidFill>
          <a:ln/>
        </p:spPr>
      </p:sp>
      <p:sp>
        <p:nvSpPr>
          <p:cNvPr id="106" name="Shape 104"/>
          <p:cNvSpPr/>
          <p:nvPr/>
        </p:nvSpPr>
        <p:spPr>
          <a:xfrm>
            <a:off x="4300423" y="4141889"/>
            <a:ext cx="803758" cy="625107"/>
          </a:xfrm>
          <a:prstGeom prst="rect">
            <a:avLst/>
          </a:prstGeom>
          <a:solidFill>
            <a:srgbClr val="FFFFFF">
              <a:alpha val="1375"/>
            </a:srgbClr>
          </a:solidFill>
          <a:ln/>
        </p:spPr>
      </p:sp>
      <p:sp>
        <p:nvSpPr>
          <p:cNvPr id="107" name="Shape 105"/>
          <p:cNvSpPr/>
          <p:nvPr/>
        </p:nvSpPr>
        <p:spPr>
          <a:xfrm>
            <a:off x="4300423" y="4757852"/>
            <a:ext cx="803758" cy="625107"/>
          </a:xfrm>
          <a:prstGeom prst="rect">
            <a:avLst/>
          </a:prstGeom>
          <a:solidFill>
            <a:srgbClr val="FFFFFF">
              <a:alpha val="2063"/>
            </a:srgbClr>
          </a:solidFill>
          <a:ln/>
        </p:spPr>
      </p:sp>
      <p:sp>
        <p:nvSpPr>
          <p:cNvPr id="108" name="Shape 106"/>
          <p:cNvSpPr/>
          <p:nvPr/>
        </p:nvSpPr>
        <p:spPr>
          <a:xfrm>
            <a:off x="4300423" y="5373815"/>
            <a:ext cx="803758" cy="625107"/>
          </a:xfrm>
          <a:prstGeom prst="rect">
            <a:avLst/>
          </a:prstGeom>
          <a:solidFill>
            <a:srgbClr val="FFFFFF">
              <a:alpha val="2750"/>
            </a:srgbClr>
          </a:solidFill>
          <a:ln/>
        </p:spPr>
      </p:sp>
      <p:sp>
        <p:nvSpPr>
          <p:cNvPr id="109" name="Shape 107"/>
          <p:cNvSpPr/>
          <p:nvPr/>
        </p:nvSpPr>
        <p:spPr>
          <a:xfrm>
            <a:off x="4300423" y="5989777"/>
            <a:ext cx="803758" cy="625107"/>
          </a:xfrm>
          <a:prstGeom prst="rect">
            <a:avLst/>
          </a:prstGeom>
          <a:solidFill>
            <a:srgbClr val="FFFFFF">
              <a:alpha val="3438"/>
            </a:srgbClr>
          </a:solidFill>
          <a:ln/>
        </p:spPr>
      </p:sp>
      <p:sp>
        <p:nvSpPr>
          <p:cNvPr id="110" name="Shape 108"/>
          <p:cNvSpPr/>
          <p:nvPr/>
        </p:nvSpPr>
        <p:spPr>
          <a:xfrm>
            <a:off x="4300423" y="6605740"/>
            <a:ext cx="803758" cy="625107"/>
          </a:xfrm>
          <a:prstGeom prst="rect">
            <a:avLst/>
          </a:prstGeom>
          <a:solidFill>
            <a:srgbClr val="FFFFFF">
              <a:alpha val="4125"/>
            </a:srgbClr>
          </a:solidFill>
          <a:ln/>
        </p:spPr>
      </p:sp>
      <p:sp>
        <p:nvSpPr>
          <p:cNvPr id="111" name="Shape 109"/>
          <p:cNvSpPr/>
          <p:nvPr/>
        </p:nvSpPr>
        <p:spPr>
          <a:xfrm>
            <a:off x="4300423" y="7221703"/>
            <a:ext cx="803758" cy="625107"/>
          </a:xfrm>
          <a:prstGeom prst="rect">
            <a:avLst/>
          </a:prstGeom>
          <a:solidFill>
            <a:srgbClr val="FFFFFF">
              <a:alpha val="4813"/>
            </a:srgbClr>
          </a:solidFill>
          <a:ln/>
        </p:spPr>
      </p:sp>
      <p:sp>
        <p:nvSpPr>
          <p:cNvPr id="112" name="Shape 110"/>
          <p:cNvSpPr/>
          <p:nvPr/>
        </p:nvSpPr>
        <p:spPr>
          <a:xfrm>
            <a:off x="4300423" y="7837665"/>
            <a:ext cx="803758" cy="625107"/>
          </a:xfrm>
          <a:prstGeom prst="rect">
            <a:avLst/>
          </a:prstGeom>
          <a:solidFill>
            <a:srgbClr val="FFFFFF">
              <a:alpha val="5500"/>
            </a:srgbClr>
          </a:solidFill>
          <a:ln/>
        </p:spPr>
      </p:sp>
      <p:sp>
        <p:nvSpPr>
          <p:cNvPr id="113" name="Shape 111"/>
          <p:cNvSpPr/>
          <p:nvPr/>
        </p:nvSpPr>
        <p:spPr>
          <a:xfrm>
            <a:off x="4992624" y="5362956"/>
            <a:ext cx="803758" cy="395364"/>
          </a:xfrm>
          <a:prstGeom prst="rect">
            <a:avLst/>
          </a:prstGeom>
          <a:solidFill>
            <a:srgbClr val="FFFFFF">
              <a:alpha val="344"/>
            </a:srgbClr>
          </a:solidFill>
          <a:ln/>
        </p:spPr>
      </p:sp>
      <p:sp>
        <p:nvSpPr>
          <p:cNvPr id="114" name="Shape 112"/>
          <p:cNvSpPr/>
          <p:nvPr/>
        </p:nvSpPr>
        <p:spPr>
          <a:xfrm>
            <a:off x="4992624" y="5749176"/>
            <a:ext cx="803758" cy="395364"/>
          </a:xfrm>
          <a:prstGeom prst="rect">
            <a:avLst/>
          </a:prstGeom>
          <a:solidFill>
            <a:srgbClr val="FFFFFF">
              <a:alpha val="688"/>
            </a:srgbClr>
          </a:solidFill>
          <a:ln/>
        </p:spPr>
      </p:sp>
      <p:sp>
        <p:nvSpPr>
          <p:cNvPr id="115" name="Shape 113"/>
          <p:cNvSpPr/>
          <p:nvPr/>
        </p:nvSpPr>
        <p:spPr>
          <a:xfrm>
            <a:off x="4992624" y="6135395"/>
            <a:ext cx="803758" cy="395364"/>
          </a:xfrm>
          <a:prstGeom prst="rect">
            <a:avLst/>
          </a:prstGeom>
          <a:solidFill>
            <a:srgbClr val="FFFFFF">
              <a:alpha val="1031"/>
            </a:srgbClr>
          </a:solidFill>
          <a:ln/>
        </p:spPr>
      </p:sp>
      <p:sp>
        <p:nvSpPr>
          <p:cNvPr id="116" name="Shape 114"/>
          <p:cNvSpPr/>
          <p:nvPr/>
        </p:nvSpPr>
        <p:spPr>
          <a:xfrm>
            <a:off x="4992624" y="6521615"/>
            <a:ext cx="803758" cy="395364"/>
          </a:xfrm>
          <a:prstGeom prst="rect">
            <a:avLst/>
          </a:prstGeom>
          <a:solidFill>
            <a:srgbClr val="FFFFFF">
              <a:alpha val="1375"/>
            </a:srgbClr>
          </a:solidFill>
          <a:ln/>
        </p:spPr>
      </p:sp>
      <p:sp>
        <p:nvSpPr>
          <p:cNvPr id="117" name="Shape 115"/>
          <p:cNvSpPr/>
          <p:nvPr/>
        </p:nvSpPr>
        <p:spPr>
          <a:xfrm>
            <a:off x="4992624" y="6907835"/>
            <a:ext cx="803758" cy="395364"/>
          </a:xfrm>
          <a:prstGeom prst="rect">
            <a:avLst/>
          </a:prstGeom>
          <a:solidFill>
            <a:srgbClr val="FFFFFF">
              <a:alpha val="1719"/>
            </a:srgbClr>
          </a:solidFill>
          <a:ln/>
        </p:spPr>
      </p:sp>
      <p:sp>
        <p:nvSpPr>
          <p:cNvPr id="118" name="Shape 116"/>
          <p:cNvSpPr/>
          <p:nvPr/>
        </p:nvSpPr>
        <p:spPr>
          <a:xfrm>
            <a:off x="4992624" y="7294055"/>
            <a:ext cx="803758" cy="395364"/>
          </a:xfrm>
          <a:prstGeom prst="rect">
            <a:avLst/>
          </a:prstGeom>
          <a:solidFill>
            <a:srgbClr val="FFFFFF">
              <a:alpha val="2063"/>
            </a:srgbClr>
          </a:solidFill>
          <a:ln/>
        </p:spPr>
      </p:sp>
      <p:sp>
        <p:nvSpPr>
          <p:cNvPr id="119" name="Shape 117"/>
          <p:cNvSpPr/>
          <p:nvPr/>
        </p:nvSpPr>
        <p:spPr>
          <a:xfrm>
            <a:off x="4992624" y="7680274"/>
            <a:ext cx="803758" cy="395364"/>
          </a:xfrm>
          <a:prstGeom prst="rect">
            <a:avLst/>
          </a:prstGeom>
          <a:solidFill>
            <a:srgbClr val="FFFFFF">
              <a:alpha val="2406"/>
            </a:srgbClr>
          </a:solidFill>
          <a:ln/>
        </p:spPr>
      </p:sp>
      <p:sp>
        <p:nvSpPr>
          <p:cNvPr id="120" name="Shape 118"/>
          <p:cNvSpPr/>
          <p:nvPr/>
        </p:nvSpPr>
        <p:spPr>
          <a:xfrm>
            <a:off x="4992624" y="8066494"/>
            <a:ext cx="803758" cy="395364"/>
          </a:xfrm>
          <a:prstGeom prst="rect">
            <a:avLst/>
          </a:prstGeom>
          <a:solidFill>
            <a:srgbClr val="FFFFFF">
              <a:alpha val="2750"/>
            </a:srgbClr>
          </a:solidFill>
          <a:ln/>
        </p:spPr>
      </p:sp>
      <p:sp>
        <p:nvSpPr>
          <p:cNvPr id="121" name="Shape 119"/>
          <p:cNvSpPr/>
          <p:nvPr/>
        </p:nvSpPr>
        <p:spPr>
          <a:xfrm>
            <a:off x="-515722" y="1728216"/>
            <a:ext cx="803758" cy="849706"/>
          </a:xfrm>
          <a:prstGeom prst="rect">
            <a:avLst/>
          </a:prstGeom>
          <a:solidFill>
            <a:srgbClr val="FFFFFF">
              <a:alpha val="688"/>
            </a:srgbClr>
          </a:solidFill>
          <a:ln/>
        </p:spPr>
      </p:sp>
      <p:sp>
        <p:nvSpPr>
          <p:cNvPr id="122" name="Shape 120"/>
          <p:cNvSpPr/>
          <p:nvPr/>
        </p:nvSpPr>
        <p:spPr>
          <a:xfrm>
            <a:off x="-515722" y="2568778"/>
            <a:ext cx="803758" cy="849706"/>
          </a:xfrm>
          <a:prstGeom prst="rect">
            <a:avLst/>
          </a:prstGeom>
          <a:solidFill>
            <a:srgbClr val="FFFFFF">
              <a:alpha val="1375"/>
            </a:srgbClr>
          </a:solidFill>
          <a:ln/>
        </p:spPr>
      </p:sp>
      <p:sp>
        <p:nvSpPr>
          <p:cNvPr id="123" name="Shape 121"/>
          <p:cNvSpPr/>
          <p:nvPr/>
        </p:nvSpPr>
        <p:spPr>
          <a:xfrm>
            <a:off x="-515722" y="3409340"/>
            <a:ext cx="803758" cy="849706"/>
          </a:xfrm>
          <a:prstGeom prst="rect">
            <a:avLst/>
          </a:prstGeom>
          <a:solidFill>
            <a:srgbClr val="FFFFFF">
              <a:alpha val="2063"/>
            </a:srgbClr>
          </a:solidFill>
          <a:ln/>
        </p:spPr>
      </p:sp>
      <p:sp>
        <p:nvSpPr>
          <p:cNvPr id="124" name="Shape 122"/>
          <p:cNvSpPr/>
          <p:nvPr/>
        </p:nvSpPr>
        <p:spPr>
          <a:xfrm>
            <a:off x="-515722" y="4249903"/>
            <a:ext cx="803758" cy="849706"/>
          </a:xfrm>
          <a:prstGeom prst="rect">
            <a:avLst/>
          </a:prstGeom>
          <a:solidFill>
            <a:srgbClr val="FFFFFF">
              <a:alpha val="2750"/>
            </a:srgbClr>
          </a:solidFill>
          <a:ln/>
        </p:spPr>
      </p:sp>
      <p:sp>
        <p:nvSpPr>
          <p:cNvPr id="125" name="Shape 123"/>
          <p:cNvSpPr/>
          <p:nvPr/>
        </p:nvSpPr>
        <p:spPr>
          <a:xfrm>
            <a:off x="-515722" y="5090465"/>
            <a:ext cx="803758" cy="849706"/>
          </a:xfrm>
          <a:prstGeom prst="rect">
            <a:avLst/>
          </a:prstGeom>
          <a:solidFill>
            <a:srgbClr val="FFFFFF">
              <a:alpha val="3438"/>
            </a:srgbClr>
          </a:solidFill>
          <a:ln/>
        </p:spPr>
      </p:sp>
      <p:sp>
        <p:nvSpPr>
          <p:cNvPr id="126" name="Shape 124"/>
          <p:cNvSpPr/>
          <p:nvPr/>
        </p:nvSpPr>
        <p:spPr>
          <a:xfrm>
            <a:off x="-515722" y="5931027"/>
            <a:ext cx="803758" cy="849706"/>
          </a:xfrm>
          <a:prstGeom prst="rect">
            <a:avLst/>
          </a:prstGeom>
          <a:solidFill>
            <a:srgbClr val="FFFFFF">
              <a:alpha val="4125"/>
            </a:srgbClr>
          </a:solidFill>
          <a:ln/>
        </p:spPr>
      </p:sp>
      <p:sp>
        <p:nvSpPr>
          <p:cNvPr id="127" name="Shape 125"/>
          <p:cNvSpPr/>
          <p:nvPr/>
        </p:nvSpPr>
        <p:spPr>
          <a:xfrm>
            <a:off x="-515722" y="6771589"/>
            <a:ext cx="803758" cy="849706"/>
          </a:xfrm>
          <a:prstGeom prst="rect">
            <a:avLst/>
          </a:prstGeom>
          <a:solidFill>
            <a:srgbClr val="FFFFFF">
              <a:alpha val="4813"/>
            </a:srgbClr>
          </a:solidFill>
          <a:ln/>
        </p:spPr>
      </p:sp>
      <p:sp>
        <p:nvSpPr>
          <p:cNvPr id="128" name="Shape 126"/>
          <p:cNvSpPr/>
          <p:nvPr/>
        </p:nvSpPr>
        <p:spPr>
          <a:xfrm>
            <a:off x="-515722" y="7612151"/>
            <a:ext cx="803758" cy="849706"/>
          </a:xfrm>
          <a:prstGeom prst="rect">
            <a:avLst/>
          </a:prstGeom>
          <a:solidFill>
            <a:srgbClr val="FFFFFF">
              <a:alpha val="5500"/>
            </a:srgbClr>
          </a:solidFill>
          <a:ln/>
        </p:spPr>
      </p:sp>
      <p:sp>
        <p:nvSpPr>
          <p:cNvPr id="129" name="Shape 127"/>
          <p:cNvSpPr/>
          <p:nvPr/>
        </p:nvSpPr>
        <p:spPr>
          <a:xfrm>
            <a:off x="170993" y="3525926"/>
            <a:ext cx="803758" cy="625107"/>
          </a:xfrm>
          <a:prstGeom prst="rect">
            <a:avLst/>
          </a:prstGeom>
          <a:solidFill>
            <a:srgbClr val="FFFFFF">
              <a:alpha val="344"/>
            </a:srgbClr>
          </a:solidFill>
          <a:ln/>
        </p:spPr>
      </p:sp>
      <p:sp>
        <p:nvSpPr>
          <p:cNvPr id="130" name="Shape 128"/>
          <p:cNvSpPr/>
          <p:nvPr/>
        </p:nvSpPr>
        <p:spPr>
          <a:xfrm>
            <a:off x="170993" y="4141889"/>
            <a:ext cx="803758" cy="625107"/>
          </a:xfrm>
          <a:prstGeom prst="rect">
            <a:avLst/>
          </a:prstGeom>
          <a:solidFill>
            <a:srgbClr val="FFFFFF">
              <a:alpha val="688"/>
            </a:srgbClr>
          </a:solidFill>
          <a:ln/>
        </p:spPr>
      </p:sp>
      <p:sp>
        <p:nvSpPr>
          <p:cNvPr id="131" name="Shape 129"/>
          <p:cNvSpPr/>
          <p:nvPr/>
        </p:nvSpPr>
        <p:spPr>
          <a:xfrm>
            <a:off x="170993" y="4757852"/>
            <a:ext cx="803758" cy="625107"/>
          </a:xfrm>
          <a:prstGeom prst="rect">
            <a:avLst/>
          </a:prstGeom>
          <a:solidFill>
            <a:srgbClr val="FFFFFF">
              <a:alpha val="1031"/>
            </a:srgbClr>
          </a:solidFill>
          <a:ln/>
        </p:spPr>
      </p:sp>
      <p:sp>
        <p:nvSpPr>
          <p:cNvPr id="132" name="Shape 130"/>
          <p:cNvSpPr/>
          <p:nvPr/>
        </p:nvSpPr>
        <p:spPr>
          <a:xfrm>
            <a:off x="170993" y="5373815"/>
            <a:ext cx="803758" cy="625107"/>
          </a:xfrm>
          <a:prstGeom prst="rect">
            <a:avLst/>
          </a:prstGeom>
          <a:solidFill>
            <a:srgbClr val="FFFFFF">
              <a:alpha val="1375"/>
            </a:srgbClr>
          </a:solidFill>
          <a:ln/>
        </p:spPr>
      </p:sp>
      <p:sp>
        <p:nvSpPr>
          <p:cNvPr id="133" name="Shape 131"/>
          <p:cNvSpPr/>
          <p:nvPr/>
        </p:nvSpPr>
        <p:spPr>
          <a:xfrm>
            <a:off x="170993" y="5989777"/>
            <a:ext cx="803758" cy="625107"/>
          </a:xfrm>
          <a:prstGeom prst="rect">
            <a:avLst/>
          </a:prstGeom>
          <a:solidFill>
            <a:srgbClr val="FFFFFF">
              <a:alpha val="1719"/>
            </a:srgbClr>
          </a:solidFill>
          <a:ln/>
        </p:spPr>
      </p:sp>
      <p:sp>
        <p:nvSpPr>
          <p:cNvPr id="134" name="Shape 132"/>
          <p:cNvSpPr/>
          <p:nvPr/>
        </p:nvSpPr>
        <p:spPr>
          <a:xfrm>
            <a:off x="170993" y="6605740"/>
            <a:ext cx="803758" cy="625107"/>
          </a:xfrm>
          <a:prstGeom prst="rect">
            <a:avLst/>
          </a:prstGeom>
          <a:solidFill>
            <a:srgbClr val="FFFFFF">
              <a:alpha val="2063"/>
            </a:srgbClr>
          </a:solidFill>
          <a:ln/>
        </p:spPr>
      </p:sp>
      <p:sp>
        <p:nvSpPr>
          <p:cNvPr id="135" name="Shape 133"/>
          <p:cNvSpPr/>
          <p:nvPr/>
        </p:nvSpPr>
        <p:spPr>
          <a:xfrm>
            <a:off x="170993" y="7221703"/>
            <a:ext cx="803758" cy="625107"/>
          </a:xfrm>
          <a:prstGeom prst="rect">
            <a:avLst/>
          </a:prstGeom>
          <a:solidFill>
            <a:srgbClr val="FFFFFF">
              <a:alpha val="2406"/>
            </a:srgbClr>
          </a:solidFill>
          <a:ln/>
        </p:spPr>
      </p:sp>
      <p:sp>
        <p:nvSpPr>
          <p:cNvPr id="136" name="Shape 134"/>
          <p:cNvSpPr/>
          <p:nvPr/>
        </p:nvSpPr>
        <p:spPr>
          <a:xfrm>
            <a:off x="170993" y="7837665"/>
            <a:ext cx="803758" cy="625107"/>
          </a:xfrm>
          <a:prstGeom prst="rect">
            <a:avLst/>
          </a:prstGeom>
          <a:solidFill>
            <a:srgbClr val="FFFFFF">
              <a:alpha val="2750"/>
            </a:srgbClr>
          </a:solidFill>
          <a:ln/>
        </p:spPr>
      </p:sp>
      <p:sp>
        <p:nvSpPr>
          <p:cNvPr id="137" name="Shape 135"/>
          <p:cNvSpPr/>
          <p:nvPr/>
        </p:nvSpPr>
        <p:spPr>
          <a:xfrm>
            <a:off x="862279" y="5362956"/>
            <a:ext cx="803758" cy="395364"/>
          </a:xfrm>
          <a:prstGeom prst="rect">
            <a:avLst/>
          </a:prstGeom>
          <a:solidFill>
            <a:srgbClr val="FFFFFF">
              <a:alpha val="138"/>
            </a:srgbClr>
          </a:solidFill>
          <a:ln/>
        </p:spPr>
      </p:sp>
      <p:sp>
        <p:nvSpPr>
          <p:cNvPr id="138" name="Shape 136"/>
          <p:cNvSpPr/>
          <p:nvPr/>
        </p:nvSpPr>
        <p:spPr>
          <a:xfrm>
            <a:off x="862279" y="5749176"/>
            <a:ext cx="803758" cy="395364"/>
          </a:xfrm>
          <a:prstGeom prst="rect">
            <a:avLst/>
          </a:prstGeom>
          <a:solidFill>
            <a:srgbClr val="FFFFFF">
              <a:alpha val="275"/>
            </a:srgbClr>
          </a:solidFill>
          <a:ln/>
        </p:spPr>
      </p:sp>
      <p:sp>
        <p:nvSpPr>
          <p:cNvPr id="139" name="Shape 137"/>
          <p:cNvSpPr/>
          <p:nvPr/>
        </p:nvSpPr>
        <p:spPr>
          <a:xfrm>
            <a:off x="862279" y="6135395"/>
            <a:ext cx="803758" cy="395364"/>
          </a:xfrm>
          <a:prstGeom prst="rect">
            <a:avLst/>
          </a:prstGeom>
          <a:solidFill>
            <a:srgbClr val="FFFFFF">
              <a:alpha val="412"/>
            </a:srgbClr>
          </a:solidFill>
          <a:ln/>
        </p:spPr>
      </p:sp>
      <p:sp>
        <p:nvSpPr>
          <p:cNvPr id="140" name="Shape 138"/>
          <p:cNvSpPr/>
          <p:nvPr/>
        </p:nvSpPr>
        <p:spPr>
          <a:xfrm>
            <a:off x="862279" y="6521615"/>
            <a:ext cx="803758" cy="395364"/>
          </a:xfrm>
          <a:prstGeom prst="rect">
            <a:avLst/>
          </a:prstGeom>
          <a:solidFill>
            <a:srgbClr val="FFFFFF">
              <a:alpha val="550"/>
            </a:srgbClr>
          </a:solidFill>
          <a:ln/>
        </p:spPr>
      </p:sp>
      <p:sp>
        <p:nvSpPr>
          <p:cNvPr id="141" name="Shape 139"/>
          <p:cNvSpPr/>
          <p:nvPr/>
        </p:nvSpPr>
        <p:spPr>
          <a:xfrm>
            <a:off x="862279" y="6907835"/>
            <a:ext cx="803758" cy="395364"/>
          </a:xfrm>
          <a:prstGeom prst="rect">
            <a:avLst/>
          </a:prstGeom>
          <a:solidFill>
            <a:srgbClr val="FFFFFF">
              <a:alpha val="688"/>
            </a:srgbClr>
          </a:solidFill>
          <a:ln/>
        </p:spPr>
      </p:sp>
      <p:sp>
        <p:nvSpPr>
          <p:cNvPr id="142" name="Shape 140"/>
          <p:cNvSpPr/>
          <p:nvPr/>
        </p:nvSpPr>
        <p:spPr>
          <a:xfrm>
            <a:off x="862279" y="7294055"/>
            <a:ext cx="803758" cy="395364"/>
          </a:xfrm>
          <a:prstGeom prst="rect">
            <a:avLst/>
          </a:prstGeom>
          <a:solidFill>
            <a:srgbClr val="FFFFFF">
              <a:alpha val="825"/>
            </a:srgbClr>
          </a:solidFill>
          <a:ln/>
        </p:spPr>
      </p:sp>
      <p:sp>
        <p:nvSpPr>
          <p:cNvPr id="143" name="Shape 141"/>
          <p:cNvSpPr/>
          <p:nvPr/>
        </p:nvSpPr>
        <p:spPr>
          <a:xfrm>
            <a:off x="862279" y="7680274"/>
            <a:ext cx="803758" cy="395364"/>
          </a:xfrm>
          <a:prstGeom prst="rect">
            <a:avLst/>
          </a:prstGeom>
          <a:solidFill>
            <a:srgbClr val="FFFFFF">
              <a:alpha val="963"/>
            </a:srgbClr>
          </a:solidFill>
          <a:ln/>
        </p:spPr>
      </p:sp>
      <p:sp>
        <p:nvSpPr>
          <p:cNvPr id="144" name="Shape 142"/>
          <p:cNvSpPr/>
          <p:nvPr/>
        </p:nvSpPr>
        <p:spPr>
          <a:xfrm>
            <a:off x="862279" y="8066494"/>
            <a:ext cx="803758" cy="395364"/>
          </a:xfrm>
          <a:prstGeom prst="rect">
            <a:avLst/>
          </a:prstGeom>
          <a:solidFill>
            <a:srgbClr val="FFFFFF">
              <a:alpha val="1100"/>
            </a:srgbClr>
          </a:solidFill>
          <a:ln/>
        </p:spPr>
      </p:sp>
      <p:sp>
        <p:nvSpPr>
          <p:cNvPr id="145" name="Shape 143"/>
          <p:cNvSpPr/>
          <p:nvPr/>
        </p:nvSpPr>
        <p:spPr>
          <a:xfrm>
            <a:off x="1435608" y="-1775765"/>
            <a:ext cx="803758" cy="849706"/>
          </a:xfrm>
          <a:prstGeom prst="rect">
            <a:avLst/>
          </a:prstGeom>
          <a:solidFill>
            <a:srgbClr val="F8FE05">
              <a:alpha val="8250"/>
            </a:srgbClr>
          </a:solidFill>
          <a:ln/>
        </p:spPr>
      </p:sp>
      <p:sp>
        <p:nvSpPr>
          <p:cNvPr id="146" name="Shape 144"/>
          <p:cNvSpPr/>
          <p:nvPr/>
        </p:nvSpPr>
        <p:spPr>
          <a:xfrm>
            <a:off x="1435608" y="-935203"/>
            <a:ext cx="803758" cy="849706"/>
          </a:xfrm>
          <a:prstGeom prst="rect">
            <a:avLst/>
          </a:prstGeom>
          <a:solidFill>
            <a:srgbClr val="F8FE05">
              <a:alpha val="7219"/>
            </a:srgbClr>
          </a:solidFill>
          <a:ln/>
        </p:spPr>
      </p:sp>
      <p:sp>
        <p:nvSpPr>
          <p:cNvPr id="147" name="Shape 145"/>
          <p:cNvSpPr/>
          <p:nvPr/>
        </p:nvSpPr>
        <p:spPr>
          <a:xfrm>
            <a:off x="1435608" y="-94640"/>
            <a:ext cx="803758" cy="849706"/>
          </a:xfrm>
          <a:prstGeom prst="rect">
            <a:avLst/>
          </a:prstGeom>
          <a:solidFill>
            <a:srgbClr val="F8FE05">
              <a:alpha val="6188"/>
            </a:srgbClr>
          </a:solidFill>
          <a:ln/>
        </p:spPr>
      </p:sp>
      <p:sp>
        <p:nvSpPr>
          <p:cNvPr id="148" name="Shape 146"/>
          <p:cNvSpPr/>
          <p:nvPr/>
        </p:nvSpPr>
        <p:spPr>
          <a:xfrm>
            <a:off x="1435608" y="745922"/>
            <a:ext cx="803758" cy="849706"/>
          </a:xfrm>
          <a:prstGeom prst="rect">
            <a:avLst/>
          </a:prstGeom>
          <a:solidFill>
            <a:srgbClr val="F8FE05">
              <a:alpha val="5156"/>
            </a:srgbClr>
          </a:solidFill>
          <a:ln/>
        </p:spPr>
      </p:sp>
      <p:sp>
        <p:nvSpPr>
          <p:cNvPr id="149" name="Shape 147"/>
          <p:cNvSpPr/>
          <p:nvPr/>
        </p:nvSpPr>
        <p:spPr>
          <a:xfrm>
            <a:off x="1435608" y="1586484"/>
            <a:ext cx="803758" cy="849706"/>
          </a:xfrm>
          <a:prstGeom prst="rect">
            <a:avLst/>
          </a:prstGeom>
          <a:solidFill>
            <a:srgbClr val="F8FE05">
              <a:alpha val="4125"/>
            </a:srgbClr>
          </a:solidFill>
          <a:ln/>
        </p:spPr>
      </p:sp>
      <p:sp>
        <p:nvSpPr>
          <p:cNvPr id="150" name="Shape 148"/>
          <p:cNvSpPr/>
          <p:nvPr/>
        </p:nvSpPr>
        <p:spPr>
          <a:xfrm>
            <a:off x="1435608" y="2427046"/>
            <a:ext cx="803758" cy="849706"/>
          </a:xfrm>
          <a:prstGeom prst="rect">
            <a:avLst/>
          </a:prstGeom>
          <a:solidFill>
            <a:srgbClr val="F8FE05">
              <a:alpha val="3094"/>
            </a:srgbClr>
          </a:solidFill>
          <a:ln/>
        </p:spPr>
      </p:sp>
      <p:sp>
        <p:nvSpPr>
          <p:cNvPr id="151" name="Shape 149"/>
          <p:cNvSpPr/>
          <p:nvPr/>
        </p:nvSpPr>
        <p:spPr>
          <a:xfrm>
            <a:off x="1435608" y="3267608"/>
            <a:ext cx="803758" cy="849706"/>
          </a:xfrm>
          <a:prstGeom prst="rect">
            <a:avLst/>
          </a:prstGeom>
          <a:solidFill>
            <a:srgbClr val="F8FE05">
              <a:alpha val="2063"/>
            </a:srgbClr>
          </a:solidFill>
          <a:ln/>
        </p:spPr>
      </p:sp>
      <p:sp>
        <p:nvSpPr>
          <p:cNvPr id="152" name="Shape 150"/>
          <p:cNvSpPr/>
          <p:nvPr/>
        </p:nvSpPr>
        <p:spPr>
          <a:xfrm>
            <a:off x="1435608" y="4108171"/>
            <a:ext cx="803758" cy="849706"/>
          </a:xfrm>
          <a:prstGeom prst="rect">
            <a:avLst/>
          </a:prstGeom>
          <a:solidFill>
            <a:srgbClr val="F8FE05">
              <a:alpha val="1031"/>
            </a:srgbClr>
          </a:solidFill>
          <a:ln/>
        </p:spPr>
      </p:sp>
      <p:sp>
        <p:nvSpPr>
          <p:cNvPr id="153" name="Shape 151"/>
          <p:cNvSpPr/>
          <p:nvPr/>
        </p:nvSpPr>
        <p:spPr>
          <a:xfrm>
            <a:off x="2806294" y="-1775765"/>
            <a:ext cx="803758" cy="523723"/>
          </a:xfrm>
          <a:prstGeom prst="rect">
            <a:avLst/>
          </a:prstGeom>
          <a:solidFill>
            <a:srgbClr val="F8FE05">
              <a:alpha val="3850"/>
            </a:srgbClr>
          </a:solidFill>
          <a:ln/>
        </p:spPr>
      </p:sp>
      <p:sp>
        <p:nvSpPr>
          <p:cNvPr id="154" name="Shape 152"/>
          <p:cNvSpPr/>
          <p:nvPr/>
        </p:nvSpPr>
        <p:spPr>
          <a:xfrm>
            <a:off x="2806294" y="-1261186"/>
            <a:ext cx="803758" cy="523723"/>
          </a:xfrm>
          <a:prstGeom prst="rect">
            <a:avLst/>
          </a:prstGeom>
          <a:solidFill>
            <a:srgbClr val="F8FE05">
              <a:alpha val="3369"/>
            </a:srgbClr>
          </a:solidFill>
          <a:ln/>
        </p:spPr>
      </p:sp>
      <p:sp>
        <p:nvSpPr>
          <p:cNvPr id="155" name="Shape 153"/>
          <p:cNvSpPr/>
          <p:nvPr/>
        </p:nvSpPr>
        <p:spPr>
          <a:xfrm>
            <a:off x="2806294" y="-746608"/>
            <a:ext cx="803758" cy="523723"/>
          </a:xfrm>
          <a:prstGeom prst="rect">
            <a:avLst/>
          </a:prstGeom>
          <a:solidFill>
            <a:srgbClr val="F8FE05">
              <a:alpha val="2888"/>
            </a:srgbClr>
          </a:solidFill>
          <a:ln/>
        </p:spPr>
      </p:sp>
      <p:sp>
        <p:nvSpPr>
          <p:cNvPr id="156" name="Shape 154"/>
          <p:cNvSpPr/>
          <p:nvPr/>
        </p:nvSpPr>
        <p:spPr>
          <a:xfrm>
            <a:off x="2806294" y="-232029"/>
            <a:ext cx="803758" cy="523723"/>
          </a:xfrm>
          <a:prstGeom prst="rect">
            <a:avLst/>
          </a:prstGeom>
          <a:solidFill>
            <a:srgbClr val="F8FE05">
              <a:alpha val="2406"/>
            </a:srgbClr>
          </a:solidFill>
          <a:ln/>
        </p:spPr>
      </p:sp>
      <p:sp>
        <p:nvSpPr>
          <p:cNvPr id="157" name="Shape 155"/>
          <p:cNvSpPr/>
          <p:nvPr/>
        </p:nvSpPr>
        <p:spPr>
          <a:xfrm>
            <a:off x="2806294" y="282550"/>
            <a:ext cx="803758" cy="523723"/>
          </a:xfrm>
          <a:prstGeom prst="rect">
            <a:avLst/>
          </a:prstGeom>
          <a:solidFill>
            <a:srgbClr val="F8FE05">
              <a:alpha val="1925"/>
            </a:srgbClr>
          </a:solidFill>
          <a:ln/>
        </p:spPr>
      </p:sp>
      <p:sp>
        <p:nvSpPr>
          <p:cNvPr id="158" name="Shape 156"/>
          <p:cNvSpPr/>
          <p:nvPr/>
        </p:nvSpPr>
        <p:spPr>
          <a:xfrm>
            <a:off x="2806294" y="797128"/>
            <a:ext cx="803758" cy="523723"/>
          </a:xfrm>
          <a:prstGeom prst="rect">
            <a:avLst/>
          </a:prstGeom>
          <a:solidFill>
            <a:srgbClr val="F8FE05">
              <a:alpha val="1444"/>
            </a:srgbClr>
          </a:solidFill>
          <a:ln/>
        </p:spPr>
      </p:sp>
      <p:sp>
        <p:nvSpPr>
          <p:cNvPr id="159" name="Shape 157"/>
          <p:cNvSpPr/>
          <p:nvPr/>
        </p:nvSpPr>
        <p:spPr>
          <a:xfrm>
            <a:off x="2806294" y="1311707"/>
            <a:ext cx="803758" cy="523723"/>
          </a:xfrm>
          <a:prstGeom prst="rect">
            <a:avLst/>
          </a:prstGeom>
          <a:solidFill>
            <a:srgbClr val="F8FE05">
              <a:alpha val="963"/>
            </a:srgbClr>
          </a:solidFill>
          <a:ln/>
        </p:spPr>
      </p:sp>
      <p:sp>
        <p:nvSpPr>
          <p:cNvPr id="160" name="Shape 158"/>
          <p:cNvSpPr/>
          <p:nvPr/>
        </p:nvSpPr>
        <p:spPr>
          <a:xfrm>
            <a:off x="2806294" y="1826285"/>
            <a:ext cx="803758" cy="523723"/>
          </a:xfrm>
          <a:prstGeom prst="rect">
            <a:avLst/>
          </a:prstGeom>
          <a:solidFill>
            <a:srgbClr val="F8FE05">
              <a:alpha val="481"/>
            </a:srgbClr>
          </a:solidFill>
          <a:ln/>
        </p:spPr>
      </p:sp>
      <p:sp>
        <p:nvSpPr>
          <p:cNvPr id="161" name="Shape 159"/>
          <p:cNvSpPr/>
          <p:nvPr/>
        </p:nvSpPr>
        <p:spPr>
          <a:xfrm>
            <a:off x="2115922" y="-1775765"/>
            <a:ext cx="803758" cy="671284"/>
          </a:xfrm>
          <a:prstGeom prst="rect">
            <a:avLst/>
          </a:prstGeom>
          <a:solidFill>
            <a:srgbClr val="F8FE05">
              <a:alpha val="5500"/>
            </a:srgbClr>
          </a:solidFill>
          <a:ln/>
        </p:spPr>
      </p:sp>
      <p:sp>
        <p:nvSpPr>
          <p:cNvPr id="162" name="Shape 160"/>
          <p:cNvSpPr/>
          <p:nvPr/>
        </p:nvSpPr>
        <p:spPr>
          <a:xfrm>
            <a:off x="2115922" y="-1113625"/>
            <a:ext cx="803758" cy="671284"/>
          </a:xfrm>
          <a:prstGeom prst="rect">
            <a:avLst/>
          </a:prstGeom>
          <a:solidFill>
            <a:srgbClr val="F8FE05">
              <a:alpha val="4813"/>
            </a:srgbClr>
          </a:solidFill>
          <a:ln/>
        </p:spPr>
      </p:sp>
      <p:sp>
        <p:nvSpPr>
          <p:cNvPr id="163" name="Shape 161"/>
          <p:cNvSpPr/>
          <p:nvPr/>
        </p:nvSpPr>
        <p:spPr>
          <a:xfrm>
            <a:off x="2115922" y="-451485"/>
            <a:ext cx="803758" cy="671284"/>
          </a:xfrm>
          <a:prstGeom prst="rect">
            <a:avLst/>
          </a:prstGeom>
          <a:solidFill>
            <a:srgbClr val="F8FE05">
              <a:alpha val="4125"/>
            </a:srgbClr>
          </a:solidFill>
          <a:ln/>
        </p:spPr>
      </p:sp>
      <p:sp>
        <p:nvSpPr>
          <p:cNvPr id="164" name="Shape 162"/>
          <p:cNvSpPr/>
          <p:nvPr/>
        </p:nvSpPr>
        <p:spPr>
          <a:xfrm>
            <a:off x="2115922" y="210655"/>
            <a:ext cx="803758" cy="671284"/>
          </a:xfrm>
          <a:prstGeom prst="rect">
            <a:avLst/>
          </a:prstGeom>
          <a:solidFill>
            <a:srgbClr val="F8FE05">
              <a:alpha val="3438"/>
            </a:srgbClr>
          </a:solidFill>
          <a:ln/>
        </p:spPr>
      </p:sp>
      <p:sp>
        <p:nvSpPr>
          <p:cNvPr id="165" name="Shape 163"/>
          <p:cNvSpPr/>
          <p:nvPr/>
        </p:nvSpPr>
        <p:spPr>
          <a:xfrm>
            <a:off x="2115922" y="872795"/>
            <a:ext cx="803758" cy="671284"/>
          </a:xfrm>
          <a:prstGeom prst="rect">
            <a:avLst/>
          </a:prstGeom>
          <a:solidFill>
            <a:srgbClr val="F8FE05">
              <a:alpha val="2750"/>
            </a:srgbClr>
          </a:solidFill>
          <a:ln/>
        </p:spPr>
      </p:sp>
      <p:sp>
        <p:nvSpPr>
          <p:cNvPr id="166" name="Shape 164"/>
          <p:cNvSpPr/>
          <p:nvPr/>
        </p:nvSpPr>
        <p:spPr>
          <a:xfrm>
            <a:off x="2115922" y="1534935"/>
            <a:ext cx="803758" cy="671284"/>
          </a:xfrm>
          <a:prstGeom prst="rect">
            <a:avLst/>
          </a:prstGeom>
          <a:solidFill>
            <a:srgbClr val="F8FE05">
              <a:alpha val="2063"/>
            </a:srgbClr>
          </a:solidFill>
          <a:ln/>
        </p:spPr>
      </p:sp>
      <p:sp>
        <p:nvSpPr>
          <p:cNvPr id="167" name="Shape 165"/>
          <p:cNvSpPr/>
          <p:nvPr/>
        </p:nvSpPr>
        <p:spPr>
          <a:xfrm>
            <a:off x="2115922" y="2197075"/>
            <a:ext cx="803758" cy="671284"/>
          </a:xfrm>
          <a:prstGeom prst="rect">
            <a:avLst/>
          </a:prstGeom>
          <a:solidFill>
            <a:srgbClr val="F8FE05">
              <a:alpha val="1375"/>
            </a:srgbClr>
          </a:solidFill>
          <a:ln/>
        </p:spPr>
      </p:sp>
      <p:sp>
        <p:nvSpPr>
          <p:cNvPr id="168" name="Shape 166"/>
          <p:cNvSpPr/>
          <p:nvPr/>
        </p:nvSpPr>
        <p:spPr>
          <a:xfrm>
            <a:off x="2115922" y="2859215"/>
            <a:ext cx="803758" cy="671284"/>
          </a:xfrm>
          <a:prstGeom prst="rect">
            <a:avLst/>
          </a:prstGeom>
          <a:solidFill>
            <a:srgbClr val="F8FE05">
              <a:alpha val="688"/>
            </a:srgbClr>
          </a:solidFill>
          <a:ln/>
        </p:spPr>
      </p:sp>
      <p:sp>
        <p:nvSpPr>
          <p:cNvPr id="169" name="Shape 167"/>
          <p:cNvSpPr/>
          <p:nvPr/>
        </p:nvSpPr>
        <p:spPr>
          <a:xfrm>
            <a:off x="742493" y="-1775765"/>
            <a:ext cx="803758" cy="625107"/>
          </a:xfrm>
          <a:prstGeom prst="rect">
            <a:avLst/>
          </a:prstGeom>
          <a:solidFill>
            <a:srgbClr val="F8FE05">
              <a:alpha val="5500"/>
            </a:srgbClr>
          </a:solidFill>
          <a:ln/>
        </p:spPr>
      </p:sp>
      <p:sp>
        <p:nvSpPr>
          <p:cNvPr id="170" name="Shape 168"/>
          <p:cNvSpPr/>
          <p:nvPr/>
        </p:nvSpPr>
        <p:spPr>
          <a:xfrm>
            <a:off x="742493" y="-1159802"/>
            <a:ext cx="803758" cy="625107"/>
          </a:xfrm>
          <a:prstGeom prst="rect">
            <a:avLst/>
          </a:prstGeom>
          <a:solidFill>
            <a:srgbClr val="F8FE05">
              <a:alpha val="4813"/>
            </a:srgbClr>
          </a:solidFill>
          <a:ln/>
        </p:spPr>
      </p:sp>
      <p:sp>
        <p:nvSpPr>
          <p:cNvPr id="171" name="Shape 169"/>
          <p:cNvSpPr/>
          <p:nvPr/>
        </p:nvSpPr>
        <p:spPr>
          <a:xfrm>
            <a:off x="742493" y="-543839"/>
            <a:ext cx="803758" cy="625107"/>
          </a:xfrm>
          <a:prstGeom prst="rect">
            <a:avLst/>
          </a:prstGeom>
          <a:solidFill>
            <a:srgbClr val="F8FE05">
              <a:alpha val="4125"/>
            </a:srgbClr>
          </a:solidFill>
          <a:ln/>
        </p:spPr>
      </p:sp>
      <p:sp>
        <p:nvSpPr>
          <p:cNvPr id="172" name="Shape 170"/>
          <p:cNvSpPr/>
          <p:nvPr/>
        </p:nvSpPr>
        <p:spPr>
          <a:xfrm>
            <a:off x="742493" y="72123"/>
            <a:ext cx="803758" cy="625107"/>
          </a:xfrm>
          <a:prstGeom prst="rect">
            <a:avLst/>
          </a:prstGeom>
          <a:solidFill>
            <a:srgbClr val="F8FE05">
              <a:alpha val="3438"/>
            </a:srgbClr>
          </a:solidFill>
          <a:ln/>
        </p:spPr>
      </p:sp>
      <p:sp>
        <p:nvSpPr>
          <p:cNvPr id="173" name="Shape 171"/>
          <p:cNvSpPr/>
          <p:nvPr/>
        </p:nvSpPr>
        <p:spPr>
          <a:xfrm>
            <a:off x="742493" y="688086"/>
            <a:ext cx="803758" cy="625107"/>
          </a:xfrm>
          <a:prstGeom prst="rect">
            <a:avLst/>
          </a:prstGeom>
          <a:solidFill>
            <a:srgbClr val="F8FE05">
              <a:alpha val="2750"/>
            </a:srgbClr>
          </a:solidFill>
          <a:ln/>
        </p:spPr>
      </p:sp>
      <p:sp>
        <p:nvSpPr>
          <p:cNvPr id="174" name="Shape 172"/>
          <p:cNvSpPr/>
          <p:nvPr/>
        </p:nvSpPr>
        <p:spPr>
          <a:xfrm>
            <a:off x="742493" y="1304049"/>
            <a:ext cx="803758" cy="625107"/>
          </a:xfrm>
          <a:prstGeom prst="rect">
            <a:avLst/>
          </a:prstGeom>
          <a:solidFill>
            <a:srgbClr val="F8FE05">
              <a:alpha val="2063"/>
            </a:srgbClr>
          </a:solidFill>
          <a:ln/>
        </p:spPr>
      </p:sp>
      <p:sp>
        <p:nvSpPr>
          <p:cNvPr id="175" name="Shape 173"/>
          <p:cNvSpPr/>
          <p:nvPr/>
        </p:nvSpPr>
        <p:spPr>
          <a:xfrm>
            <a:off x="742493" y="1920011"/>
            <a:ext cx="803758" cy="625107"/>
          </a:xfrm>
          <a:prstGeom prst="rect">
            <a:avLst/>
          </a:prstGeom>
          <a:solidFill>
            <a:srgbClr val="F8FE05">
              <a:alpha val="1375"/>
            </a:srgbClr>
          </a:solidFill>
          <a:ln/>
        </p:spPr>
      </p:sp>
      <p:sp>
        <p:nvSpPr>
          <p:cNvPr id="176" name="Shape 174"/>
          <p:cNvSpPr/>
          <p:nvPr/>
        </p:nvSpPr>
        <p:spPr>
          <a:xfrm>
            <a:off x="742493" y="2535974"/>
            <a:ext cx="803758" cy="625107"/>
          </a:xfrm>
          <a:prstGeom prst="rect">
            <a:avLst/>
          </a:prstGeom>
          <a:solidFill>
            <a:srgbClr val="F8FE05">
              <a:alpha val="688"/>
            </a:srgbClr>
          </a:solidFill>
          <a:ln/>
        </p:spPr>
      </p:sp>
      <p:sp>
        <p:nvSpPr>
          <p:cNvPr id="177" name="Shape 175"/>
          <p:cNvSpPr/>
          <p:nvPr/>
        </p:nvSpPr>
        <p:spPr>
          <a:xfrm>
            <a:off x="57607" y="-1775765"/>
            <a:ext cx="803758" cy="395364"/>
          </a:xfrm>
          <a:prstGeom prst="rect">
            <a:avLst/>
          </a:prstGeom>
          <a:solidFill>
            <a:srgbClr val="F8FE05">
              <a:alpha val="3850"/>
            </a:srgbClr>
          </a:solidFill>
          <a:ln/>
        </p:spPr>
      </p:sp>
      <p:sp>
        <p:nvSpPr>
          <p:cNvPr id="178" name="Shape 176"/>
          <p:cNvSpPr/>
          <p:nvPr/>
        </p:nvSpPr>
        <p:spPr>
          <a:xfrm>
            <a:off x="57607" y="-1389545"/>
            <a:ext cx="803758" cy="395364"/>
          </a:xfrm>
          <a:prstGeom prst="rect">
            <a:avLst/>
          </a:prstGeom>
          <a:solidFill>
            <a:srgbClr val="F8FE05">
              <a:alpha val="3369"/>
            </a:srgbClr>
          </a:solidFill>
          <a:ln/>
        </p:spPr>
      </p:sp>
      <p:sp>
        <p:nvSpPr>
          <p:cNvPr id="179" name="Shape 177"/>
          <p:cNvSpPr/>
          <p:nvPr/>
        </p:nvSpPr>
        <p:spPr>
          <a:xfrm>
            <a:off x="57607" y="-1003325"/>
            <a:ext cx="803758" cy="395364"/>
          </a:xfrm>
          <a:prstGeom prst="rect">
            <a:avLst/>
          </a:prstGeom>
          <a:solidFill>
            <a:srgbClr val="F8FE05">
              <a:alpha val="2888"/>
            </a:srgbClr>
          </a:solidFill>
          <a:ln/>
        </p:spPr>
      </p:sp>
      <p:sp>
        <p:nvSpPr>
          <p:cNvPr id="180" name="Shape 178"/>
          <p:cNvSpPr/>
          <p:nvPr/>
        </p:nvSpPr>
        <p:spPr>
          <a:xfrm>
            <a:off x="57607" y="-617106"/>
            <a:ext cx="803758" cy="395364"/>
          </a:xfrm>
          <a:prstGeom prst="rect">
            <a:avLst/>
          </a:prstGeom>
          <a:solidFill>
            <a:srgbClr val="F8FE05">
              <a:alpha val="2406"/>
            </a:srgbClr>
          </a:solidFill>
          <a:ln/>
        </p:spPr>
      </p:sp>
      <p:sp>
        <p:nvSpPr>
          <p:cNvPr id="181" name="Shape 179"/>
          <p:cNvSpPr/>
          <p:nvPr/>
        </p:nvSpPr>
        <p:spPr>
          <a:xfrm>
            <a:off x="57607" y="-230886"/>
            <a:ext cx="803758" cy="395364"/>
          </a:xfrm>
          <a:prstGeom prst="rect">
            <a:avLst/>
          </a:prstGeom>
          <a:solidFill>
            <a:srgbClr val="F8FE05">
              <a:alpha val="1925"/>
            </a:srgbClr>
          </a:solidFill>
          <a:ln/>
        </p:spPr>
      </p:sp>
      <p:sp>
        <p:nvSpPr>
          <p:cNvPr id="182" name="Shape 180"/>
          <p:cNvSpPr/>
          <p:nvPr/>
        </p:nvSpPr>
        <p:spPr>
          <a:xfrm>
            <a:off x="57607" y="155334"/>
            <a:ext cx="803758" cy="395364"/>
          </a:xfrm>
          <a:prstGeom prst="rect">
            <a:avLst/>
          </a:prstGeom>
          <a:solidFill>
            <a:srgbClr val="F8FE05">
              <a:alpha val="1444"/>
            </a:srgbClr>
          </a:solidFill>
          <a:ln/>
        </p:spPr>
      </p:sp>
      <p:sp>
        <p:nvSpPr>
          <p:cNvPr id="183" name="Shape 181"/>
          <p:cNvSpPr/>
          <p:nvPr/>
        </p:nvSpPr>
        <p:spPr>
          <a:xfrm>
            <a:off x="57607" y="541553"/>
            <a:ext cx="803758" cy="395364"/>
          </a:xfrm>
          <a:prstGeom prst="rect">
            <a:avLst/>
          </a:prstGeom>
          <a:solidFill>
            <a:srgbClr val="F8FE05">
              <a:alpha val="963"/>
            </a:srgbClr>
          </a:solidFill>
          <a:ln/>
        </p:spPr>
      </p:sp>
      <p:sp>
        <p:nvSpPr>
          <p:cNvPr id="184" name="Shape 182"/>
          <p:cNvSpPr/>
          <p:nvPr/>
        </p:nvSpPr>
        <p:spPr>
          <a:xfrm>
            <a:off x="57607" y="927773"/>
            <a:ext cx="803758" cy="395364"/>
          </a:xfrm>
          <a:prstGeom prst="rect">
            <a:avLst/>
          </a:prstGeom>
          <a:solidFill>
            <a:srgbClr val="F8FE05">
              <a:alpha val="481"/>
            </a:srgbClr>
          </a:solidFill>
          <a:ln/>
        </p:spPr>
      </p:sp>
      <p:sp>
        <p:nvSpPr>
          <p:cNvPr id="185" name="Shape 183"/>
          <p:cNvSpPr/>
          <p:nvPr/>
        </p:nvSpPr>
        <p:spPr>
          <a:xfrm>
            <a:off x="5578754" y="-1775765"/>
            <a:ext cx="803758" cy="849706"/>
          </a:xfrm>
          <a:prstGeom prst="rect">
            <a:avLst/>
          </a:prstGeom>
          <a:solidFill>
            <a:srgbClr val="F8FE05">
              <a:alpha val="8250"/>
            </a:srgbClr>
          </a:solidFill>
          <a:ln/>
        </p:spPr>
      </p:sp>
      <p:sp>
        <p:nvSpPr>
          <p:cNvPr id="186" name="Shape 184"/>
          <p:cNvSpPr/>
          <p:nvPr/>
        </p:nvSpPr>
        <p:spPr>
          <a:xfrm>
            <a:off x="5578754" y="-935203"/>
            <a:ext cx="803758" cy="849706"/>
          </a:xfrm>
          <a:prstGeom prst="rect">
            <a:avLst/>
          </a:prstGeom>
          <a:solidFill>
            <a:srgbClr val="F8FE05">
              <a:alpha val="7219"/>
            </a:srgbClr>
          </a:solidFill>
          <a:ln/>
        </p:spPr>
      </p:sp>
      <p:sp>
        <p:nvSpPr>
          <p:cNvPr id="187" name="Shape 185"/>
          <p:cNvSpPr/>
          <p:nvPr/>
        </p:nvSpPr>
        <p:spPr>
          <a:xfrm>
            <a:off x="5578754" y="-94640"/>
            <a:ext cx="803758" cy="849706"/>
          </a:xfrm>
          <a:prstGeom prst="rect">
            <a:avLst/>
          </a:prstGeom>
          <a:solidFill>
            <a:srgbClr val="F8FE05">
              <a:alpha val="6188"/>
            </a:srgbClr>
          </a:solidFill>
          <a:ln/>
        </p:spPr>
      </p:sp>
      <p:sp>
        <p:nvSpPr>
          <p:cNvPr id="188" name="Shape 186"/>
          <p:cNvSpPr/>
          <p:nvPr/>
        </p:nvSpPr>
        <p:spPr>
          <a:xfrm>
            <a:off x="5578754" y="745922"/>
            <a:ext cx="803758" cy="849706"/>
          </a:xfrm>
          <a:prstGeom prst="rect">
            <a:avLst/>
          </a:prstGeom>
          <a:solidFill>
            <a:srgbClr val="F8FE05">
              <a:alpha val="5156"/>
            </a:srgbClr>
          </a:solidFill>
          <a:ln/>
        </p:spPr>
      </p:sp>
      <p:sp>
        <p:nvSpPr>
          <p:cNvPr id="189" name="Shape 187"/>
          <p:cNvSpPr/>
          <p:nvPr/>
        </p:nvSpPr>
        <p:spPr>
          <a:xfrm>
            <a:off x="5578754" y="1586484"/>
            <a:ext cx="803758" cy="849706"/>
          </a:xfrm>
          <a:prstGeom prst="rect">
            <a:avLst/>
          </a:prstGeom>
          <a:solidFill>
            <a:srgbClr val="F8FE05">
              <a:alpha val="4125"/>
            </a:srgbClr>
          </a:solidFill>
          <a:ln/>
        </p:spPr>
      </p:sp>
      <p:sp>
        <p:nvSpPr>
          <p:cNvPr id="190" name="Shape 188"/>
          <p:cNvSpPr/>
          <p:nvPr/>
        </p:nvSpPr>
        <p:spPr>
          <a:xfrm>
            <a:off x="5578754" y="2427046"/>
            <a:ext cx="803758" cy="849706"/>
          </a:xfrm>
          <a:prstGeom prst="rect">
            <a:avLst/>
          </a:prstGeom>
          <a:solidFill>
            <a:srgbClr val="F8FE05">
              <a:alpha val="3094"/>
            </a:srgbClr>
          </a:solidFill>
          <a:ln/>
        </p:spPr>
      </p:sp>
      <p:sp>
        <p:nvSpPr>
          <p:cNvPr id="191" name="Shape 189"/>
          <p:cNvSpPr/>
          <p:nvPr/>
        </p:nvSpPr>
        <p:spPr>
          <a:xfrm>
            <a:off x="5578754" y="3267608"/>
            <a:ext cx="803758" cy="849706"/>
          </a:xfrm>
          <a:prstGeom prst="rect">
            <a:avLst/>
          </a:prstGeom>
          <a:solidFill>
            <a:srgbClr val="F8FE05">
              <a:alpha val="2063"/>
            </a:srgbClr>
          </a:solidFill>
          <a:ln/>
        </p:spPr>
      </p:sp>
      <p:sp>
        <p:nvSpPr>
          <p:cNvPr id="192" name="Shape 190"/>
          <p:cNvSpPr/>
          <p:nvPr/>
        </p:nvSpPr>
        <p:spPr>
          <a:xfrm>
            <a:off x="5578754" y="4108171"/>
            <a:ext cx="803758" cy="849706"/>
          </a:xfrm>
          <a:prstGeom prst="rect">
            <a:avLst/>
          </a:prstGeom>
          <a:solidFill>
            <a:srgbClr val="F8FE05">
              <a:alpha val="1031"/>
            </a:srgbClr>
          </a:solidFill>
          <a:ln/>
        </p:spPr>
      </p:sp>
      <p:sp>
        <p:nvSpPr>
          <p:cNvPr id="193" name="Shape 191"/>
          <p:cNvSpPr/>
          <p:nvPr/>
        </p:nvSpPr>
        <p:spPr>
          <a:xfrm>
            <a:off x="6948526" y="-1775765"/>
            <a:ext cx="803758" cy="523723"/>
          </a:xfrm>
          <a:prstGeom prst="rect">
            <a:avLst/>
          </a:prstGeom>
          <a:solidFill>
            <a:srgbClr val="F8FE05">
              <a:alpha val="3850"/>
            </a:srgbClr>
          </a:solidFill>
          <a:ln/>
        </p:spPr>
      </p:sp>
      <p:sp>
        <p:nvSpPr>
          <p:cNvPr id="194" name="Shape 192"/>
          <p:cNvSpPr/>
          <p:nvPr/>
        </p:nvSpPr>
        <p:spPr>
          <a:xfrm>
            <a:off x="6948526" y="-1261186"/>
            <a:ext cx="803758" cy="523723"/>
          </a:xfrm>
          <a:prstGeom prst="rect">
            <a:avLst/>
          </a:prstGeom>
          <a:solidFill>
            <a:srgbClr val="F8FE05">
              <a:alpha val="3369"/>
            </a:srgbClr>
          </a:solidFill>
          <a:ln/>
        </p:spPr>
      </p:sp>
      <p:sp>
        <p:nvSpPr>
          <p:cNvPr id="195" name="Shape 193"/>
          <p:cNvSpPr/>
          <p:nvPr/>
        </p:nvSpPr>
        <p:spPr>
          <a:xfrm>
            <a:off x="6948526" y="-746608"/>
            <a:ext cx="803758" cy="523723"/>
          </a:xfrm>
          <a:prstGeom prst="rect">
            <a:avLst/>
          </a:prstGeom>
          <a:solidFill>
            <a:srgbClr val="F8FE05">
              <a:alpha val="2888"/>
            </a:srgbClr>
          </a:solidFill>
          <a:ln/>
        </p:spPr>
      </p:sp>
      <p:sp>
        <p:nvSpPr>
          <p:cNvPr id="196" name="Shape 194"/>
          <p:cNvSpPr/>
          <p:nvPr/>
        </p:nvSpPr>
        <p:spPr>
          <a:xfrm>
            <a:off x="6948526" y="-232029"/>
            <a:ext cx="803758" cy="523723"/>
          </a:xfrm>
          <a:prstGeom prst="rect">
            <a:avLst/>
          </a:prstGeom>
          <a:solidFill>
            <a:srgbClr val="F8FE05">
              <a:alpha val="2406"/>
            </a:srgbClr>
          </a:solidFill>
          <a:ln/>
        </p:spPr>
      </p:sp>
      <p:sp>
        <p:nvSpPr>
          <p:cNvPr id="197" name="Shape 195"/>
          <p:cNvSpPr/>
          <p:nvPr/>
        </p:nvSpPr>
        <p:spPr>
          <a:xfrm>
            <a:off x="6948526" y="282550"/>
            <a:ext cx="803758" cy="523723"/>
          </a:xfrm>
          <a:prstGeom prst="rect">
            <a:avLst/>
          </a:prstGeom>
          <a:solidFill>
            <a:srgbClr val="F8FE05">
              <a:alpha val="1925"/>
            </a:srgbClr>
          </a:solidFill>
          <a:ln/>
        </p:spPr>
      </p:sp>
      <p:sp>
        <p:nvSpPr>
          <p:cNvPr id="198" name="Shape 196"/>
          <p:cNvSpPr/>
          <p:nvPr/>
        </p:nvSpPr>
        <p:spPr>
          <a:xfrm>
            <a:off x="6948526" y="797128"/>
            <a:ext cx="803758" cy="523723"/>
          </a:xfrm>
          <a:prstGeom prst="rect">
            <a:avLst/>
          </a:prstGeom>
          <a:solidFill>
            <a:srgbClr val="F8FE05">
              <a:alpha val="1444"/>
            </a:srgbClr>
          </a:solidFill>
          <a:ln/>
        </p:spPr>
      </p:sp>
      <p:sp>
        <p:nvSpPr>
          <p:cNvPr id="199" name="Shape 197"/>
          <p:cNvSpPr/>
          <p:nvPr/>
        </p:nvSpPr>
        <p:spPr>
          <a:xfrm>
            <a:off x="6948526" y="1311707"/>
            <a:ext cx="803758" cy="523723"/>
          </a:xfrm>
          <a:prstGeom prst="rect">
            <a:avLst/>
          </a:prstGeom>
          <a:solidFill>
            <a:srgbClr val="F8FE05">
              <a:alpha val="963"/>
            </a:srgbClr>
          </a:solidFill>
          <a:ln/>
        </p:spPr>
      </p:sp>
      <p:sp>
        <p:nvSpPr>
          <p:cNvPr id="200" name="Shape 198"/>
          <p:cNvSpPr/>
          <p:nvPr/>
        </p:nvSpPr>
        <p:spPr>
          <a:xfrm>
            <a:off x="6948526" y="1826285"/>
            <a:ext cx="803758" cy="523723"/>
          </a:xfrm>
          <a:prstGeom prst="rect">
            <a:avLst/>
          </a:prstGeom>
          <a:solidFill>
            <a:srgbClr val="F8FE05">
              <a:alpha val="481"/>
            </a:srgbClr>
          </a:solidFill>
          <a:ln/>
        </p:spPr>
      </p:sp>
      <p:sp>
        <p:nvSpPr>
          <p:cNvPr id="201" name="Shape 199"/>
          <p:cNvSpPr/>
          <p:nvPr/>
        </p:nvSpPr>
        <p:spPr>
          <a:xfrm>
            <a:off x="6259068" y="-1775765"/>
            <a:ext cx="803758" cy="671284"/>
          </a:xfrm>
          <a:prstGeom prst="rect">
            <a:avLst/>
          </a:prstGeom>
          <a:solidFill>
            <a:srgbClr val="F8FE05">
              <a:alpha val="5500"/>
            </a:srgbClr>
          </a:solidFill>
          <a:ln/>
        </p:spPr>
      </p:sp>
      <p:sp>
        <p:nvSpPr>
          <p:cNvPr id="202" name="Shape 200"/>
          <p:cNvSpPr/>
          <p:nvPr/>
        </p:nvSpPr>
        <p:spPr>
          <a:xfrm>
            <a:off x="6259068" y="-1113625"/>
            <a:ext cx="803758" cy="671284"/>
          </a:xfrm>
          <a:prstGeom prst="rect">
            <a:avLst/>
          </a:prstGeom>
          <a:solidFill>
            <a:srgbClr val="F8FE05">
              <a:alpha val="4813"/>
            </a:srgbClr>
          </a:solidFill>
          <a:ln/>
        </p:spPr>
      </p:sp>
      <p:sp>
        <p:nvSpPr>
          <p:cNvPr id="203" name="Shape 201"/>
          <p:cNvSpPr/>
          <p:nvPr/>
        </p:nvSpPr>
        <p:spPr>
          <a:xfrm>
            <a:off x="6259068" y="-451485"/>
            <a:ext cx="803758" cy="671284"/>
          </a:xfrm>
          <a:prstGeom prst="rect">
            <a:avLst/>
          </a:prstGeom>
          <a:solidFill>
            <a:srgbClr val="F8FE05">
              <a:alpha val="4125"/>
            </a:srgbClr>
          </a:solidFill>
          <a:ln/>
        </p:spPr>
      </p:sp>
      <p:sp>
        <p:nvSpPr>
          <p:cNvPr id="204" name="Shape 202"/>
          <p:cNvSpPr/>
          <p:nvPr/>
        </p:nvSpPr>
        <p:spPr>
          <a:xfrm>
            <a:off x="6259068" y="210655"/>
            <a:ext cx="803758" cy="671284"/>
          </a:xfrm>
          <a:prstGeom prst="rect">
            <a:avLst/>
          </a:prstGeom>
          <a:solidFill>
            <a:srgbClr val="F8FE05">
              <a:alpha val="3438"/>
            </a:srgbClr>
          </a:solidFill>
          <a:ln/>
        </p:spPr>
      </p:sp>
      <p:sp>
        <p:nvSpPr>
          <p:cNvPr id="205" name="Shape 203"/>
          <p:cNvSpPr/>
          <p:nvPr/>
        </p:nvSpPr>
        <p:spPr>
          <a:xfrm>
            <a:off x="6259068" y="872795"/>
            <a:ext cx="803758" cy="671284"/>
          </a:xfrm>
          <a:prstGeom prst="rect">
            <a:avLst/>
          </a:prstGeom>
          <a:solidFill>
            <a:srgbClr val="F8FE05">
              <a:alpha val="2750"/>
            </a:srgbClr>
          </a:solidFill>
          <a:ln/>
        </p:spPr>
      </p:sp>
      <p:sp>
        <p:nvSpPr>
          <p:cNvPr id="206" name="Shape 204"/>
          <p:cNvSpPr/>
          <p:nvPr/>
        </p:nvSpPr>
        <p:spPr>
          <a:xfrm>
            <a:off x="6259068" y="1534935"/>
            <a:ext cx="803758" cy="671284"/>
          </a:xfrm>
          <a:prstGeom prst="rect">
            <a:avLst/>
          </a:prstGeom>
          <a:solidFill>
            <a:srgbClr val="F8FE05">
              <a:alpha val="2063"/>
            </a:srgbClr>
          </a:solidFill>
          <a:ln/>
        </p:spPr>
      </p:sp>
      <p:sp>
        <p:nvSpPr>
          <p:cNvPr id="207" name="Shape 205"/>
          <p:cNvSpPr/>
          <p:nvPr/>
        </p:nvSpPr>
        <p:spPr>
          <a:xfrm>
            <a:off x="6259068" y="2197075"/>
            <a:ext cx="803758" cy="671284"/>
          </a:xfrm>
          <a:prstGeom prst="rect">
            <a:avLst/>
          </a:prstGeom>
          <a:solidFill>
            <a:srgbClr val="F8FE05">
              <a:alpha val="1375"/>
            </a:srgbClr>
          </a:solidFill>
          <a:ln/>
        </p:spPr>
      </p:sp>
      <p:sp>
        <p:nvSpPr>
          <p:cNvPr id="208" name="Shape 206"/>
          <p:cNvSpPr/>
          <p:nvPr/>
        </p:nvSpPr>
        <p:spPr>
          <a:xfrm>
            <a:off x="6259068" y="2859215"/>
            <a:ext cx="803758" cy="671284"/>
          </a:xfrm>
          <a:prstGeom prst="rect">
            <a:avLst/>
          </a:prstGeom>
          <a:solidFill>
            <a:srgbClr val="F8FE05">
              <a:alpha val="688"/>
            </a:srgbClr>
          </a:solidFill>
          <a:ln/>
        </p:spPr>
      </p:sp>
      <p:sp>
        <p:nvSpPr>
          <p:cNvPr id="209" name="Shape 207"/>
          <p:cNvSpPr/>
          <p:nvPr/>
        </p:nvSpPr>
        <p:spPr>
          <a:xfrm>
            <a:off x="4892040" y="-1775765"/>
            <a:ext cx="803758" cy="625107"/>
          </a:xfrm>
          <a:prstGeom prst="rect">
            <a:avLst/>
          </a:prstGeom>
          <a:solidFill>
            <a:srgbClr val="F8FE05">
              <a:alpha val="5500"/>
            </a:srgbClr>
          </a:solidFill>
          <a:ln/>
        </p:spPr>
      </p:sp>
      <p:sp>
        <p:nvSpPr>
          <p:cNvPr id="210" name="Shape 208"/>
          <p:cNvSpPr/>
          <p:nvPr/>
        </p:nvSpPr>
        <p:spPr>
          <a:xfrm>
            <a:off x="4892040" y="-1159802"/>
            <a:ext cx="803758" cy="625107"/>
          </a:xfrm>
          <a:prstGeom prst="rect">
            <a:avLst/>
          </a:prstGeom>
          <a:solidFill>
            <a:srgbClr val="F8FE05">
              <a:alpha val="4813"/>
            </a:srgbClr>
          </a:solidFill>
          <a:ln/>
        </p:spPr>
      </p:sp>
      <p:sp>
        <p:nvSpPr>
          <p:cNvPr id="211" name="Shape 209"/>
          <p:cNvSpPr/>
          <p:nvPr/>
        </p:nvSpPr>
        <p:spPr>
          <a:xfrm>
            <a:off x="4892040" y="-543839"/>
            <a:ext cx="803758" cy="625107"/>
          </a:xfrm>
          <a:prstGeom prst="rect">
            <a:avLst/>
          </a:prstGeom>
          <a:solidFill>
            <a:srgbClr val="F8FE05">
              <a:alpha val="4125"/>
            </a:srgbClr>
          </a:solidFill>
          <a:ln/>
        </p:spPr>
      </p:sp>
      <p:sp>
        <p:nvSpPr>
          <p:cNvPr id="212" name="Shape 210"/>
          <p:cNvSpPr/>
          <p:nvPr/>
        </p:nvSpPr>
        <p:spPr>
          <a:xfrm>
            <a:off x="4892040" y="72123"/>
            <a:ext cx="803758" cy="625107"/>
          </a:xfrm>
          <a:prstGeom prst="rect">
            <a:avLst/>
          </a:prstGeom>
          <a:solidFill>
            <a:srgbClr val="F8FE05">
              <a:alpha val="3438"/>
            </a:srgbClr>
          </a:solidFill>
          <a:ln/>
        </p:spPr>
      </p:sp>
      <p:sp>
        <p:nvSpPr>
          <p:cNvPr id="213" name="Shape 211"/>
          <p:cNvSpPr/>
          <p:nvPr/>
        </p:nvSpPr>
        <p:spPr>
          <a:xfrm>
            <a:off x="4892040" y="688086"/>
            <a:ext cx="803758" cy="625107"/>
          </a:xfrm>
          <a:prstGeom prst="rect">
            <a:avLst/>
          </a:prstGeom>
          <a:solidFill>
            <a:srgbClr val="F8FE05">
              <a:alpha val="2750"/>
            </a:srgbClr>
          </a:solidFill>
          <a:ln/>
        </p:spPr>
      </p:sp>
      <p:sp>
        <p:nvSpPr>
          <p:cNvPr id="214" name="Shape 212"/>
          <p:cNvSpPr/>
          <p:nvPr/>
        </p:nvSpPr>
        <p:spPr>
          <a:xfrm>
            <a:off x="4892040" y="1304049"/>
            <a:ext cx="803758" cy="625107"/>
          </a:xfrm>
          <a:prstGeom prst="rect">
            <a:avLst/>
          </a:prstGeom>
          <a:solidFill>
            <a:srgbClr val="F8FE05">
              <a:alpha val="2063"/>
            </a:srgbClr>
          </a:solidFill>
          <a:ln/>
        </p:spPr>
      </p:sp>
      <p:sp>
        <p:nvSpPr>
          <p:cNvPr id="215" name="Shape 213"/>
          <p:cNvSpPr/>
          <p:nvPr/>
        </p:nvSpPr>
        <p:spPr>
          <a:xfrm>
            <a:off x="4892040" y="1920011"/>
            <a:ext cx="803758" cy="625107"/>
          </a:xfrm>
          <a:prstGeom prst="rect">
            <a:avLst/>
          </a:prstGeom>
          <a:solidFill>
            <a:srgbClr val="F8FE05">
              <a:alpha val="1375"/>
            </a:srgbClr>
          </a:solidFill>
          <a:ln/>
        </p:spPr>
      </p:sp>
      <p:sp>
        <p:nvSpPr>
          <p:cNvPr id="216" name="Shape 214"/>
          <p:cNvSpPr/>
          <p:nvPr/>
        </p:nvSpPr>
        <p:spPr>
          <a:xfrm>
            <a:off x="4892040" y="2535974"/>
            <a:ext cx="803758" cy="625107"/>
          </a:xfrm>
          <a:prstGeom prst="rect">
            <a:avLst/>
          </a:prstGeom>
          <a:solidFill>
            <a:srgbClr val="F8FE05">
              <a:alpha val="688"/>
            </a:srgbClr>
          </a:solidFill>
          <a:ln/>
        </p:spPr>
      </p:sp>
      <p:sp>
        <p:nvSpPr>
          <p:cNvPr id="217" name="Shape 215"/>
          <p:cNvSpPr/>
          <p:nvPr/>
        </p:nvSpPr>
        <p:spPr>
          <a:xfrm>
            <a:off x="4200754" y="-1775765"/>
            <a:ext cx="803758" cy="395364"/>
          </a:xfrm>
          <a:prstGeom prst="rect">
            <a:avLst/>
          </a:prstGeom>
          <a:solidFill>
            <a:srgbClr val="F8FE05">
              <a:alpha val="3850"/>
            </a:srgbClr>
          </a:solidFill>
          <a:ln/>
        </p:spPr>
      </p:sp>
      <p:sp>
        <p:nvSpPr>
          <p:cNvPr id="218" name="Shape 216"/>
          <p:cNvSpPr/>
          <p:nvPr/>
        </p:nvSpPr>
        <p:spPr>
          <a:xfrm>
            <a:off x="4200754" y="-1389545"/>
            <a:ext cx="803758" cy="395364"/>
          </a:xfrm>
          <a:prstGeom prst="rect">
            <a:avLst/>
          </a:prstGeom>
          <a:solidFill>
            <a:srgbClr val="F8FE05">
              <a:alpha val="3369"/>
            </a:srgbClr>
          </a:solidFill>
          <a:ln/>
        </p:spPr>
      </p:sp>
      <p:sp>
        <p:nvSpPr>
          <p:cNvPr id="219" name="Shape 217"/>
          <p:cNvSpPr/>
          <p:nvPr/>
        </p:nvSpPr>
        <p:spPr>
          <a:xfrm>
            <a:off x="4200754" y="-1003325"/>
            <a:ext cx="803758" cy="395364"/>
          </a:xfrm>
          <a:prstGeom prst="rect">
            <a:avLst/>
          </a:prstGeom>
          <a:solidFill>
            <a:srgbClr val="F8FE05">
              <a:alpha val="2888"/>
            </a:srgbClr>
          </a:solidFill>
          <a:ln/>
        </p:spPr>
      </p:sp>
      <p:sp>
        <p:nvSpPr>
          <p:cNvPr id="220" name="Shape 218"/>
          <p:cNvSpPr/>
          <p:nvPr/>
        </p:nvSpPr>
        <p:spPr>
          <a:xfrm>
            <a:off x="4200754" y="-617106"/>
            <a:ext cx="803758" cy="395364"/>
          </a:xfrm>
          <a:prstGeom prst="rect">
            <a:avLst/>
          </a:prstGeom>
          <a:solidFill>
            <a:srgbClr val="F8FE05">
              <a:alpha val="2406"/>
            </a:srgbClr>
          </a:solidFill>
          <a:ln/>
        </p:spPr>
      </p:sp>
      <p:sp>
        <p:nvSpPr>
          <p:cNvPr id="221" name="Shape 219"/>
          <p:cNvSpPr/>
          <p:nvPr/>
        </p:nvSpPr>
        <p:spPr>
          <a:xfrm>
            <a:off x="4200754" y="-230886"/>
            <a:ext cx="803758" cy="395364"/>
          </a:xfrm>
          <a:prstGeom prst="rect">
            <a:avLst/>
          </a:prstGeom>
          <a:solidFill>
            <a:srgbClr val="F8FE05">
              <a:alpha val="1925"/>
            </a:srgbClr>
          </a:solidFill>
          <a:ln/>
        </p:spPr>
      </p:sp>
      <p:sp>
        <p:nvSpPr>
          <p:cNvPr id="222" name="Shape 220"/>
          <p:cNvSpPr/>
          <p:nvPr/>
        </p:nvSpPr>
        <p:spPr>
          <a:xfrm>
            <a:off x="4200754" y="155334"/>
            <a:ext cx="803758" cy="395364"/>
          </a:xfrm>
          <a:prstGeom prst="rect">
            <a:avLst/>
          </a:prstGeom>
          <a:solidFill>
            <a:srgbClr val="F8FE05">
              <a:alpha val="1444"/>
            </a:srgbClr>
          </a:solidFill>
          <a:ln/>
        </p:spPr>
      </p:sp>
      <p:sp>
        <p:nvSpPr>
          <p:cNvPr id="223" name="Shape 221"/>
          <p:cNvSpPr/>
          <p:nvPr/>
        </p:nvSpPr>
        <p:spPr>
          <a:xfrm>
            <a:off x="4200754" y="541553"/>
            <a:ext cx="803758" cy="395364"/>
          </a:xfrm>
          <a:prstGeom prst="rect">
            <a:avLst/>
          </a:prstGeom>
          <a:solidFill>
            <a:srgbClr val="F8FE05">
              <a:alpha val="963"/>
            </a:srgbClr>
          </a:solidFill>
          <a:ln/>
        </p:spPr>
      </p:sp>
      <p:sp>
        <p:nvSpPr>
          <p:cNvPr id="224" name="Shape 222"/>
          <p:cNvSpPr/>
          <p:nvPr/>
        </p:nvSpPr>
        <p:spPr>
          <a:xfrm>
            <a:off x="4200754" y="927773"/>
            <a:ext cx="803758" cy="395364"/>
          </a:xfrm>
          <a:prstGeom prst="rect">
            <a:avLst/>
          </a:prstGeom>
          <a:solidFill>
            <a:srgbClr val="F8FE05">
              <a:alpha val="481"/>
            </a:srgbClr>
          </a:solidFill>
          <a:ln/>
        </p:spPr>
      </p:sp>
      <p:sp>
        <p:nvSpPr>
          <p:cNvPr id="225" name="Shape 223"/>
          <p:cNvSpPr/>
          <p:nvPr/>
        </p:nvSpPr>
        <p:spPr>
          <a:xfrm>
            <a:off x="9720986" y="-1775765"/>
            <a:ext cx="803758" cy="849706"/>
          </a:xfrm>
          <a:prstGeom prst="rect">
            <a:avLst/>
          </a:prstGeom>
          <a:solidFill>
            <a:srgbClr val="F8FE05">
              <a:alpha val="8250"/>
            </a:srgbClr>
          </a:solidFill>
          <a:ln/>
        </p:spPr>
      </p:sp>
      <p:sp>
        <p:nvSpPr>
          <p:cNvPr id="226" name="Shape 224"/>
          <p:cNvSpPr/>
          <p:nvPr/>
        </p:nvSpPr>
        <p:spPr>
          <a:xfrm>
            <a:off x="9720986" y="-935203"/>
            <a:ext cx="803758" cy="849706"/>
          </a:xfrm>
          <a:prstGeom prst="rect">
            <a:avLst/>
          </a:prstGeom>
          <a:solidFill>
            <a:srgbClr val="F8FE05">
              <a:alpha val="7219"/>
            </a:srgbClr>
          </a:solidFill>
          <a:ln/>
        </p:spPr>
      </p:sp>
      <p:sp>
        <p:nvSpPr>
          <p:cNvPr id="227" name="Shape 225"/>
          <p:cNvSpPr/>
          <p:nvPr/>
        </p:nvSpPr>
        <p:spPr>
          <a:xfrm>
            <a:off x="9720986" y="-94640"/>
            <a:ext cx="803758" cy="849706"/>
          </a:xfrm>
          <a:prstGeom prst="rect">
            <a:avLst/>
          </a:prstGeom>
          <a:solidFill>
            <a:srgbClr val="F8FE05">
              <a:alpha val="6188"/>
            </a:srgbClr>
          </a:solidFill>
          <a:ln/>
        </p:spPr>
      </p:sp>
      <p:sp>
        <p:nvSpPr>
          <p:cNvPr id="228" name="Shape 226"/>
          <p:cNvSpPr/>
          <p:nvPr/>
        </p:nvSpPr>
        <p:spPr>
          <a:xfrm>
            <a:off x="9720986" y="745922"/>
            <a:ext cx="803758" cy="849706"/>
          </a:xfrm>
          <a:prstGeom prst="rect">
            <a:avLst/>
          </a:prstGeom>
          <a:solidFill>
            <a:srgbClr val="F8FE05">
              <a:alpha val="5156"/>
            </a:srgbClr>
          </a:solidFill>
          <a:ln/>
        </p:spPr>
      </p:sp>
      <p:sp>
        <p:nvSpPr>
          <p:cNvPr id="229" name="Shape 227"/>
          <p:cNvSpPr/>
          <p:nvPr/>
        </p:nvSpPr>
        <p:spPr>
          <a:xfrm>
            <a:off x="9720986" y="1586484"/>
            <a:ext cx="803758" cy="849706"/>
          </a:xfrm>
          <a:prstGeom prst="rect">
            <a:avLst/>
          </a:prstGeom>
          <a:solidFill>
            <a:srgbClr val="F8FE05">
              <a:alpha val="4125"/>
            </a:srgbClr>
          </a:solidFill>
          <a:ln/>
        </p:spPr>
      </p:sp>
      <p:sp>
        <p:nvSpPr>
          <p:cNvPr id="230" name="Shape 228"/>
          <p:cNvSpPr/>
          <p:nvPr/>
        </p:nvSpPr>
        <p:spPr>
          <a:xfrm>
            <a:off x="9720986" y="2427046"/>
            <a:ext cx="803758" cy="849706"/>
          </a:xfrm>
          <a:prstGeom prst="rect">
            <a:avLst/>
          </a:prstGeom>
          <a:solidFill>
            <a:srgbClr val="F8FE05">
              <a:alpha val="3094"/>
            </a:srgbClr>
          </a:solidFill>
          <a:ln/>
        </p:spPr>
      </p:sp>
      <p:sp>
        <p:nvSpPr>
          <p:cNvPr id="231" name="Shape 229"/>
          <p:cNvSpPr/>
          <p:nvPr/>
        </p:nvSpPr>
        <p:spPr>
          <a:xfrm>
            <a:off x="9720986" y="3267608"/>
            <a:ext cx="803758" cy="849706"/>
          </a:xfrm>
          <a:prstGeom prst="rect">
            <a:avLst/>
          </a:prstGeom>
          <a:solidFill>
            <a:srgbClr val="F8FE05">
              <a:alpha val="2063"/>
            </a:srgbClr>
          </a:solidFill>
          <a:ln/>
        </p:spPr>
      </p:sp>
      <p:sp>
        <p:nvSpPr>
          <p:cNvPr id="232" name="Shape 230"/>
          <p:cNvSpPr/>
          <p:nvPr/>
        </p:nvSpPr>
        <p:spPr>
          <a:xfrm>
            <a:off x="9720986" y="4108171"/>
            <a:ext cx="803758" cy="849706"/>
          </a:xfrm>
          <a:prstGeom prst="rect">
            <a:avLst/>
          </a:prstGeom>
          <a:solidFill>
            <a:srgbClr val="F8FE05">
              <a:alpha val="1031"/>
            </a:srgbClr>
          </a:solidFill>
          <a:ln/>
        </p:spPr>
      </p:sp>
      <p:sp>
        <p:nvSpPr>
          <p:cNvPr id="233" name="Shape 231"/>
          <p:cNvSpPr/>
          <p:nvPr/>
        </p:nvSpPr>
        <p:spPr>
          <a:xfrm>
            <a:off x="11090758" y="-1775765"/>
            <a:ext cx="803758" cy="523723"/>
          </a:xfrm>
          <a:prstGeom prst="rect">
            <a:avLst/>
          </a:prstGeom>
          <a:solidFill>
            <a:srgbClr val="F8FE05">
              <a:alpha val="3850"/>
            </a:srgbClr>
          </a:solidFill>
          <a:ln/>
        </p:spPr>
      </p:sp>
      <p:sp>
        <p:nvSpPr>
          <p:cNvPr id="234" name="Shape 232"/>
          <p:cNvSpPr/>
          <p:nvPr/>
        </p:nvSpPr>
        <p:spPr>
          <a:xfrm>
            <a:off x="11090758" y="-1261186"/>
            <a:ext cx="803758" cy="523723"/>
          </a:xfrm>
          <a:prstGeom prst="rect">
            <a:avLst/>
          </a:prstGeom>
          <a:solidFill>
            <a:srgbClr val="F8FE05">
              <a:alpha val="3369"/>
            </a:srgbClr>
          </a:solidFill>
          <a:ln/>
        </p:spPr>
      </p:sp>
      <p:sp>
        <p:nvSpPr>
          <p:cNvPr id="235" name="Shape 233"/>
          <p:cNvSpPr/>
          <p:nvPr/>
        </p:nvSpPr>
        <p:spPr>
          <a:xfrm>
            <a:off x="11090758" y="-746608"/>
            <a:ext cx="803758" cy="523723"/>
          </a:xfrm>
          <a:prstGeom prst="rect">
            <a:avLst/>
          </a:prstGeom>
          <a:solidFill>
            <a:srgbClr val="F8FE05">
              <a:alpha val="2888"/>
            </a:srgbClr>
          </a:solidFill>
          <a:ln/>
        </p:spPr>
      </p:sp>
      <p:sp>
        <p:nvSpPr>
          <p:cNvPr id="236" name="Shape 234"/>
          <p:cNvSpPr/>
          <p:nvPr/>
        </p:nvSpPr>
        <p:spPr>
          <a:xfrm>
            <a:off x="11090758" y="-232029"/>
            <a:ext cx="803758" cy="523723"/>
          </a:xfrm>
          <a:prstGeom prst="rect">
            <a:avLst/>
          </a:prstGeom>
          <a:solidFill>
            <a:srgbClr val="F8FE05">
              <a:alpha val="2406"/>
            </a:srgbClr>
          </a:solidFill>
          <a:ln/>
        </p:spPr>
      </p:sp>
      <p:sp>
        <p:nvSpPr>
          <p:cNvPr id="237" name="Shape 235"/>
          <p:cNvSpPr/>
          <p:nvPr/>
        </p:nvSpPr>
        <p:spPr>
          <a:xfrm>
            <a:off x="11090758" y="282550"/>
            <a:ext cx="803758" cy="523723"/>
          </a:xfrm>
          <a:prstGeom prst="rect">
            <a:avLst/>
          </a:prstGeom>
          <a:solidFill>
            <a:srgbClr val="F8FE05">
              <a:alpha val="1925"/>
            </a:srgbClr>
          </a:solidFill>
          <a:ln/>
        </p:spPr>
      </p:sp>
      <p:sp>
        <p:nvSpPr>
          <p:cNvPr id="238" name="Shape 236"/>
          <p:cNvSpPr/>
          <p:nvPr/>
        </p:nvSpPr>
        <p:spPr>
          <a:xfrm>
            <a:off x="11090758" y="797128"/>
            <a:ext cx="803758" cy="523723"/>
          </a:xfrm>
          <a:prstGeom prst="rect">
            <a:avLst/>
          </a:prstGeom>
          <a:solidFill>
            <a:srgbClr val="F8FE05">
              <a:alpha val="1444"/>
            </a:srgbClr>
          </a:solidFill>
          <a:ln/>
        </p:spPr>
      </p:sp>
      <p:sp>
        <p:nvSpPr>
          <p:cNvPr id="239" name="Shape 237"/>
          <p:cNvSpPr/>
          <p:nvPr/>
        </p:nvSpPr>
        <p:spPr>
          <a:xfrm>
            <a:off x="11090758" y="1311707"/>
            <a:ext cx="803758" cy="523723"/>
          </a:xfrm>
          <a:prstGeom prst="rect">
            <a:avLst/>
          </a:prstGeom>
          <a:solidFill>
            <a:srgbClr val="F8FE05">
              <a:alpha val="963"/>
            </a:srgbClr>
          </a:solidFill>
          <a:ln/>
        </p:spPr>
      </p:sp>
      <p:sp>
        <p:nvSpPr>
          <p:cNvPr id="240" name="Shape 238"/>
          <p:cNvSpPr/>
          <p:nvPr/>
        </p:nvSpPr>
        <p:spPr>
          <a:xfrm>
            <a:off x="11090758" y="1826285"/>
            <a:ext cx="803758" cy="523723"/>
          </a:xfrm>
          <a:prstGeom prst="rect">
            <a:avLst/>
          </a:prstGeom>
          <a:solidFill>
            <a:srgbClr val="F8FE05">
              <a:alpha val="481"/>
            </a:srgbClr>
          </a:solidFill>
          <a:ln/>
        </p:spPr>
      </p:sp>
      <p:sp>
        <p:nvSpPr>
          <p:cNvPr id="241" name="Shape 239"/>
          <p:cNvSpPr/>
          <p:nvPr/>
        </p:nvSpPr>
        <p:spPr>
          <a:xfrm>
            <a:off x="10401300" y="-1775765"/>
            <a:ext cx="803758" cy="671284"/>
          </a:xfrm>
          <a:prstGeom prst="rect">
            <a:avLst/>
          </a:prstGeom>
          <a:solidFill>
            <a:srgbClr val="F8FE05">
              <a:alpha val="5500"/>
            </a:srgbClr>
          </a:solidFill>
          <a:ln/>
        </p:spPr>
      </p:sp>
      <p:sp>
        <p:nvSpPr>
          <p:cNvPr id="242" name="Shape 240"/>
          <p:cNvSpPr/>
          <p:nvPr/>
        </p:nvSpPr>
        <p:spPr>
          <a:xfrm>
            <a:off x="10401300" y="-1113625"/>
            <a:ext cx="803758" cy="671284"/>
          </a:xfrm>
          <a:prstGeom prst="rect">
            <a:avLst/>
          </a:prstGeom>
          <a:solidFill>
            <a:srgbClr val="F8FE05">
              <a:alpha val="4813"/>
            </a:srgbClr>
          </a:solidFill>
          <a:ln/>
        </p:spPr>
      </p:sp>
      <p:sp>
        <p:nvSpPr>
          <p:cNvPr id="243" name="Shape 241"/>
          <p:cNvSpPr/>
          <p:nvPr/>
        </p:nvSpPr>
        <p:spPr>
          <a:xfrm>
            <a:off x="10401300" y="-451485"/>
            <a:ext cx="803758" cy="671284"/>
          </a:xfrm>
          <a:prstGeom prst="rect">
            <a:avLst/>
          </a:prstGeom>
          <a:solidFill>
            <a:srgbClr val="F8FE05">
              <a:alpha val="4125"/>
            </a:srgbClr>
          </a:solidFill>
          <a:ln/>
        </p:spPr>
      </p:sp>
      <p:sp>
        <p:nvSpPr>
          <p:cNvPr id="244" name="Shape 242"/>
          <p:cNvSpPr/>
          <p:nvPr/>
        </p:nvSpPr>
        <p:spPr>
          <a:xfrm>
            <a:off x="10401300" y="210655"/>
            <a:ext cx="803758" cy="671284"/>
          </a:xfrm>
          <a:prstGeom prst="rect">
            <a:avLst/>
          </a:prstGeom>
          <a:solidFill>
            <a:srgbClr val="F8FE05">
              <a:alpha val="3438"/>
            </a:srgbClr>
          </a:solidFill>
          <a:ln/>
        </p:spPr>
      </p:sp>
      <p:sp>
        <p:nvSpPr>
          <p:cNvPr id="245" name="Shape 243"/>
          <p:cNvSpPr/>
          <p:nvPr/>
        </p:nvSpPr>
        <p:spPr>
          <a:xfrm>
            <a:off x="10401300" y="872795"/>
            <a:ext cx="803758" cy="671284"/>
          </a:xfrm>
          <a:prstGeom prst="rect">
            <a:avLst/>
          </a:prstGeom>
          <a:solidFill>
            <a:srgbClr val="F8FE05">
              <a:alpha val="2750"/>
            </a:srgbClr>
          </a:solidFill>
          <a:ln/>
        </p:spPr>
      </p:sp>
      <p:sp>
        <p:nvSpPr>
          <p:cNvPr id="246" name="Shape 244"/>
          <p:cNvSpPr/>
          <p:nvPr/>
        </p:nvSpPr>
        <p:spPr>
          <a:xfrm>
            <a:off x="10401300" y="1534935"/>
            <a:ext cx="803758" cy="671284"/>
          </a:xfrm>
          <a:prstGeom prst="rect">
            <a:avLst/>
          </a:prstGeom>
          <a:solidFill>
            <a:srgbClr val="F8FE05">
              <a:alpha val="2063"/>
            </a:srgbClr>
          </a:solidFill>
          <a:ln/>
        </p:spPr>
      </p:sp>
      <p:sp>
        <p:nvSpPr>
          <p:cNvPr id="247" name="Shape 245"/>
          <p:cNvSpPr/>
          <p:nvPr/>
        </p:nvSpPr>
        <p:spPr>
          <a:xfrm>
            <a:off x="10401300" y="2197075"/>
            <a:ext cx="803758" cy="671284"/>
          </a:xfrm>
          <a:prstGeom prst="rect">
            <a:avLst/>
          </a:prstGeom>
          <a:solidFill>
            <a:srgbClr val="F8FE05">
              <a:alpha val="1375"/>
            </a:srgbClr>
          </a:solidFill>
          <a:ln/>
        </p:spPr>
      </p:sp>
      <p:sp>
        <p:nvSpPr>
          <p:cNvPr id="248" name="Shape 246"/>
          <p:cNvSpPr/>
          <p:nvPr/>
        </p:nvSpPr>
        <p:spPr>
          <a:xfrm>
            <a:off x="10401300" y="2859215"/>
            <a:ext cx="803758" cy="671284"/>
          </a:xfrm>
          <a:prstGeom prst="rect">
            <a:avLst/>
          </a:prstGeom>
          <a:solidFill>
            <a:srgbClr val="F8FE05">
              <a:alpha val="688"/>
            </a:srgbClr>
          </a:solidFill>
          <a:ln/>
        </p:spPr>
      </p:sp>
      <p:sp>
        <p:nvSpPr>
          <p:cNvPr id="249" name="Shape 247"/>
          <p:cNvSpPr/>
          <p:nvPr/>
        </p:nvSpPr>
        <p:spPr>
          <a:xfrm>
            <a:off x="9034272" y="-1775765"/>
            <a:ext cx="803758" cy="625107"/>
          </a:xfrm>
          <a:prstGeom prst="rect">
            <a:avLst/>
          </a:prstGeom>
          <a:solidFill>
            <a:srgbClr val="F8FE05">
              <a:alpha val="5500"/>
            </a:srgbClr>
          </a:solidFill>
          <a:ln/>
        </p:spPr>
      </p:sp>
      <p:sp>
        <p:nvSpPr>
          <p:cNvPr id="250" name="Shape 248"/>
          <p:cNvSpPr/>
          <p:nvPr/>
        </p:nvSpPr>
        <p:spPr>
          <a:xfrm>
            <a:off x="9034272" y="-1159802"/>
            <a:ext cx="803758" cy="625107"/>
          </a:xfrm>
          <a:prstGeom prst="rect">
            <a:avLst/>
          </a:prstGeom>
          <a:solidFill>
            <a:srgbClr val="F8FE05">
              <a:alpha val="4813"/>
            </a:srgbClr>
          </a:solidFill>
          <a:ln/>
        </p:spPr>
      </p:sp>
      <p:sp>
        <p:nvSpPr>
          <p:cNvPr id="251" name="Shape 249"/>
          <p:cNvSpPr/>
          <p:nvPr/>
        </p:nvSpPr>
        <p:spPr>
          <a:xfrm>
            <a:off x="9034272" y="-543839"/>
            <a:ext cx="803758" cy="625107"/>
          </a:xfrm>
          <a:prstGeom prst="rect">
            <a:avLst/>
          </a:prstGeom>
          <a:solidFill>
            <a:srgbClr val="F8FE05">
              <a:alpha val="4125"/>
            </a:srgbClr>
          </a:solidFill>
          <a:ln/>
        </p:spPr>
      </p:sp>
      <p:sp>
        <p:nvSpPr>
          <p:cNvPr id="252" name="Shape 250"/>
          <p:cNvSpPr/>
          <p:nvPr/>
        </p:nvSpPr>
        <p:spPr>
          <a:xfrm>
            <a:off x="9034272" y="72123"/>
            <a:ext cx="803758" cy="625107"/>
          </a:xfrm>
          <a:prstGeom prst="rect">
            <a:avLst/>
          </a:prstGeom>
          <a:solidFill>
            <a:srgbClr val="F8FE05">
              <a:alpha val="3438"/>
            </a:srgbClr>
          </a:solidFill>
          <a:ln/>
        </p:spPr>
      </p:sp>
      <p:sp>
        <p:nvSpPr>
          <p:cNvPr id="253" name="Shape 251"/>
          <p:cNvSpPr/>
          <p:nvPr/>
        </p:nvSpPr>
        <p:spPr>
          <a:xfrm>
            <a:off x="9034272" y="688086"/>
            <a:ext cx="803758" cy="625107"/>
          </a:xfrm>
          <a:prstGeom prst="rect">
            <a:avLst/>
          </a:prstGeom>
          <a:solidFill>
            <a:srgbClr val="F8FE05">
              <a:alpha val="2750"/>
            </a:srgbClr>
          </a:solidFill>
          <a:ln/>
        </p:spPr>
      </p:sp>
      <p:sp>
        <p:nvSpPr>
          <p:cNvPr id="254" name="Shape 252"/>
          <p:cNvSpPr/>
          <p:nvPr/>
        </p:nvSpPr>
        <p:spPr>
          <a:xfrm>
            <a:off x="9034272" y="1304049"/>
            <a:ext cx="803758" cy="625107"/>
          </a:xfrm>
          <a:prstGeom prst="rect">
            <a:avLst/>
          </a:prstGeom>
          <a:solidFill>
            <a:srgbClr val="F8FE05">
              <a:alpha val="2063"/>
            </a:srgbClr>
          </a:solidFill>
          <a:ln/>
        </p:spPr>
      </p:sp>
      <p:sp>
        <p:nvSpPr>
          <p:cNvPr id="255" name="Shape 253"/>
          <p:cNvSpPr/>
          <p:nvPr/>
        </p:nvSpPr>
        <p:spPr>
          <a:xfrm>
            <a:off x="9034272" y="1920011"/>
            <a:ext cx="803758" cy="625107"/>
          </a:xfrm>
          <a:prstGeom prst="rect">
            <a:avLst/>
          </a:prstGeom>
          <a:solidFill>
            <a:srgbClr val="F8FE05">
              <a:alpha val="1375"/>
            </a:srgbClr>
          </a:solidFill>
          <a:ln/>
        </p:spPr>
      </p:sp>
      <p:sp>
        <p:nvSpPr>
          <p:cNvPr id="256" name="Shape 254"/>
          <p:cNvSpPr/>
          <p:nvPr/>
        </p:nvSpPr>
        <p:spPr>
          <a:xfrm>
            <a:off x="9034272" y="2535974"/>
            <a:ext cx="803758" cy="625107"/>
          </a:xfrm>
          <a:prstGeom prst="rect">
            <a:avLst/>
          </a:prstGeom>
          <a:solidFill>
            <a:srgbClr val="F8FE05">
              <a:alpha val="688"/>
            </a:srgbClr>
          </a:solidFill>
          <a:ln/>
        </p:spPr>
      </p:sp>
      <p:sp>
        <p:nvSpPr>
          <p:cNvPr id="257" name="Shape 255"/>
          <p:cNvSpPr/>
          <p:nvPr/>
        </p:nvSpPr>
        <p:spPr>
          <a:xfrm>
            <a:off x="8342986" y="-1775765"/>
            <a:ext cx="803758" cy="395364"/>
          </a:xfrm>
          <a:prstGeom prst="rect">
            <a:avLst/>
          </a:prstGeom>
          <a:solidFill>
            <a:srgbClr val="F8FE05">
              <a:alpha val="3850"/>
            </a:srgbClr>
          </a:solidFill>
          <a:ln/>
        </p:spPr>
      </p:sp>
      <p:sp>
        <p:nvSpPr>
          <p:cNvPr id="258" name="Shape 256"/>
          <p:cNvSpPr/>
          <p:nvPr/>
        </p:nvSpPr>
        <p:spPr>
          <a:xfrm>
            <a:off x="8342986" y="-1389545"/>
            <a:ext cx="803758" cy="395364"/>
          </a:xfrm>
          <a:prstGeom prst="rect">
            <a:avLst/>
          </a:prstGeom>
          <a:solidFill>
            <a:srgbClr val="F8FE05">
              <a:alpha val="3369"/>
            </a:srgbClr>
          </a:solidFill>
          <a:ln/>
        </p:spPr>
      </p:sp>
      <p:sp>
        <p:nvSpPr>
          <p:cNvPr id="259" name="Shape 257"/>
          <p:cNvSpPr/>
          <p:nvPr/>
        </p:nvSpPr>
        <p:spPr>
          <a:xfrm>
            <a:off x="8342986" y="-1003325"/>
            <a:ext cx="803758" cy="395364"/>
          </a:xfrm>
          <a:prstGeom prst="rect">
            <a:avLst/>
          </a:prstGeom>
          <a:solidFill>
            <a:srgbClr val="F8FE05">
              <a:alpha val="2888"/>
            </a:srgbClr>
          </a:solidFill>
          <a:ln/>
        </p:spPr>
      </p:sp>
      <p:sp>
        <p:nvSpPr>
          <p:cNvPr id="260" name="Shape 258"/>
          <p:cNvSpPr/>
          <p:nvPr/>
        </p:nvSpPr>
        <p:spPr>
          <a:xfrm>
            <a:off x="8342986" y="-617106"/>
            <a:ext cx="803758" cy="395364"/>
          </a:xfrm>
          <a:prstGeom prst="rect">
            <a:avLst/>
          </a:prstGeom>
          <a:solidFill>
            <a:srgbClr val="F8FE05">
              <a:alpha val="2406"/>
            </a:srgbClr>
          </a:solidFill>
          <a:ln/>
        </p:spPr>
      </p:sp>
      <p:sp>
        <p:nvSpPr>
          <p:cNvPr id="261" name="Shape 259"/>
          <p:cNvSpPr/>
          <p:nvPr/>
        </p:nvSpPr>
        <p:spPr>
          <a:xfrm>
            <a:off x="8342986" y="-230886"/>
            <a:ext cx="803758" cy="395364"/>
          </a:xfrm>
          <a:prstGeom prst="rect">
            <a:avLst/>
          </a:prstGeom>
          <a:solidFill>
            <a:srgbClr val="F8FE05">
              <a:alpha val="1925"/>
            </a:srgbClr>
          </a:solidFill>
          <a:ln/>
        </p:spPr>
      </p:sp>
      <p:sp>
        <p:nvSpPr>
          <p:cNvPr id="262" name="Shape 260"/>
          <p:cNvSpPr/>
          <p:nvPr/>
        </p:nvSpPr>
        <p:spPr>
          <a:xfrm>
            <a:off x="8342986" y="155334"/>
            <a:ext cx="803758" cy="395364"/>
          </a:xfrm>
          <a:prstGeom prst="rect">
            <a:avLst/>
          </a:prstGeom>
          <a:solidFill>
            <a:srgbClr val="F8FE05">
              <a:alpha val="1444"/>
            </a:srgbClr>
          </a:solidFill>
          <a:ln/>
        </p:spPr>
      </p:sp>
      <p:sp>
        <p:nvSpPr>
          <p:cNvPr id="263" name="Shape 261"/>
          <p:cNvSpPr/>
          <p:nvPr/>
        </p:nvSpPr>
        <p:spPr>
          <a:xfrm>
            <a:off x="8342986" y="541553"/>
            <a:ext cx="803758" cy="395364"/>
          </a:xfrm>
          <a:prstGeom prst="rect">
            <a:avLst/>
          </a:prstGeom>
          <a:solidFill>
            <a:srgbClr val="F8FE05">
              <a:alpha val="963"/>
            </a:srgbClr>
          </a:solidFill>
          <a:ln/>
        </p:spPr>
      </p:sp>
      <p:sp>
        <p:nvSpPr>
          <p:cNvPr id="264" name="Shape 262"/>
          <p:cNvSpPr/>
          <p:nvPr/>
        </p:nvSpPr>
        <p:spPr>
          <a:xfrm>
            <a:off x="8342986" y="927773"/>
            <a:ext cx="803758" cy="395364"/>
          </a:xfrm>
          <a:prstGeom prst="rect">
            <a:avLst/>
          </a:prstGeom>
          <a:solidFill>
            <a:srgbClr val="F8FE05">
              <a:alpha val="481"/>
            </a:srgbClr>
          </a:solidFill>
          <a:ln/>
        </p:spPr>
      </p:sp>
      <p:sp>
        <p:nvSpPr>
          <p:cNvPr id="265" name="Shape 263"/>
          <p:cNvSpPr/>
          <p:nvPr/>
        </p:nvSpPr>
        <p:spPr>
          <a:xfrm>
            <a:off x="1755648" y="914400"/>
            <a:ext cx="8686800" cy="960120"/>
          </a:xfrm>
          <a:prstGeom prst="roundRect">
            <a:avLst>
              <a:gd name="adj" fmla="val 4484"/>
            </a:avLst>
          </a:prstGeom>
          <a:solidFill>
            <a:srgbClr val="FFFFFF">
              <a:alpha val="10000"/>
            </a:srgbClr>
          </a:solidFill>
          <a:ln w="2540">
            <a:solidFill>
              <a:srgbClr val="FFFFFF">
                <a:alpha val="40000"/>
              </a:srgbClr>
            </a:solidFill>
            <a:prstDash val="solid"/>
          </a:ln>
        </p:spPr>
      </p:sp>
      <p:sp>
        <p:nvSpPr>
          <p:cNvPr id="266" name="Text 264"/>
          <p:cNvSpPr/>
          <p:nvPr/>
        </p:nvSpPr>
        <p:spPr>
          <a:xfrm>
            <a:off x="1920240" y="1078992"/>
            <a:ext cx="8357616" cy="640080"/>
          </a:xfrm>
          <a:prstGeom prst="rect">
            <a:avLst/>
          </a:prstGeom>
          <a:noFill/>
          <a:ln/>
        </p:spPr>
        <p:txBody>
          <a:bodyPr wrap="square" rtlCol="0" anchor="t"/>
          <a:lstStyle/>
          <a:p>
            <a:pPr algn="ctr" indent="0" marL="0">
              <a:lnSpc>
                <a:spcPct val="90000"/>
              </a:lnSpc>
              <a:buNone/>
            </a:pPr>
            <a:r>
              <a:rPr lang="en-US" sz="3000" spc="-150" kern="0" dirty="0">
                <a:solidFill>
                  <a:srgbClr val="FFFFFF"/>
                </a:solidFill>
                <a:latin typeface="Manrope" pitchFamily="34" charset="0"/>
                <a:ea typeface="Manrope" pitchFamily="34" charset="-122"/>
                <a:cs typeface="Manrope" pitchFamily="34" charset="-120"/>
              </a:rPr>
              <a:t>Stage 4: tell the model clearly what you want</a:t>
            </a:r>
          </a:p>
        </p:txBody>
      </p:sp>
      <p:sp>
        <p:nvSpPr>
          <p:cNvPr id="267" name="Text 265"/>
          <p:cNvSpPr/>
          <p:nvPr/>
        </p:nvSpPr>
        <p:spPr>
          <a:xfrm>
            <a:off x="740664" y="2148840"/>
            <a:ext cx="10707624" cy="1097280"/>
          </a:xfrm>
          <a:prstGeom prst="rect">
            <a:avLst/>
          </a:prstGeom>
          <a:noFill/>
          <a:ln/>
        </p:spPr>
        <p:txBody>
          <a:bodyPr wrap="square" rtlCol="0" anchor="t"/>
          <a:lstStyle/>
          <a:p>
            <a:pPr algn="ctr" indent="0" marL="0">
              <a:lnSpc>
                <a:spcPct val="90000"/>
              </a:lnSpc>
              <a:buNone/>
            </a:pPr>
            <a:r>
              <a:rPr lang="en-US" sz="4000" spc="-150" kern="0" dirty="0">
                <a:solidFill>
                  <a:srgbClr val="FFFFFF"/>
                </a:solidFill>
                <a:latin typeface="Manrope" pitchFamily="34" charset="0"/>
                <a:ea typeface="Manrope" pitchFamily="34" charset="-122"/>
                <a:cs typeface="Manrope" pitchFamily="34" charset="-120"/>
              </a:rPr>
              <a:t>“Write the answer key before you grade the test.”</a:t>
            </a:r>
          </a:p>
        </p:txBody>
      </p:sp>
      <p:sp>
        <p:nvSpPr>
          <p:cNvPr id="269" name="Quote cap"/>
          <p:cNvSpPr/>
          <p:nvPr/>
        </p:nvSpPr>
        <p:spPr>
          <a:xfrm>
            <a:off x="740664" y="3291840"/>
            <a:ext cx="10707624" cy="457200"/>
          </a:xfrm>
          <a:prstGeom prst="rect">
            <a:avLst/>
          </a:prstGeom>
          <a:noFill/>
          <a:ln w="12700">
            <a:noFill/>
          </a:ln>
        </p:spPr>
        <p:txBody>
          <a:bodyPr wrap="square" lIns="0" rIns="0" tIns="0" bIns="0" anchor="t" rtlCol="0"/>
          <a:lstStyle/>
          <a:p>
            <a:pPr algn="ctr"/>
            <a:r>
              <a:rPr lang="en-US" sz="1800" b="0" dirty="0">
                <a:solidFill>
                  <a:srgbClr val="C0DAB4"/>
                </a:solidFill>
                <a:latin typeface="Manrope"/>
                <a:cs typeface="Manrope"/>
              </a:rPr>
              <a:t>Analogy: otherwise you can't tell whether a change helped.</a:t>
            </a:r>
            <a:endParaRPr lang="en-US" sz="1800"/>
          </a:p>
        </p:txBody>
      </p:sp>
      <p:sp>
        <p:nvSpPr>
          <p:cNvPr id="270" name="Card 0"/>
          <p:cNvSpPr/>
          <p:nvPr/>
        </p:nvSpPr>
        <p:spPr>
          <a:xfrm>
            <a:off x="868680" y="4023360"/>
            <a:ext cx="5120640" cy="1600200"/>
          </a:xfrm>
          <a:prstGeom prst="roundRect">
            <a:avLst>
              <a:gd name="adj" fmla="val 18000"/>
            </a:avLst>
          </a:prstGeom>
          <a:solidFill>
            <a:srgbClr val="1E3A30"/>
          </a:solidFill>
          <a:ln w="9525">
            <a:solidFill>
              <a:srgbClr val="7FA88C"/>
            </a:solidFill>
          </a:ln>
        </p:spPr>
        <p:txBody>
          <a:bodyPr wrap="square" lIns="73152" rIns="73152" tIns="0" bIns="0" anchor="ctr" rtlCol="0"/>
          <a:lstStyle/>
          <a:p>
            <a:pPr algn="l"/>
            <a:endParaRPr lang="en-US" sz="1600"/>
          </a:p>
        </p:txBody>
      </p:sp>
      <p:sp>
        <p:nvSpPr>
          <p:cNvPr id="271" name="Card head 0"/>
          <p:cNvSpPr/>
          <p:nvPr/>
        </p:nvSpPr>
        <p:spPr>
          <a:xfrm>
            <a:off x="1143000" y="4160520"/>
            <a:ext cx="4572000" cy="411480"/>
          </a:xfrm>
          <a:prstGeom prst="rect">
            <a:avLst/>
          </a:prstGeom>
          <a:noFill/>
          <a:ln w="12700">
            <a:noFill/>
          </a:ln>
        </p:spPr>
        <p:txBody>
          <a:bodyPr wrap="square" lIns="0" rIns="0" tIns="0" bIns="0" anchor="ctr" rtlCol="0"/>
          <a:lstStyle/>
          <a:p>
            <a:pPr algn="l"/>
            <a:r>
              <a:rPr lang="en-US" sz="2000" b="1" dirty="0">
                <a:solidFill>
                  <a:srgbClr val="A9C022"/>
                </a:solidFill>
                <a:latin typeface="Manrope"/>
                <a:cs typeface="Manrope"/>
              </a:rPr>
              <a:t>Measure before you tinker</a:t>
            </a:r>
            <a:endParaRPr lang="en-US" sz="2000"/>
          </a:p>
        </p:txBody>
      </p:sp>
      <p:sp>
        <p:nvSpPr>
          <p:cNvPr id="272" name="Card body 0"/>
          <p:cNvSpPr/>
          <p:nvPr/>
        </p:nvSpPr>
        <p:spPr>
          <a:xfrm>
            <a:off x="1143000" y="4617720"/>
            <a:ext cx="4572000" cy="914400"/>
          </a:xfrm>
          <a:prstGeom prst="rect">
            <a:avLst/>
          </a:prstGeom>
          <a:noFill/>
          <a:ln w="12700">
            <a:noFill/>
          </a:ln>
        </p:spPr>
        <p:txBody>
          <a:bodyPr wrap="square" lIns="0" rIns="0" tIns="0" bIns="0" anchor="t" rtlCol="0"/>
          <a:lstStyle/>
          <a:p>
            <a:pPr algn="l"/>
            <a:r>
              <a:rPr lang="en-US" sz="1600" b="0" dirty="0">
                <a:solidFill>
                  <a:srgbClr val="FFFFFF"/>
                </a:solidFill>
                <a:latin typeface="Manrope"/>
                <a:cs typeface="Manrope"/>
              </a:rPr>
              <a:t>Anthropic: decide what “success” looks like, and how you'll test for it, before adjusting prompts.</a:t>
            </a:r>
            <a:endParaRPr lang="en-US" sz="1600"/>
          </a:p>
        </p:txBody>
      </p:sp>
      <p:sp>
        <p:nvSpPr>
          <p:cNvPr id="273" name="Card 1"/>
          <p:cNvSpPr/>
          <p:nvPr/>
        </p:nvSpPr>
        <p:spPr>
          <a:xfrm>
            <a:off x="6199632" y="4023360"/>
            <a:ext cx="5120640" cy="1600200"/>
          </a:xfrm>
          <a:prstGeom prst="roundRect">
            <a:avLst>
              <a:gd name="adj" fmla="val 18000"/>
            </a:avLst>
          </a:prstGeom>
          <a:solidFill>
            <a:srgbClr val="1E3A30"/>
          </a:solidFill>
          <a:ln w="9525">
            <a:solidFill>
              <a:srgbClr val="7FA88C"/>
            </a:solidFill>
          </a:ln>
        </p:spPr>
        <p:txBody>
          <a:bodyPr wrap="square" lIns="73152" rIns="73152" tIns="0" bIns="0" anchor="ctr" rtlCol="0"/>
          <a:lstStyle/>
          <a:p>
            <a:pPr algn="l"/>
            <a:endParaRPr lang="en-US" sz="1600"/>
          </a:p>
        </p:txBody>
      </p:sp>
      <p:sp>
        <p:nvSpPr>
          <p:cNvPr id="274" name="Card head 1"/>
          <p:cNvSpPr/>
          <p:nvPr/>
        </p:nvSpPr>
        <p:spPr>
          <a:xfrm>
            <a:off x="6473952" y="4160520"/>
            <a:ext cx="4572000" cy="411480"/>
          </a:xfrm>
          <a:prstGeom prst="rect">
            <a:avLst/>
          </a:prstGeom>
          <a:noFill/>
          <a:ln w="12700">
            <a:noFill/>
          </a:ln>
        </p:spPr>
        <p:txBody>
          <a:bodyPr wrap="square" lIns="0" rIns="0" tIns="0" bIns="0" anchor="ctr" rtlCol="0"/>
          <a:lstStyle/>
          <a:p>
            <a:pPr algn="l"/>
            <a:r>
              <a:rPr lang="en-US" sz="2000" b="1" dirty="0">
                <a:solidFill>
                  <a:srgbClr val="A9C022"/>
                </a:solidFill>
                <a:latin typeface="Manrope"/>
                <a:cs typeface="Manrope"/>
              </a:rPr>
              <a:t>Few-shot prompting</a:t>
            </a:r>
            <a:endParaRPr lang="en-US" sz="2000"/>
          </a:p>
        </p:txBody>
      </p:sp>
      <p:sp>
        <p:nvSpPr>
          <p:cNvPr id="275" name="Card body 1"/>
          <p:cNvSpPr/>
          <p:nvPr/>
        </p:nvSpPr>
        <p:spPr>
          <a:xfrm>
            <a:off x="6473952" y="4617720"/>
            <a:ext cx="4572000" cy="914400"/>
          </a:xfrm>
          <a:prstGeom prst="rect">
            <a:avLst/>
          </a:prstGeom>
          <a:noFill/>
          <a:ln w="12700">
            <a:noFill/>
          </a:ln>
        </p:spPr>
        <p:txBody>
          <a:bodyPr wrap="square" lIns="0" rIns="0" tIns="0" bIns="0" anchor="t" rtlCol="0"/>
          <a:lstStyle/>
          <a:p>
            <a:pPr algn="l"/>
            <a:r>
              <a:rPr lang="en-US" sz="1600" b="0" dirty="0">
                <a:solidFill>
                  <a:srgbClr val="FFFFFF"/>
                </a:solidFill>
                <a:latin typeface="Manrope"/>
                <a:cs typeface="Manrope"/>
              </a:rPr>
              <a:t>Include a few worked examples. Analogy: show a new coworker two filled-in forms before they fill one out.</a:t>
            </a:r>
            <a:endParaRPr lang="en-US" sz="1600"/>
          </a:p>
        </p:txBody>
      </p:sp>
      <p:sp>
        <p:nvSpPr>
          <p:cNvPr id="276" name="Time"/>
          <p:cNvSpPr/>
          <p:nvPr/>
        </p:nvSpPr>
        <p:spPr>
          <a:xfrm>
            <a:off x="740664" y="5897880"/>
            <a:ext cx="10707624" cy="411480"/>
          </a:xfrm>
          <a:prstGeom prst="rect">
            <a:avLst/>
          </a:prstGeom>
          <a:noFill/>
          <a:ln w="12700">
            <a:noFill/>
          </a:ln>
        </p:spPr>
        <p:txBody>
          <a:bodyPr wrap="square" lIns="0" rIns="0" tIns="0" bIns="0" anchor="t" rtlCol="0"/>
          <a:lstStyle/>
          <a:p>
            <a:pPr algn="ctr"/>
            <a:r>
              <a:rPr lang="en-US" sz="1600" b="0" dirty="0">
                <a:solidFill>
                  <a:srgbClr val="D0CFCF"/>
                </a:solidFill>
                <a:latin typeface="Manrope"/>
                <a:cs typeface="Manrope"/>
              </a:rPr>
              <a:t>Simple project: write 20–50 test cases, change the prompt a little at a time, keep score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6">
    <p:bg>
      <p:bgPr>
        <a:solidFill>
          <a:srgbClr val="1D1D1D"/>
        </a:solidFill>
      </p:bgPr>
    </p:bg>
    <p:spTree>
      <p:nvGrpSpPr>
        <p:cNvPr id="1" name=""/>
        <p:cNvGrpSpPr/>
        <p:nvPr/>
      </p:nvGrpSpPr>
      <p:grpSpPr>
        <a:xfrm>
          <a:off x="0" y="0"/>
          <a:ext cx="0" cy="0"/>
          <a:chOff x="0" y="0"/>
          <a:chExt cx="0" cy="0"/>
        </a:xfrm>
      </p:grpSpPr>
      <p:sp>
        <p:nvSpPr>
          <p:cNvPr id="7" name="Shape 5"/>
          <p:cNvSpPr/>
          <p:nvPr/>
        </p:nvSpPr>
        <p:spPr>
          <a:xfrm>
            <a:off x="-301752" y="1797710"/>
            <a:ext cx="803758" cy="657454"/>
          </a:xfrm>
          <a:prstGeom prst="rect">
            <a:avLst/>
          </a:prstGeom>
          <a:solidFill>
            <a:srgbClr val="96C182">
              <a:alpha val="1031"/>
            </a:srgbClr>
          </a:solidFill>
          <a:ln/>
        </p:spPr>
      </p:sp>
      <p:sp>
        <p:nvSpPr>
          <p:cNvPr id="8" name="Shape 6"/>
          <p:cNvSpPr/>
          <p:nvPr/>
        </p:nvSpPr>
        <p:spPr>
          <a:xfrm>
            <a:off x="-301752" y="2446020"/>
            <a:ext cx="803758" cy="657454"/>
          </a:xfrm>
          <a:prstGeom prst="rect">
            <a:avLst/>
          </a:prstGeom>
          <a:solidFill>
            <a:srgbClr val="96C182">
              <a:alpha val="2063"/>
            </a:srgbClr>
          </a:solidFill>
          <a:ln/>
        </p:spPr>
      </p:sp>
      <p:sp>
        <p:nvSpPr>
          <p:cNvPr id="9" name="Shape 7"/>
          <p:cNvSpPr/>
          <p:nvPr/>
        </p:nvSpPr>
        <p:spPr>
          <a:xfrm>
            <a:off x="-301752" y="3094330"/>
            <a:ext cx="803758" cy="657454"/>
          </a:xfrm>
          <a:prstGeom prst="rect">
            <a:avLst/>
          </a:prstGeom>
          <a:solidFill>
            <a:srgbClr val="96C182">
              <a:alpha val="3094"/>
            </a:srgbClr>
          </a:solidFill>
          <a:ln/>
        </p:spPr>
      </p:sp>
      <p:sp>
        <p:nvSpPr>
          <p:cNvPr id="10" name="Shape 8"/>
          <p:cNvSpPr/>
          <p:nvPr/>
        </p:nvSpPr>
        <p:spPr>
          <a:xfrm>
            <a:off x="-301752" y="3742639"/>
            <a:ext cx="803758" cy="657454"/>
          </a:xfrm>
          <a:prstGeom prst="rect">
            <a:avLst/>
          </a:prstGeom>
          <a:solidFill>
            <a:srgbClr val="96C182">
              <a:alpha val="4125"/>
            </a:srgbClr>
          </a:solidFill>
          <a:ln/>
        </p:spPr>
      </p:sp>
      <p:sp>
        <p:nvSpPr>
          <p:cNvPr id="11" name="Shape 9"/>
          <p:cNvSpPr/>
          <p:nvPr/>
        </p:nvSpPr>
        <p:spPr>
          <a:xfrm>
            <a:off x="-301752" y="4390949"/>
            <a:ext cx="803758" cy="657454"/>
          </a:xfrm>
          <a:prstGeom prst="rect">
            <a:avLst/>
          </a:prstGeom>
          <a:solidFill>
            <a:srgbClr val="96C182">
              <a:alpha val="5156"/>
            </a:srgbClr>
          </a:solidFill>
          <a:ln/>
        </p:spPr>
      </p:sp>
      <p:sp>
        <p:nvSpPr>
          <p:cNvPr id="12" name="Shape 10"/>
          <p:cNvSpPr/>
          <p:nvPr/>
        </p:nvSpPr>
        <p:spPr>
          <a:xfrm>
            <a:off x="-301752" y="5039258"/>
            <a:ext cx="803758" cy="657454"/>
          </a:xfrm>
          <a:prstGeom prst="rect">
            <a:avLst/>
          </a:prstGeom>
          <a:solidFill>
            <a:srgbClr val="96C182">
              <a:alpha val="6188"/>
            </a:srgbClr>
          </a:solidFill>
          <a:ln/>
        </p:spPr>
      </p:sp>
      <p:sp>
        <p:nvSpPr>
          <p:cNvPr id="13" name="Shape 11"/>
          <p:cNvSpPr/>
          <p:nvPr/>
        </p:nvSpPr>
        <p:spPr>
          <a:xfrm>
            <a:off x="-301752" y="5687568"/>
            <a:ext cx="803758" cy="657454"/>
          </a:xfrm>
          <a:prstGeom prst="rect">
            <a:avLst/>
          </a:prstGeom>
          <a:solidFill>
            <a:srgbClr val="96C182">
              <a:alpha val="7219"/>
            </a:srgbClr>
          </a:solidFill>
          <a:ln/>
        </p:spPr>
      </p:sp>
      <p:sp>
        <p:nvSpPr>
          <p:cNvPr id="14" name="Shape 12"/>
          <p:cNvSpPr/>
          <p:nvPr/>
        </p:nvSpPr>
        <p:spPr>
          <a:xfrm>
            <a:off x="-301752" y="6335878"/>
            <a:ext cx="803758" cy="657454"/>
          </a:xfrm>
          <a:prstGeom prst="rect">
            <a:avLst/>
          </a:prstGeom>
          <a:solidFill>
            <a:srgbClr val="96C182">
              <a:alpha val="8250"/>
            </a:srgbClr>
          </a:solidFill>
          <a:ln/>
        </p:spPr>
      </p:sp>
      <p:sp>
        <p:nvSpPr>
          <p:cNvPr id="22" name="Shape 20"/>
          <p:cNvSpPr/>
          <p:nvPr/>
        </p:nvSpPr>
        <p:spPr>
          <a:xfrm>
            <a:off x="1068019" y="6661976"/>
            <a:ext cx="803758" cy="331356"/>
          </a:xfrm>
          <a:prstGeom prst="rect">
            <a:avLst/>
          </a:prstGeom>
          <a:solidFill>
            <a:srgbClr val="96C182">
              <a:alpha val="2750"/>
            </a:srgbClr>
          </a:solidFill>
          <a:ln/>
        </p:spPr>
      </p:sp>
      <p:sp>
        <p:nvSpPr>
          <p:cNvPr id="23" name="Shape 21"/>
          <p:cNvSpPr/>
          <p:nvPr/>
        </p:nvSpPr>
        <p:spPr>
          <a:xfrm>
            <a:off x="378562" y="3225089"/>
            <a:ext cx="803758" cy="482117"/>
          </a:xfrm>
          <a:prstGeom prst="rect">
            <a:avLst/>
          </a:prstGeom>
          <a:solidFill>
            <a:srgbClr val="96C182">
              <a:alpha val="688"/>
            </a:srgbClr>
          </a:solidFill>
          <a:ln/>
        </p:spPr>
      </p:sp>
      <p:sp>
        <p:nvSpPr>
          <p:cNvPr id="24" name="Shape 22"/>
          <p:cNvSpPr/>
          <p:nvPr/>
        </p:nvSpPr>
        <p:spPr>
          <a:xfrm>
            <a:off x="378562" y="3698062"/>
            <a:ext cx="803758" cy="482117"/>
          </a:xfrm>
          <a:prstGeom prst="rect">
            <a:avLst/>
          </a:prstGeom>
          <a:solidFill>
            <a:srgbClr val="96C182">
              <a:alpha val="1375"/>
            </a:srgbClr>
          </a:solidFill>
          <a:ln/>
        </p:spPr>
      </p:sp>
      <p:sp>
        <p:nvSpPr>
          <p:cNvPr id="25" name="Shape 23"/>
          <p:cNvSpPr/>
          <p:nvPr/>
        </p:nvSpPr>
        <p:spPr>
          <a:xfrm>
            <a:off x="378562" y="4171036"/>
            <a:ext cx="803758" cy="482117"/>
          </a:xfrm>
          <a:prstGeom prst="rect">
            <a:avLst/>
          </a:prstGeom>
          <a:solidFill>
            <a:srgbClr val="96C182">
              <a:alpha val="2063"/>
            </a:srgbClr>
          </a:solidFill>
          <a:ln/>
        </p:spPr>
      </p:sp>
      <p:sp>
        <p:nvSpPr>
          <p:cNvPr id="26" name="Shape 24"/>
          <p:cNvSpPr/>
          <p:nvPr/>
        </p:nvSpPr>
        <p:spPr>
          <a:xfrm>
            <a:off x="378562" y="4644009"/>
            <a:ext cx="803758" cy="482117"/>
          </a:xfrm>
          <a:prstGeom prst="rect">
            <a:avLst/>
          </a:prstGeom>
          <a:solidFill>
            <a:srgbClr val="96C182">
              <a:alpha val="2750"/>
            </a:srgbClr>
          </a:solidFill>
          <a:ln/>
        </p:spPr>
      </p:sp>
      <p:sp>
        <p:nvSpPr>
          <p:cNvPr id="27" name="Shape 25"/>
          <p:cNvSpPr/>
          <p:nvPr/>
        </p:nvSpPr>
        <p:spPr>
          <a:xfrm>
            <a:off x="378562" y="5116982"/>
            <a:ext cx="803758" cy="482117"/>
          </a:xfrm>
          <a:prstGeom prst="rect">
            <a:avLst/>
          </a:prstGeom>
          <a:solidFill>
            <a:srgbClr val="96C182">
              <a:alpha val="3438"/>
            </a:srgbClr>
          </a:solidFill>
          <a:ln/>
        </p:spPr>
      </p:sp>
      <p:sp>
        <p:nvSpPr>
          <p:cNvPr id="28" name="Shape 26"/>
          <p:cNvSpPr/>
          <p:nvPr/>
        </p:nvSpPr>
        <p:spPr>
          <a:xfrm>
            <a:off x="378562" y="5589956"/>
            <a:ext cx="803758" cy="482117"/>
          </a:xfrm>
          <a:prstGeom prst="rect">
            <a:avLst/>
          </a:prstGeom>
          <a:solidFill>
            <a:srgbClr val="96C182">
              <a:alpha val="4125"/>
            </a:srgbClr>
          </a:solidFill>
          <a:ln/>
        </p:spPr>
      </p:sp>
      <p:sp>
        <p:nvSpPr>
          <p:cNvPr id="29" name="Shape 27"/>
          <p:cNvSpPr/>
          <p:nvPr/>
        </p:nvSpPr>
        <p:spPr>
          <a:xfrm>
            <a:off x="378562" y="6062929"/>
            <a:ext cx="803758" cy="482117"/>
          </a:xfrm>
          <a:prstGeom prst="rect">
            <a:avLst/>
          </a:prstGeom>
          <a:solidFill>
            <a:srgbClr val="96C182">
              <a:alpha val="4813"/>
            </a:srgbClr>
          </a:solidFill>
          <a:ln/>
        </p:spPr>
      </p:sp>
      <p:sp>
        <p:nvSpPr>
          <p:cNvPr id="30" name="Shape 28"/>
          <p:cNvSpPr/>
          <p:nvPr/>
        </p:nvSpPr>
        <p:spPr>
          <a:xfrm>
            <a:off x="378562" y="6535903"/>
            <a:ext cx="803758" cy="482117"/>
          </a:xfrm>
          <a:prstGeom prst="rect">
            <a:avLst/>
          </a:prstGeom>
          <a:solidFill>
            <a:srgbClr val="96C182">
              <a:alpha val="5500"/>
            </a:srgbClr>
          </a:solidFill>
          <a:ln/>
        </p:spPr>
      </p:sp>
      <p:sp>
        <p:nvSpPr>
          <p:cNvPr id="31" name="Shape 29"/>
          <p:cNvSpPr/>
          <p:nvPr/>
        </p:nvSpPr>
        <p:spPr>
          <a:xfrm>
            <a:off x="7541971" y="873252"/>
            <a:ext cx="0" cy="5984748"/>
          </a:xfrm>
          <a:prstGeom prst="line">
            <a:avLst/>
          </a:prstGeom>
          <a:noFill/>
          <a:ln w="2540">
            <a:solidFill>
              <a:srgbClr val="D0CFCF"/>
            </a:solidFill>
            <a:prstDash val="solid"/>
          </a:ln>
        </p:spPr>
      </p:sp>
      <p:sp>
        <p:nvSpPr>
          <p:cNvPr id="32" name="Shape 30"/>
          <p:cNvSpPr/>
          <p:nvPr/>
        </p:nvSpPr>
        <p:spPr>
          <a:xfrm>
            <a:off x="7506310" y="836676"/>
            <a:ext cx="72238" cy="72238"/>
          </a:xfrm>
          <a:prstGeom prst="ellipse">
            <a:avLst/>
          </a:prstGeom>
          <a:solidFill>
            <a:srgbClr val="D0CFCF"/>
          </a:solidFill>
          <a:ln/>
        </p:spPr>
      </p:sp>
      <p:sp>
        <p:nvSpPr>
          <p:cNvPr id="33" name="Text 31"/>
          <p:cNvSpPr/>
          <p:nvPr/>
        </p:nvSpPr>
        <p:spPr>
          <a:xfrm>
            <a:off x="7993685" y="1059790"/>
            <a:ext cx="4194353" cy="1737360"/>
          </a:xfrm>
          <a:prstGeom prst="rect">
            <a:avLst/>
          </a:prstGeom>
          <a:noFill/>
          <a:ln/>
        </p:spPr>
        <p:txBody>
          <a:bodyPr wrap="square" rtlCol="0" anchor="t"/>
          <a:lstStyle/>
          <a:p>
            <a:pPr indent="0" marL="0">
              <a:lnSpc>
                <a:spcPct val="90000"/>
              </a:lnSpc>
              <a:buNone/>
            </a:pPr>
            <a:r>
              <a:rPr lang="en-US" sz="3600" spc="-150" kern="0" dirty="0">
                <a:solidFill>
                  <a:srgbClr val="FFFFFF"/>
                </a:solidFill>
                <a:latin typeface="Manrope" pitchFamily="34" charset="0"/>
                <a:ea typeface="Manrope" pitchFamily="34" charset="-122"/>
                <a:cs typeface="Manrope" pitchFamily="34" charset="-120"/>
              </a:rPr>
              <a:t>Stage 5: </a:t>
            </a:r>
            <a:r>
              <a:rPr lang="en-US" sz="3600" spc="-150" kern="0" dirty="0">
                <a:solidFill>
                  <a:srgbClr val="D5E6CD"/>
                </a:solidFill>
                <a:latin typeface="Manrope" pitchFamily="34" charset="0"/>
                <a:ea typeface="Manrope" pitchFamily="34" charset="-122"/>
                <a:cs typeface="Manrope" pitchFamily="34" charset="-120"/>
              </a:rPr>
              <a:t>RAG lets the AI look things up</a:t>
            </a:r>
          </a:p>
        </p:txBody>
      </p:sp>
      <p:sp>
        <p:nvSpPr>
          <p:cNvPr id="34" name="Text 32"/>
          <p:cNvSpPr/>
          <p:nvPr/>
        </p:nvSpPr>
        <p:spPr>
          <a:xfrm>
            <a:off x="7992770" y="3017520"/>
            <a:ext cx="3840480" cy="2011680"/>
          </a:xfrm>
          <a:prstGeom prst="rect">
            <a:avLst/>
          </a:prstGeom>
          <a:noFill/>
          <a:ln/>
        </p:spPr>
        <p:txBody>
          <a:bodyPr wrap="square" rtlCol="0" anchor="t"/>
          <a:lstStyle/>
          <a:p>
            <a:pPr indent="0" marL="0">
              <a:lnSpc>
                <a:spcPct val="125000"/>
              </a:lnSpc>
              <a:spcAft>
                <a:spcPts val="1000"/>
              </a:spcAft>
              <a:buNone/>
            </a:pPr>
            <a:r>
              <a:rPr lang="en-US" sz="1600" dirty="0" b="1">
                <a:solidFill>
                  <a:srgbClr val="D5E6CD"/>
                </a:solidFill>
                <a:latin typeface="Manrope" pitchFamily="34" charset="0"/>
                <a:ea typeface="Manrope" pitchFamily="34" charset="-122"/>
                <a:cs typeface="Manrope" pitchFamily="34" charset="-120"/>
              </a:rPr>
              <a:t>RAG (retrieval-augmented generation) </a:t>
            </a:r>
            <a:r>
              <a:rPr lang="en-US" sz="1600" dirty="0">
                <a:solidFill>
                  <a:srgbClr val="FFFFFF"/>
                </a:solidFill>
                <a:latin typeface="Manrope" pitchFamily="34" charset="0"/>
                <a:ea typeface="Manrope" pitchFamily="34" charset="-122"/>
                <a:cs typeface="Manrope" pitchFamily="34" charset="-120"/>
              </a:rPr>
              <a:t>lets a model use private or up-to-date information without being retrained.</a:t>
            </a:r>
          </a:p>
          <a:p>
            <a:pPr indent="0" marL="0">
              <a:lnSpc>
                <a:spcPct val="125000"/>
              </a:lnSpc>
              <a:spcAft>
                <a:spcPts val="1000"/>
              </a:spcAft>
              <a:buNone/>
            </a:pPr>
            <a:r>
              <a:rPr lang="en-US" sz="1600" dirty="0">
                <a:solidFill>
                  <a:srgbClr val="D0CFCF"/>
                </a:solidFill>
                <a:latin typeface="Manrope" pitchFamily="34" charset="0"/>
                <a:ea typeface="Manrope" pitchFamily="34" charset="-122"/>
                <a:cs typeface="Manrope" pitchFamily="34" charset="-120"/>
              </a:rPr>
              <a:t>Introduced by Lewis et al., 2020.</a:t>
            </a:r>
          </a:p>
        </p:txBody>
      </p:sp>
      <p:sp>
        <p:nvSpPr>
          <p:cNvPr id="131" name="Shape 129"/>
          <p:cNvSpPr/>
          <p:nvPr/>
        </p:nvSpPr>
        <p:spPr>
          <a:xfrm>
            <a:off x="11835994" y="1750162"/>
            <a:ext cx="803758" cy="657454"/>
          </a:xfrm>
          <a:prstGeom prst="rect">
            <a:avLst/>
          </a:prstGeom>
          <a:solidFill>
            <a:srgbClr val="FFFFFF">
              <a:alpha val="688"/>
            </a:srgbClr>
          </a:solidFill>
          <a:ln/>
        </p:spPr>
      </p:sp>
      <p:sp>
        <p:nvSpPr>
          <p:cNvPr id="132" name="Shape 130"/>
          <p:cNvSpPr/>
          <p:nvPr/>
        </p:nvSpPr>
        <p:spPr>
          <a:xfrm>
            <a:off x="11835994" y="2398471"/>
            <a:ext cx="803758" cy="657454"/>
          </a:xfrm>
          <a:prstGeom prst="rect">
            <a:avLst/>
          </a:prstGeom>
          <a:solidFill>
            <a:srgbClr val="FFFFFF">
              <a:alpha val="1375"/>
            </a:srgbClr>
          </a:solidFill>
          <a:ln/>
        </p:spPr>
      </p:sp>
      <p:sp>
        <p:nvSpPr>
          <p:cNvPr id="133" name="Shape 131"/>
          <p:cNvSpPr/>
          <p:nvPr/>
        </p:nvSpPr>
        <p:spPr>
          <a:xfrm>
            <a:off x="11835994" y="3046781"/>
            <a:ext cx="803758" cy="657454"/>
          </a:xfrm>
          <a:prstGeom prst="rect">
            <a:avLst/>
          </a:prstGeom>
          <a:solidFill>
            <a:srgbClr val="FFFFFF">
              <a:alpha val="2063"/>
            </a:srgbClr>
          </a:solidFill>
          <a:ln/>
        </p:spPr>
      </p:sp>
      <p:sp>
        <p:nvSpPr>
          <p:cNvPr id="134" name="Shape 132"/>
          <p:cNvSpPr/>
          <p:nvPr/>
        </p:nvSpPr>
        <p:spPr>
          <a:xfrm>
            <a:off x="11835994" y="3695090"/>
            <a:ext cx="803758" cy="657454"/>
          </a:xfrm>
          <a:prstGeom prst="rect">
            <a:avLst/>
          </a:prstGeom>
          <a:solidFill>
            <a:srgbClr val="FFFFFF">
              <a:alpha val="2750"/>
            </a:srgbClr>
          </a:solidFill>
          <a:ln/>
        </p:spPr>
      </p:sp>
      <p:sp>
        <p:nvSpPr>
          <p:cNvPr id="135" name="Shape 133"/>
          <p:cNvSpPr/>
          <p:nvPr/>
        </p:nvSpPr>
        <p:spPr>
          <a:xfrm>
            <a:off x="11835994" y="4343400"/>
            <a:ext cx="803758" cy="657454"/>
          </a:xfrm>
          <a:prstGeom prst="rect">
            <a:avLst/>
          </a:prstGeom>
          <a:solidFill>
            <a:srgbClr val="FFFFFF">
              <a:alpha val="3438"/>
            </a:srgbClr>
          </a:solidFill>
          <a:ln/>
        </p:spPr>
      </p:sp>
      <p:sp>
        <p:nvSpPr>
          <p:cNvPr id="136" name="Shape 134"/>
          <p:cNvSpPr/>
          <p:nvPr/>
        </p:nvSpPr>
        <p:spPr>
          <a:xfrm>
            <a:off x="11835994" y="4991710"/>
            <a:ext cx="803758" cy="657454"/>
          </a:xfrm>
          <a:prstGeom prst="rect">
            <a:avLst/>
          </a:prstGeom>
          <a:solidFill>
            <a:srgbClr val="FFFFFF">
              <a:alpha val="4125"/>
            </a:srgbClr>
          </a:solidFill>
          <a:ln/>
        </p:spPr>
      </p:sp>
      <p:sp>
        <p:nvSpPr>
          <p:cNvPr id="137" name="Shape 135"/>
          <p:cNvSpPr/>
          <p:nvPr/>
        </p:nvSpPr>
        <p:spPr>
          <a:xfrm>
            <a:off x="11835994" y="5640019"/>
            <a:ext cx="803758" cy="657454"/>
          </a:xfrm>
          <a:prstGeom prst="rect">
            <a:avLst/>
          </a:prstGeom>
          <a:solidFill>
            <a:srgbClr val="FFFFFF">
              <a:alpha val="4813"/>
            </a:srgbClr>
          </a:solidFill>
          <a:ln/>
        </p:spPr>
      </p:sp>
      <p:sp>
        <p:nvSpPr>
          <p:cNvPr id="138" name="Shape 136"/>
          <p:cNvSpPr/>
          <p:nvPr/>
        </p:nvSpPr>
        <p:spPr>
          <a:xfrm>
            <a:off x="11835994" y="6288329"/>
            <a:ext cx="803758" cy="657454"/>
          </a:xfrm>
          <a:prstGeom prst="rect">
            <a:avLst/>
          </a:prstGeom>
          <a:solidFill>
            <a:srgbClr val="FFFFFF">
              <a:alpha val="5500"/>
            </a:srgbClr>
          </a:solidFill>
          <a:ln/>
        </p:spPr>
      </p:sp>
      <p:sp>
        <p:nvSpPr>
          <p:cNvPr id="139" name="Shape 137"/>
          <p:cNvSpPr/>
          <p:nvPr/>
        </p:nvSpPr>
        <p:spPr>
          <a:xfrm>
            <a:off x="10465308" y="4358030"/>
            <a:ext cx="803758" cy="331356"/>
          </a:xfrm>
          <a:prstGeom prst="rect">
            <a:avLst/>
          </a:prstGeom>
          <a:solidFill>
            <a:srgbClr val="FFFFFF">
              <a:alpha val="138"/>
            </a:srgbClr>
          </a:solidFill>
          <a:ln/>
        </p:spPr>
      </p:sp>
      <p:sp>
        <p:nvSpPr>
          <p:cNvPr id="140" name="Shape 138"/>
          <p:cNvSpPr/>
          <p:nvPr/>
        </p:nvSpPr>
        <p:spPr>
          <a:xfrm>
            <a:off x="10465308" y="4680242"/>
            <a:ext cx="803758" cy="331356"/>
          </a:xfrm>
          <a:prstGeom prst="rect">
            <a:avLst/>
          </a:prstGeom>
          <a:solidFill>
            <a:srgbClr val="FFFFFF">
              <a:alpha val="275"/>
            </a:srgbClr>
          </a:solidFill>
          <a:ln/>
        </p:spPr>
      </p:sp>
      <p:sp>
        <p:nvSpPr>
          <p:cNvPr id="141" name="Shape 139"/>
          <p:cNvSpPr/>
          <p:nvPr/>
        </p:nvSpPr>
        <p:spPr>
          <a:xfrm>
            <a:off x="10465308" y="5002454"/>
            <a:ext cx="803758" cy="331356"/>
          </a:xfrm>
          <a:prstGeom prst="rect">
            <a:avLst/>
          </a:prstGeom>
          <a:solidFill>
            <a:srgbClr val="FFFFFF">
              <a:alpha val="412"/>
            </a:srgbClr>
          </a:solidFill>
          <a:ln/>
        </p:spPr>
      </p:sp>
      <p:sp>
        <p:nvSpPr>
          <p:cNvPr id="142" name="Shape 140"/>
          <p:cNvSpPr/>
          <p:nvPr/>
        </p:nvSpPr>
        <p:spPr>
          <a:xfrm>
            <a:off x="10465308" y="5324666"/>
            <a:ext cx="803758" cy="331356"/>
          </a:xfrm>
          <a:prstGeom prst="rect">
            <a:avLst/>
          </a:prstGeom>
          <a:solidFill>
            <a:srgbClr val="FFFFFF">
              <a:alpha val="550"/>
            </a:srgbClr>
          </a:solidFill>
          <a:ln/>
        </p:spPr>
      </p:sp>
      <p:sp>
        <p:nvSpPr>
          <p:cNvPr id="143" name="Shape 141"/>
          <p:cNvSpPr/>
          <p:nvPr/>
        </p:nvSpPr>
        <p:spPr>
          <a:xfrm>
            <a:off x="10465308" y="5646877"/>
            <a:ext cx="803758" cy="331356"/>
          </a:xfrm>
          <a:prstGeom prst="rect">
            <a:avLst/>
          </a:prstGeom>
          <a:solidFill>
            <a:srgbClr val="FFFFFF">
              <a:alpha val="688"/>
            </a:srgbClr>
          </a:solidFill>
          <a:ln/>
        </p:spPr>
      </p:sp>
      <p:sp>
        <p:nvSpPr>
          <p:cNvPr id="144" name="Shape 142"/>
          <p:cNvSpPr/>
          <p:nvPr/>
        </p:nvSpPr>
        <p:spPr>
          <a:xfrm>
            <a:off x="10465308" y="5969089"/>
            <a:ext cx="803758" cy="331356"/>
          </a:xfrm>
          <a:prstGeom prst="rect">
            <a:avLst/>
          </a:prstGeom>
          <a:solidFill>
            <a:srgbClr val="FFFFFF">
              <a:alpha val="825"/>
            </a:srgbClr>
          </a:solidFill>
          <a:ln/>
        </p:spPr>
      </p:sp>
      <p:sp>
        <p:nvSpPr>
          <p:cNvPr id="145" name="Shape 143"/>
          <p:cNvSpPr/>
          <p:nvPr/>
        </p:nvSpPr>
        <p:spPr>
          <a:xfrm>
            <a:off x="10465308" y="6291301"/>
            <a:ext cx="803758" cy="331356"/>
          </a:xfrm>
          <a:prstGeom prst="rect">
            <a:avLst/>
          </a:prstGeom>
          <a:solidFill>
            <a:srgbClr val="FFFFFF">
              <a:alpha val="963"/>
            </a:srgbClr>
          </a:solidFill>
          <a:ln/>
        </p:spPr>
      </p:sp>
      <p:sp>
        <p:nvSpPr>
          <p:cNvPr id="146" name="Shape 144"/>
          <p:cNvSpPr/>
          <p:nvPr/>
        </p:nvSpPr>
        <p:spPr>
          <a:xfrm>
            <a:off x="10465308" y="6613512"/>
            <a:ext cx="803758" cy="331356"/>
          </a:xfrm>
          <a:prstGeom prst="rect">
            <a:avLst/>
          </a:prstGeom>
          <a:solidFill>
            <a:srgbClr val="FFFFFF">
              <a:alpha val="1100"/>
            </a:srgbClr>
          </a:solidFill>
          <a:ln/>
        </p:spPr>
      </p:sp>
      <p:sp>
        <p:nvSpPr>
          <p:cNvPr id="147" name="Shape 145"/>
          <p:cNvSpPr/>
          <p:nvPr/>
        </p:nvSpPr>
        <p:spPr>
          <a:xfrm>
            <a:off x="11155680" y="3177540"/>
            <a:ext cx="803758" cy="482117"/>
          </a:xfrm>
          <a:prstGeom prst="rect">
            <a:avLst/>
          </a:prstGeom>
          <a:solidFill>
            <a:srgbClr val="FFFFFF">
              <a:alpha val="344"/>
            </a:srgbClr>
          </a:solidFill>
          <a:ln/>
        </p:spPr>
      </p:sp>
      <p:sp>
        <p:nvSpPr>
          <p:cNvPr id="148" name="Shape 146"/>
          <p:cNvSpPr/>
          <p:nvPr/>
        </p:nvSpPr>
        <p:spPr>
          <a:xfrm>
            <a:off x="11155680" y="3650513"/>
            <a:ext cx="803758" cy="482117"/>
          </a:xfrm>
          <a:prstGeom prst="rect">
            <a:avLst/>
          </a:prstGeom>
          <a:solidFill>
            <a:srgbClr val="FFFFFF">
              <a:alpha val="688"/>
            </a:srgbClr>
          </a:solidFill>
          <a:ln/>
        </p:spPr>
      </p:sp>
      <p:sp>
        <p:nvSpPr>
          <p:cNvPr id="149" name="Shape 147"/>
          <p:cNvSpPr/>
          <p:nvPr/>
        </p:nvSpPr>
        <p:spPr>
          <a:xfrm>
            <a:off x="11155680" y="4123487"/>
            <a:ext cx="803758" cy="482117"/>
          </a:xfrm>
          <a:prstGeom prst="rect">
            <a:avLst/>
          </a:prstGeom>
          <a:solidFill>
            <a:srgbClr val="FFFFFF">
              <a:alpha val="1031"/>
            </a:srgbClr>
          </a:solidFill>
          <a:ln/>
        </p:spPr>
      </p:sp>
      <p:sp>
        <p:nvSpPr>
          <p:cNvPr id="150" name="Shape 148"/>
          <p:cNvSpPr/>
          <p:nvPr/>
        </p:nvSpPr>
        <p:spPr>
          <a:xfrm>
            <a:off x="11155680" y="4596460"/>
            <a:ext cx="803758" cy="482117"/>
          </a:xfrm>
          <a:prstGeom prst="rect">
            <a:avLst/>
          </a:prstGeom>
          <a:solidFill>
            <a:srgbClr val="FFFFFF">
              <a:alpha val="1375"/>
            </a:srgbClr>
          </a:solidFill>
          <a:ln/>
        </p:spPr>
      </p:sp>
      <p:sp>
        <p:nvSpPr>
          <p:cNvPr id="151" name="Shape 149"/>
          <p:cNvSpPr/>
          <p:nvPr/>
        </p:nvSpPr>
        <p:spPr>
          <a:xfrm>
            <a:off x="11155680" y="5069434"/>
            <a:ext cx="803758" cy="482117"/>
          </a:xfrm>
          <a:prstGeom prst="rect">
            <a:avLst/>
          </a:prstGeom>
          <a:solidFill>
            <a:srgbClr val="FFFFFF">
              <a:alpha val="1719"/>
            </a:srgbClr>
          </a:solidFill>
          <a:ln/>
        </p:spPr>
      </p:sp>
      <p:sp>
        <p:nvSpPr>
          <p:cNvPr id="152" name="Shape 150"/>
          <p:cNvSpPr/>
          <p:nvPr/>
        </p:nvSpPr>
        <p:spPr>
          <a:xfrm>
            <a:off x="11155680" y="5542407"/>
            <a:ext cx="803758" cy="482117"/>
          </a:xfrm>
          <a:prstGeom prst="rect">
            <a:avLst/>
          </a:prstGeom>
          <a:solidFill>
            <a:srgbClr val="FFFFFF">
              <a:alpha val="2063"/>
            </a:srgbClr>
          </a:solidFill>
          <a:ln/>
        </p:spPr>
      </p:sp>
      <p:sp>
        <p:nvSpPr>
          <p:cNvPr id="153" name="Shape 151"/>
          <p:cNvSpPr/>
          <p:nvPr/>
        </p:nvSpPr>
        <p:spPr>
          <a:xfrm>
            <a:off x="11155680" y="6015380"/>
            <a:ext cx="803758" cy="482117"/>
          </a:xfrm>
          <a:prstGeom prst="rect">
            <a:avLst/>
          </a:prstGeom>
          <a:solidFill>
            <a:srgbClr val="FFFFFF">
              <a:alpha val="2406"/>
            </a:srgbClr>
          </a:solidFill>
          <a:ln/>
        </p:spPr>
      </p:sp>
      <p:sp>
        <p:nvSpPr>
          <p:cNvPr id="154" name="Shape 152"/>
          <p:cNvSpPr/>
          <p:nvPr/>
        </p:nvSpPr>
        <p:spPr>
          <a:xfrm>
            <a:off x="11155680" y="6488354"/>
            <a:ext cx="803758" cy="482117"/>
          </a:xfrm>
          <a:prstGeom prst="rect">
            <a:avLst/>
          </a:prstGeom>
          <a:solidFill>
            <a:srgbClr val="FFFFFF">
              <a:alpha val="2750"/>
            </a:srgbClr>
          </a:solidFill>
          <a:ln/>
        </p:spPr>
      </p:sp>
      <p:sp>
        <p:nvSpPr>
          <p:cNvPr id="156" name="Flow title"/>
          <p:cNvSpPr/>
          <p:nvPr/>
        </p:nvSpPr>
        <p:spPr>
          <a:xfrm>
            <a:off x="640080" y="1188720"/>
            <a:ext cx="6583680" cy="457200"/>
          </a:xfrm>
          <a:prstGeom prst="rect">
            <a:avLst/>
          </a:prstGeom>
          <a:noFill/>
          <a:ln w="12700">
            <a:noFill/>
          </a:ln>
        </p:spPr>
        <p:txBody>
          <a:bodyPr wrap="square" lIns="0" rIns="0" tIns="0" bIns="0" anchor="ctr" rtlCol="0"/>
          <a:lstStyle/>
          <a:p>
            <a:pPr algn="l"/>
            <a:r>
              <a:rPr lang="en-US" sz="2000" b="1" dirty="0">
                <a:solidFill>
                  <a:srgbClr val="A9C022"/>
                </a:solidFill>
                <a:latin typeface="Manrope"/>
                <a:cs typeface="Manrope"/>
              </a:rPr>
              <a:t>“Chat with your docs”: </a:t>
            </a:r>
            <a:r>
              <a:rPr lang="en-US" sz="2000" b="0" dirty="0">
                <a:solidFill>
                  <a:srgbClr val="FFFFFF"/>
                </a:solidFill>
                <a:latin typeface="Manrope"/>
                <a:cs typeface="Manrope"/>
              </a:rPr>
              <a:t>the main project</a:t>
            </a:r>
            <a:endParaRPr lang="en-US" sz="2000"/>
          </a:p>
        </p:txBody>
      </p:sp>
      <p:sp>
        <p:nvSpPr>
          <p:cNvPr id="157" name="Step 1"/>
          <p:cNvSpPr/>
          <p:nvPr/>
        </p:nvSpPr>
        <p:spPr>
          <a:xfrm>
            <a:off x="640080" y="1874520"/>
            <a:ext cx="1481328" cy="1691640"/>
          </a:xfrm>
          <a:prstGeom prst="roundRect">
            <a:avLst>
              <a:gd name="adj" fmla="val 18000"/>
            </a:avLst>
          </a:prstGeom>
          <a:solidFill>
            <a:srgbClr val="2A3A31"/>
          </a:solidFill>
          <a:ln w="12700">
            <a:solidFill>
              <a:srgbClr val="5C6E5E"/>
            </a:solidFill>
          </a:ln>
        </p:spPr>
        <p:txBody>
          <a:bodyPr wrap="square" lIns="73152" rIns="73152" tIns="0" bIns="0" anchor="ctr" rtlCol="0"/>
          <a:lstStyle/>
          <a:p>
            <a:pPr algn="l"/>
            <a:endParaRPr lang="en-US" sz="1600"/>
          </a:p>
        </p:txBody>
      </p:sp>
      <p:sp>
        <p:nvSpPr>
          <p:cNvPr id="158" name="Step num 1"/>
          <p:cNvSpPr/>
          <p:nvPr/>
        </p:nvSpPr>
        <p:spPr>
          <a:xfrm>
            <a:off x="749808" y="2011680"/>
            <a:ext cx="384048" cy="384048"/>
          </a:xfrm>
          <a:prstGeom prst="ellipse">
            <a:avLst/>
          </a:prstGeom>
          <a:solidFill>
            <a:srgbClr val="A9C022"/>
          </a:solidFill>
          <a:ln w="12700">
            <a:noFill/>
          </a:ln>
        </p:spPr>
        <p:txBody>
          <a:bodyPr wrap="square" lIns="0" rIns="0" tIns="0" bIns="0" anchor="ctr" rtlCol="0"/>
          <a:lstStyle/>
          <a:p>
            <a:pPr algn="ctr"/>
            <a:r>
              <a:rPr lang="en-US" sz="1600" b="1" dirty="0">
                <a:solidFill>
                  <a:srgbClr val="16302A"/>
                </a:solidFill>
                <a:latin typeface="Manrope"/>
                <a:cs typeface="Manrope"/>
              </a:rPr>
              <a:t>1</a:t>
            </a:r>
            <a:endParaRPr lang="en-US" sz="1600"/>
          </a:p>
        </p:txBody>
      </p:sp>
      <p:sp>
        <p:nvSpPr>
          <p:cNvPr id="159" name="Step text 1"/>
          <p:cNvSpPr/>
          <p:nvPr/>
        </p:nvSpPr>
        <p:spPr>
          <a:xfrm>
            <a:off x="749808" y="2468880"/>
            <a:ext cx="1298448" cy="1051560"/>
          </a:xfrm>
          <a:prstGeom prst="rect">
            <a:avLst/>
          </a:prstGeom>
          <a:noFill/>
          <a:ln w="12700">
            <a:noFill/>
          </a:ln>
        </p:spPr>
        <p:txBody>
          <a:bodyPr wrap="square" lIns="0" rIns="0" tIns="0" bIns="0" anchor="t" rtlCol="0"/>
          <a:lstStyle/>
          <a:p>
            <a:pPr algn="l"/>
            <a:r>
              <a:rPr lang="en-US" sz="1600" b="0" dirty="0">
                <a:solidFill>
                  <a:srgbClr val="FFFFFF"/>
                </a:solidFill>
                <a:latin typeface="Manrope"/>
                <a:cs typeface="Manrope"/>
              </a:rPr>
              <a:t>Split your documents into chunks</a:t>
            </a:r>
            <a:endParaRPr lang="en-US" sz="1600"/>
          </a:p>
        </p:txBody>
      </p:sp>
      <p:sp>
        <p:nvSpPr>
          <p:cNvPr id="160" name="Flow arrow"/>
          <p:cNvSpPr/>
          <p:nvPr/>
        </p:nvSpPr>
        <p:spPr>
          <a:xfrm>
            <a:off x="2139696" y="2715768"/>
            <a:ext cx="182880" cy="0"/>
          </a:xfrm>
          <a:prstGeom prst="straightConnector1">
            <a:avLst/>
          </a:prstGeom>
          <a:noFill/>
          <a:ln w="22225">
            <a:solidFill>
              <a:srgbClr val="A9C022"/>
            </a:solidFill>
            <a:tailEnd type="triangle" w="med" len="med"/>
          </a:ln>
        </p:spPr>
        <p:txBody>
          <a:bodyPr wrap="square" lIns="73152" rIns="73152" tIns="0" bIns="0" anchor="ctr" rtlCol="0"/>
          <a:lstStyle/>
          <a:p>
            <a:pPr algn="l"/>
            <a:endParaRPr lang="en-US" sz="1600"/>
          </a:p>
        </p:txBody>
      </p:sp>
      <p:sp>
        <p:nvSpPr>
          <p:cNvPr id="161" name="Step 2"/>
          <p:cNvSpPr/>
          <p:nvPr/>
        </p:nvSpPr>
        <p:spPr>
          <a:xfrm>
            <a:off x="2340864" y="1874520"/>
            <a:ext cx="1481328" cy="1691640"/>
          </a:xfrm>
          <a:prstGeom prst="roundRect">
            <a:avLst>
              <a:gd name="adj" fmla="val 18000"/>
            </a:avLst>
          </a:prstGeom>
          <a:solidFill>
            <a:srgbClr val="2A3A31"/>
          </a:solidFill>
          <a:ln w="12700">
            <a:solidFill>
              <a:srgbClr val="5C6E5E"/>
            </a:solidFill>
          </a:ln>
        </p:spPr>
        <p:txBody>
          <a:bodyPr wrap="square" lIns="73152" rIns="73152" tIns="0" bIns="0" anchor="ctr" rtlCol="0"/>
          <a:lstStyle/>
          <a:p>
            <a:pPr algn="l"/>
            <a:endParaRPr lang="en-US" sz="1600"/>
          </a:p>
        </p:txBody>
      </p:sp>
      <p:sp>
        <p:nvSpPr>
          <p:cNvPr id="162" name="Step num 2"/>
          <p:cNvSpPr/>
          <p:nvPr/>
        </p:nvSpPr>
        <p:spPr>
          <a:xfrm>
            <a:off x="2450592" y="2011680"/>
            <a:ext cx="384048" cy="384048"/>
          </a:xfrm>
          <a:prstGeom prst="ellipse">
            <a:avLst/>
          </a:prstGeom>
          <a:solidFill>
            <a:srgbClr val="A9C022"/>
          </a:solidFill>
          <a:ln w="12700">
            <a:noFill/>
          </a:ln>
        </p:spPr>
        <p:txBody>
          <a:bodyPr wrap="square" lIns="0" rIns="0" tIns="0" bIns="0" anchor="ctr" rtlCol="0"/>
          <a:lstStyle/>
          <a:p>
            <a:pPr algn="ctr"/>
            <a:r>
              <a:rPr lang="en-US" sz="1600" b="1" dirty="0">
                <a:solidFill>
                  <a:srgbClr val="16302A"/>
                </a:solidFill>
                <a:latin typeface="Manrope"/>
                <a:cs typeface="Manrope"/>
              </a:rPr>
              <a:t>2</a:t>
            </a:r>
            <a:endParaRPr lang="en-US" sz="1600"/>
          </a:p>
        </p:txBody>
      </p:sp>
      <p:sp>
        <p:nvSpPr>
          <p:cNvPr id="163" name="Step text 2"/>
          <p:cNvSpPr/>
          <p:nvPr/>
        </p:nvSpPr>
        <p:spPr>
          <a:xfrm>
            <a:off x="2450592" y="2468880"/>
            <a:ext cx="1298448" cy="1051560"/>
          </a:xfrm>
          <a:prstGeom prst="rect">
            <a:avLst/>
          </a:prstGeom>
          <a:noFill/>
          <a:ln w="12700">
            <a:noFill/>
          </a:ln>
        </p:spPr>
        <p:txBody>
          <a:bodyPr wrap="square" lIns="0" rIns="0" tIns="0" bIns="0" anchor="t" rtlCol="0"/>
          <a:lstStyle/>
          <a:p>
            <a:pPr algn="l"/>
            <a:r>
              <a:rPr lang="en-US" sz="1600" b="0" dirty="0">
                <a:solidFill>
                  <a:srgbClr val="FFFFFF"/>
                </a:solidFill>
                <a:latin typeface="Manrope"/>
                <a:cs typeface="Manrope"/>
              </a:rPr>
              <a:t>Store them so they can be searched</a:t>
            </a:r>
            <a:endParaRPr lang="en-US" sz="1600"/>
          </a:p>
        </p:txBody>
      </p:sp>
      <p:sp>
        <p:nvSpPr>
          <p:cNvPr id="164" name="Flow arrow"/>
          <p:cNvSpPr/>
          <p:nvPr/>
        </p:nvSpPr>
        <p:spPr>
          <a:xfrm>
            <a:off x="3840480" y="2715768"/>
            <a:ext cx="182880" cy="0"/>
          </a:xfrm>
          <a:prstGeom prst="straightConnector1">
            <a:avLst/>
          </a:prstGeom>
          <a:noFill/>
          <a:ln w="22225">
            <a:solidFill>
              <a:srgbClr val="A9C022"/>
            </a:solidFill>
            <a:tailEnd type="triangle" w="med" len="med"/>
          </a:ln>
        </p:spPr>
        <p:txBody>
          <a:bodyPr wrap="square" lIns="73152" rIns="73152" tIns="0" bIns="0" anchor="ctr" rtlCol="0"/>
          <a:lstStyle/>
          <a:p>
            <a:pPr algn="l"/>
            <a:endParaRPr lang="en-US" sz="1600"/>
          </a:p>
        </p:txBody>
      </p:sp>
      <p:sp>
        <p:nvSpPr>
          <p:cNvPr id="165" name="Step 3"/>
          <p:cNvSpPr/>
          <p:nvPr/>
        </p:nvSpPr>
        <p:spPr>
          <a:xfrm>
            <a:off x="4041648" y="1874520"/>
            <a:ext cx="1481328" cy="1691640"/>
          </a:xfrm>
          <a:prstGeom prst="roundRect">
            <a:avLst>
              <a:gd name="adj" fmla="val 18000"/>
            </a:avLst>
          </a:prstGeom>
          <a:solidFill>
            <a:srgbClr val="2A3A31"/>
          </a:solidFill>
          <a:ln w="12700">
            <a:solidFill>
              <a:srgbClr val="5C6E5E"/>
            </a:solidFill>
          </a:ln>
        </p:spPr>
        <p:txBody>
          <a:bodyPr wrap="square" lIns="73152" rIns="73152" tIns="0" bIns="0" anchor="ctr" rtlCol="0"/>
          <a:lstStyle/>
          <a:p>
            <a:pPr algn="l"/>
            <a:endParaRPr lang="en-US" sz="1600"/>
          </a:p>
        </p:txBody>
      </p:sp>
      <p:sp>
        <p:nvSpPr>
          <p:cNvPr id="166" name="Step num 3"/>
          <p:cNvSpPr/>
          <p:nvPr/>
        </p:nvSpPr>
        <p:spPr>
          <a:xfrm>
            <a:off x="4151376" y="2011680"/>
            <a:ext cx="384048" cy="384048"/>
          </a:xfrm>
          <a:prstGeom prst="ellipse">
            <a:avLst/>
          </a:prstGeom>
          <a:solidFill>
            <a:srgbClr val="A9C022"/>
          </a:solidFill>
          <a:ln w="12700">
            <a:noFill/>
          </a:ln>
        </p:spPr>
        <p:txBody>
          <a:bodyPr wrap="square" lIns="0" rIns="0" tIns="0" bIns="0" anchor="ctr" rtlCol="0"/>
          <a:lstStyle/>
          <a:p>
            <a:pPr algn="ctr"/>
            <a:r>
              <a:rPr lang="en-US" sz="1600" b="1" dirty="0">
                <a:solidFill>
                  <a:srgbClr val="16302A"/>
                </a:solidFill>
                <a:latin typeface="Manrope"/>
                <a:cs typeface="Manrope"/>
              </a:rPr>
              <a:t>3</a:t>
            </a:r>
            <a:endParaRPr lang="en-US" sz="1600"/>
          </a:p>
        </p:txBody>
      </p:sp>
      <p:sp>
        <p:nvSpPr>
          <p:cNvPr id="167" name="Step text 3"/>
          <p:cNvSpPr/>
          <p:nvPr/>
        </p:nvSpPr>
        <p:spPr>
          <a:xfrm>
            <a:off x="4151376" y="2468880"/>
            <a:ext cx="1298448" cy="1051560"/>
          </a:xfrm>
          <a:prstGeom prst="rect">
            <a:avLst/>
          </a:prstGeom>
          <a:noFill/>
          <a:ln w="12700">
            <a:noFill/>
          </a:ln>
        </p:spPr>
        <p:txBody>
          <a:bodyPr wrap="square" lIns="0" rIns="0" tIns="0" bIns="0" anchor="t" rtlCol="0"/>
          <a:lstStyle/>
          <a:p>
            <a:pPr algn="l"/>
            <a:r>
              <a:rPr lang="en-US" sz="1600" b="0" dirty="0">
                <a:solidFill>
                  <a:srgbClr val="FFFFFF"/>
                </a:solidFill>
                <a:latin typeface="Manrope"/>
                <a:cs typeface="Manrope"/>
              </a:rPr>
              <a:t>Find the chunks that match a question</a:t>
            </a:r>
            <a:endParaRPr lang="en-US" sz="1600"/>
          </a:p>
        </p:txBody>
      </p:sp>
      <p:sp>
        <p:nvSpPr>
          <p:cNvPr id="168" name="Flow arrow"/>
          <p:cNvSpPr/>
          <p:nvPr/>
        </p:nvSpPr>
        <p:spPr>
          <a:xfrm>
            <a:off x="5541264" y="2715768"/>
            <a:ext cx="182880" cy="0"/>
          </a:xfrm>
          <a:prstGeom prst="straightConnector1">
            <a:avLst/>
          </a:prstGeom>
          <a:noFill/>
          <a:ln w="22225">
            <a:solidFill>
              <a:srgbClr val="A9C022"/>
            </a:solidFill>
            <a:tailEnd type="triangle" w="med" len="med"/>
          </a:ln>
        </p:spPr>
        <p:txBody>
          <a:bodyPr wrap="square" lIns="73152" rIns="73152" tIns="0" bIns="0" anchor="ctr" rtlCol="0"/>
          <a:lstStyle/>
          <a:p>
            <a:pPr algn="l"/>
            <a:endParaRPr lang="en-US" sz="1600"/>
          </a:p>
        </p:txBody>
      </p:sp>
      <p:sp>
        <p:nvSpPr>
          <p:cNvPr id="169" name="Step 4"/>
          <p:cNvSpPr/>
          <p:nvPr/>
        </p:nvSpPr>
        <p:spPr>
          <a:xfrm>
            <a:off x="5742432" y="1874520"/>
            <a:ext cx="1481328" cy="1691640"/>
          </a:xfrm>
          <a:prstGeom prst="roundRect">
            <a:avLst>
              <a:gd name="adj" fmla="val 18000"/>
            </a:avLst>
          </a:prstGeom>
          <a:solidFill>
            <a:srgbClr val="34452A"/>
          </a:solidFill>
          <a:ln w="12700">
            <a:solidFill>
              <a:srgbClr val="A9C022"/>
            </a:solidFill>
          </a:ln>
        </p:spPr>
        <p:txBody>
          <a:bodyPr wrap="square" lIns="73152" rIns="73152" tIns="0" bIns="0" anchor="ctr" rtlCol="0"/>
          <a:lstStyle/>
          <a:p>
            <a:pPr algn="l"/>
            <a:endParaRPr lang="en-US" sz="1600"/>
          </a:p>
        </p:txBody>
      </p:sp>
      <p:sp>
        <p:nvSpPr>
          <p:cNvPr id="170" name="Step num 4"/>
          <p:cNvSpPr/>
          <p:nvPr/>
        </p:nvSpPr>
        <p:spPr>
          <a:xfrm>
            <a:off x="5852160" y="2011680"/>
            <a:ext cx="384048" cy="384048"/>
          </a:xfrm>
          <a:prstGeom prst="ellipse">
            <a:avLst/>
          </a:prstGeom>
          <a:solidFill>
            <a:srgbClr val="A9C022"/>
          </a:solidFill>
          <a:ln w="12700">
            <a:noFill/>
          </a:ln>
        </p:spPr>
        <p:txBody>
          <a:bodyPr wrap="square" lIns="0" rIns="0" tIns="0" bIns="0" anchor="ctr" rtlCol="0"/>
          <a:lstStyle/>
          <a:p>
            <a:pPr algn="ctr"/>
            <a:r>
              <a:rPr lang="en-US" sz="1600" b="1" dirty="0">
                <a:solidFill>
                  <a:srgbClr val="16302A"/>
                </a:solidFill>
                <a:latin typeface="Manrope"/>
                <a:cs typeface="Manrope"/>
              </a:rPr>
              <a:t>4</a:t>
            </a:r>
            <a:endParaRPr lang="en-US" sz="1600"/>
          </a:p>
        </p:txBody>
      </p:sp>
      <p:sp>
        <p:nvSpPr>
          <p:cNvPr id="171" name="Step text 4"/>
          <p:cNvSpPr/>
          <p:nvPr/>
        </p:nvSpPr>
        <p:spPr>
          <a:xfrm>
            <a:off x="5852160" y="2468880"/>
            <a:ext cx="1298448" cy="1051560"/>
          </a:xfrm>
          <a:prstGeom prst="rect">
            <a:avLst/>
          </a:prstGeom>
          <a:noFill/>
          <a:ln w="12700">
            <a:noFill/>
          </a:ln>
        </p:spPr>
        <p:txBody>
          <a:bodyPr wrap="square" lIns="0" rIns="0" tIns="0" bIns="0" anchor="t" rtlCol="0"/>
          <a:lstStyle/>
          <a:p>
            <a:pPr algn="l"/>
            <a:r>
              <a:rPr lang="en-US" sz="1600" b="0" dirty="0">
                <a:solidFill>
                  <a:srgbClr val="FFFFFF"/>
                </a:solidFill>
                <a:latin typeface="Manrope"/>
                <a:cs typeface="Manrope"/>
              </a:rPr>
              <a:t>The model answers, citing those chunks</a:t>
            </a:r>
            <a:endParaRPr lang="en-US" sz="1600"/>
          </a:p>
        </p:txBody>
      </p:sp>
      <p:sp>
        <p:nvSpPr>
          <p:cNvPr id="172" name="Exam title"/>
          <p:cNvSpPr/>
          <p:nvPr/>
        </p:nvSpPr>
        <p:spPr>
          <a:xfrm>
            <a:off x="640080" y="3931920"/>
            <a:ext cx="6583680" cy="457200"/>
          </a:xfrm>
          <a:prstGeom prst="rect">
            <a:avLst/>
          </a:prstGeom>
          <a:noFill/>
          <a:ln w="12700">
            <a:noFill/>
          </a:ln>
        </p:spPr>
        <p:txBody>
          <a:bodyPr wrap="square" lIns="0" rIns="0" tIns="0" bIns="0" anchor="ctr" rtlCol="0"/>
          <a:lstStyle/>
          <a:p>
            <a:pPr algn="l"/>
            <a:r>
              <a:rPr lang="en-US" sz="2000" b="1" dirty="0">
                <a:solidFill>
                  <a:srgbClr val="A9C022"/>
                </a:solidFill>
                <a:latin typeface="Manrope"/>
                <a:cs typeface="Manrope"/>
              </a:rPr>
              <a:t>Analogy: </a:t>
            </a:r>
            <a:r>
              <a:rPr lang="en-US" sz="2000" b="0" dirty="0">
                <a:solidFill>
                  <a:srgbClr val="FFFFFF"/>
                </a:solidFill>
                <a:latin typeface="Manrope"/>
                <a:cs typeface="Manrope"/>
              </a:rPr>
              <a:t>an open-book exam</a:t>
            </a:r>
            <a:endParaRPr lang="en-US" sz="2000"/>
          </a:p>
        </p:txBody>
      </p:sp>
      <p:sp>
        <p:nvSpPr>
          <p:cNvPr id="173" name="Exam card 0"/>
          <p:cNvSpPr/>
          <p:nvPr/>
        </p:nvSpPr>
        <p:spPr>
          <a:xfrm>
            <a:off x="640080" y="4480560"/>
            <a:ext cx="3200400" cy="1828800"/>
          </a:xfrm>
          <a:prstGeom prst="roundRect">
            <a:avLst>
              <a:gd name="adj" fmla="val 18000"/>
            </a:avLst>
          </a:prstGeom>
          <a:solidFill>
            <a:srgbClr val="2A3A31"/>
          </a:solidFill>
          <a:ln w="9525">
            <a:solidFill>
              <a:srgbClr val="5C6E5E"/>
            </a:solidFill>
          </a:ln>
        </p:spPr>
        <p:txBody>
          <a:bodyPr wrap="square" lIns="73152" rIns="73152" tIns="0" bIns="0" anchor="ctr" rtlCol="0"/>
          <a:lstStyle/>
          <a:p>
            <a:pPr algn="l"/>
            <a:endParaRPr lang="en-US" sz="1600"/>
          </a:p>
        </p:txBody>
      </p:sp>
      <p:sp>
        <p:nvSpPr>
          <p:cNvPr id="174" name="Exam head 0"/>
          <p:cNvSpPr/>
          <p:nvPr/>
        </p:nvSpPr>
        <p:spPr>
          <a:xfrm>
            <a:off x="822960" y="4572000"/>
            <a:ext cx="2834640" cy="457200"/>
          </a:xfrm>
          <a:prstGeom prst="rect">
            <a:avLst/>
          </a:prstGeom>
          <a:noFill/>
          <a:ln w="12700">
            <a:noFill/>
          </a:ln>
        </p:spPr>
        <p:txBody>
          <a:bodyPr wrap="square" lIns="0" rIns="0" tIns="0" bIns="0" anchor="ctr" rtlCol="0"/>
          <a:lstStyle/>
          <a:p>
            <a:pPr algn="l"/>
            <a:r>
              <a:rPr lang="en-US" sz="1800" b="1" dirty="0">
                <a:solidFill>
                  <a:srgbClr val="A9C022"/>
                </a:solidFill>
                <a:latin typeface="Manrope"/>
                <a:cs typeface="Manrope"/>
              </a:rPr>
              <a:t>What you memorized</a:t>
            </a:r>
          </a:p>
        </p:txBody>
      </p:sp>
      <p:sp>
        <p:nvSpPr>
          <p:cNvPr id="175" name="Exam body 0"/>
          <p:cNvSpPr/>
          <p:nvPr/>
        </p:nvSpPr>
        <p:spPr>
          <a:xfrm>
            <a:off x="822960" y="5120640"/>
            <a:ext cx="2834640" cy="1188720"/>
          </a:xfrm>
          <a:prstGeom prst="rect">
            <a:avLst/>
          </a:prstGeom>
          <a:noFill/>
          <a:ln w="12700">
            <a:noFill/>
          </a:ln>
        </p:spPr>
        <p:txBody>
          <a:bodyPr wrap="square" lIns="0" rIns="0" tIns="0" bIns="0" anchor="t" rtlCol="0"/>
          <a:lstStyle/>
          <a:p>
            <a:pPr algn="l"/>
            <a:r>
              <a:rPr lang="en-US" sz="1600" b="0" dirty="0">
                <a:solidFill>
                  <a:srgbClr val="FFFFFF"/>
                </a:solidFill>
                <a:latin typeface="Manrope"/>
                <a:cs typeface="Manrope"/>
              </a:rPr>
              <a:t>Parametric memory: knowledge inside the trained model</a:t>
            </a:r>
            <a:endParaRPr lang="en-US" sz="1600"/>
          </a:p>
        </p:txBody>
      </p:sp>
      <p:sp>
        <p:nvSpPr>
          <p:cNvPr id="176" name="Exam card 1"/>
          <p:cNvSpPr/>
          <p:nvPr/>
        </p:nvSpPr>
        <p:spPr>
          <a:xfrm>
            <a:off x="4041648" y="4480560"/>
            <a:ext cx="3200400" cy="1828800"/>
          </a:xfrm>
          <a:prstGeom prst="roundRect">
            <a:avLst>
              <a:gd name="adj" fmla="val 18000"/>
            </a:avLst>
          </a:prstGeom>
          <a:solidFill>
            <a:srgbClr val="2A3A31"/>
          </a:solidFill>
          <a:ln w="9525">
            <a:solidFill>
              <a:srgbClr val="5C6E5E"/>
            </a:solidFill>
          </a:ln>
        </p:spPr>
        <p:txBody>
          <a:bodyPr wrap="square" lIns="73152" rIns="73152" tIns="0" bIns="0" anchor="ctr" rtlCol="0"/>
          <a:lstStyle/>
          <a:p>
            <a:pPr algn="l"/>
            <a:endParaRPr lang="en-US" sz="1600"/>
          </a:p>
        </p:txBody>
      </p:sp>
      <p:sp>
        <p:nvSpPr>
          <p:cNvPr id="177" name="Exam head 1"/>
          <p:cNvSpPr/>
          <p:nvPr/>
        </p:nvSpPr>
        <p:spPr>
          <a:xfrm>
            <a:off x="4224528" y="4572000"/>
            <a:ext cx="2834640" cy="457200"/>
          </a:xfrm>
          <a:prstGeom prst="rect">
            <a:avLst/>
          </a:prstGeom>
          <a:noFill/>
          <a:ln w="12700">
            <a:noFill/>
          </a:ln>
        </p:spPr>
        <p:txBody>
          <a:bodyPr wrap="square" lIns="0" rIns="0" tIns="0" bIns="0" anchor="ctr" rtlCol="0"/>
          <a:lstStyle/>
          <a:p>
            <a:pPr algn="l"/>
            <a:r>
              <a:rPr lang="en-US" sz="1800" b="1" dirty="0">
                <a:solidFill>
                  <a:srgbClr val="A9C022"/>
                </a:solidFill>
                <a:latin typeface="Manrope"/>
                <a:cs typeface="Manrope"/>
              </a:rPr>
              <a:t>The book on the desk</a:t>
            </a:r>
            <a:endParaRPr lang="en-US" sz="1800"/>
          </a:p>
        </p:txBody>
      </p:sp>
      <p:sp>
        <p:nvSpPr>
          <p:cNvPr id="178" name="Exam body 1"/>
          <p:cNvSpPr/>
          <p:nvPr/>
        </p:nvSpPr>
        <p:spPr>
          <a:xfrm>
            <a:off x="4224528" y="5120640"/>
            <a:ext cx="2834640" cy="1188720"/>
          </a:xfrm>
          <a:prstGeom prst="rect">
            <a:avLst/>
          </a:prstGeom>
          <a:noFill/>
          <a:ln w="12700">
            <a:noFill/>
          </a:ln>
        </p:spPr>
        <p:txBody>
          <a:bodyPr wrap="square" lIns="0" rIns="0" tIns="0" bIns="0" anchor="t" rtlCol="0"/>
          <a:lstStyle/>
          <a:p>
            <a:pPr algn="l"/>
            <a:r>
              <a:rPr lang="en-US" sz="1600" b="0" dirty="0">
                <a:solidFill>
                  <a:srgbClr val="FFFFFF"/>
                </a:solidFill>
                <a:latin typeface="Manrope"/>
                <a:cs typeface="Manrope"/>
              </a:rPr>
              <a:t>Non-parametric memory: a searchable index. Swap the book, get different answers</a:t>
            </a:r>
            <a:endParaRPr lang="en-US"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1D1D1D"/>
        </a:solidFill>
      </p:bgPr>
    </p:bg>
    <p:spTree>
      <p:nvGrpSpPr>
        <p:cNvPr id="1" name=""/>
        <p:cNvGrpSpPr/>
        <p:nvPr/>
      </p:nvGrpSpPr>
      <p:grpSpPr>
        <a:xfrm>
          <a:off x="0" y="0"/>
          <a:ext cx="0" cy="0"/>
          <a:chOff x="0" y="0"/>
          <a:chExt cx="0" cy="0"/>
        </a:xfrm>
      </p:grpSpPr>
      <p:sp>
        <p:nvSpPr>
          <p:cNvPr id="7" name="Shape 5"/>
          <p:cNvSpPr/>
          <p:nvPr/>
        </p:nvSpPr>
        <p:spPr>
          <a:xfrm>
            <a:off x="874166" y="2732227"/>
            <a:ext cx="6165799" cy="1878178"/>
          </a:xfrm>
          <a:prstGeom prst="roundRect">
            <a:avLst>
              <a:gd name="adj" fmla="val 4484"/>
            </a:avLst>
          </a:prstGeom>
          <a:solidFill>
            <a:srgbClr val="FFFFFF">
              <a:alpha val="10000"/>
            </a:srgbClr>
          </a:solidFill>
          <a:ln w="2540">
            <a:solidFill>
              <a:srgbClr val="FFFFFF">
                <a:alpha val="40000"/>
              </a:srgbClr>
            </a:solidFill>
            <a:prstDash val="solid"/>
          </a:ln>
        </p:spPr>
      </p:sp>
      <p:sp>
        <p:nvSpPr>
          <p:cNvPr id="8" name="Shape 6"/>
          <p:cNvSpPr/>
          <p:nvPr/>
        </p:nvSpPr>
        <p:spPr>
          <a:xfrm>
            <a:off x="-581558" y="1528877"/>
            <a:ext cx="803758" cy="753809"/>
          </a:xfrm>
          <a:prstGeom prst="rect">
            <a:avLst/>
          </a:prstGeom>
          <a:solidFill>
            <a:srgbClr val="96C182">
              <a:alpha val="1031"/>
            </a:srgbClr>
          </a:solidFill>
          <a:ln/>
        </p:spPr>
      </p:sp>
      <p:sp>
        <p:nvSpPr>
          <p:cNvPr id="9" name="Shape 7"/>
          <p:cNvSpPr/>
          <p:nvPr/>
        </p:nvSpPr>
        <p:spPr>
          <a:xfrm>
            <a:off x="-581558" y="2273541"/>
            <a:ext cx="803758" cy="753809"/>
          </a:xfrm>
          <a:prstGeom prst="rect">
            <a:avLst/>
          </a:prstGeom>
          <a:solidFill>
            <a:srgbClr val="96C182">
              <a:alpha val="2063"/>
            </a:srgbClr>
          </a:solidFill>
          <a:ln/>
        </p:spPr>
      </p:sp>
      <p:sp>
        <p:nvSpPr>
          <p:cNvPr id="10" name="Shape 8"/>
          <p:cNvSpPr/>
          <p:nvPr/>
        </p:nvSpPr>
        <p:spPr>
          <a:xfrm>
            <a:off x="-581558" y="3018206"/>
            <a:ext cx="803758" cy="753809"/>
          </a:xfrm>
          <a:prstGeom prst="rect">
            <a:avLst/>
          </a:prstGeom>
          <a:solidFill>
            <a:srgbClr val="96C182">
              <a:alpha val="3094"/>
            </a:srgbClr>
          </a:solidFill>
          <a:ln/>
        </p:spPr>
      </p:sp>
      <p:sp>
        <p:nvSpPr>
          <p:cNvPr id="11" name="Shape 9"/>
          <p:cNvSpPr/>
          <p:nvPr/>
        </p:nvSpPr>
        <p:spPr>
          <a:xfrm>
            <a:off x="-581558" y="3762870"/>
            <a:ext cx="803758" cy="753809"/>
          </a:xfrm>
          <a:prstGeom prst="rect">
            <a:avLst/>
          </a:prstGeom>
          <a:solidFill>
            <a:srgbClr val="96C182">
              <a:alpha val="4125"/>
            </a:srgbClr>
          </a:solidFill>
          <a:ln/>
        </p:spPr>
      </p:sp>
      <p:sp>
        <p:nvSpPr>
          <p:cNvPr id="12" name="Shape 10"/>
          <p:cNvSpPr/>
          <p:nvPr/>
        </p:nvSpPr>
        <p:spPr>
          <a:xfrm>
            <a:off x="-581558" y="4507535"/>
            <a:ext cx="803758" cy="753809"/>
          </a:xfrm>
          <a:prstGeom prst="rect">
            <a:avLst/>
          </a:prstGeom>
          <a:solidFill>
            <a:srgbClr val="96C182">
              <a:alpha val="5156"/>
            </a:srgbClr>
          </a:solidFill>
          <a:ln/>
        </p:spPr>
      </p:sp>
      <p:sp>
        <p:nvSpPr>
          <p:cNvPr id="13" name="Shape 11"/>
          <p:cNvSpPr/>
          <p:nvPr/>
        </p:nvSpPr>
        <p:spPr>
          <a:xfrm>
            <a:off x="-581558" y="5252199"/>
            <a:ext cx="803758" cy="753809"/>
          </a:xfrm>
          <a:prstGeom prst="rect">
            <a:avLst/>
          </a:prstGeom>
          <a:solidFill>
            <a:srgbClr val="96C182">
              <a:alpha val="6188"/>
            </a:srgbClr>
          </a:solidFill>
          <a:ln/>
        </p:spPr>
      </p:sp>
      <p:sp>
        <p:nvSpPr>
          <p:cNvPr id="14" name="Shape 12"/>
          <p:cNvSpPr/>
          <p:nvPr/>
        </p:nvSpPr>
        <p:spPr>
          <a:xfrm>
            <a:off x="-581558" y="5996864"/>
            <a:ext cx="803758" cy="753809"/>
          </a:xfrm>
          <a:prstGeom prst="rect">
            <a:avLst/>
          </a:prstGeom>
          <a:solidFill>
            <a:srgbClr val="96C182">
              <a:alpha val="7219"/>
            </a:srgbClr>
          </a:solidFill>
          <a:ln/>
        </p:spPr>
      </p:sp>
      <p:sp>
        <p:nvSpPr>
          <p:cNvPr id="15" name="Shape 13"/>
          <p:cNvSpPr/>
          <p:nvPr/>
        </p:nvSpPr>
        <p:spPr>
          <a:xfrm>
            <a:off x="-581558" y="6741528"/>
            <a:ext cx="803758" cy="753809"/>
          </a:xfrm>
          <a:prstGeom prst="rect">
            <a:avLst/>
          </a:prstGeom>
          <a:solidFill>
            <a:srgbClr val="96C182">
              <a:alpha val="8250"/>
            </a:srgbClr>
          </a:solidFill>
          <a:ln/>
        </p:spPr>
      </p:sp>
      <p:sp>
        <p:nvSpPr>
          <p:cNvPr id="16" name="Shape 14"/>
          <p:cNvSpPr/>
          <p:nvPr/>
        </p:nvSpPr>
        <p:spPr>
          <a:xfrm>
            <a:off x="789127" y="4136746"/>
            <a:ext cx="803758" cy="427825"/>
          </a:xfrm>
          <a:prstGeom prst="rect">
            <a:avLst/>
          </a:prstGeom>
          <a:solidFill>
            <a:srgbClr val="96C182">
              <a:alpha val="344"/>
            </a:srgbClr>
          </a:solidFill>
          <a:ln/>
        </p:spPr>
      </p:sp>
      <p:sp>
        <p:nvSpPr>
          <p:cNvPr id="17" name="Shape 15"/>
          <p:cNvSpPr/>
          <p:nvPr/>
        </p:nvSpPr>
        <p:spPr>
          <a:xfrm>
            <a:off x="789127" y="4555427"/>
            <a:ext cx="803758" cy="427825"/>
          </a:xfrm>
          <a:prstGeom prst="rect">
            <a:avLst/>
          </a:prstGeom>
          <a:solidFill>
            <a:srgbClr val="96C182">
              <a:alpha val="688"/>
            </a:srgbClr>
          </a:solidFill>
          <a:ln/>
        </p:spPr>
      </p:sp>
      <p:sp>
        <p:nvSpPr>
          <p:cNvPr id="18" name="Shape 16"/>
          <p:cNvSpPr/>
          <p:nvPr/>
        </p:nvSpPr>
        <p:spPr>
          <a:xfrm>
            <a:off x="789127" y="4974107"/>
            <a:ext cx="803758" cy="427825"/>
          </a:xfrm>
          <a:prstGeom prst="rect">
            <a:avLst/>
          </a:prstGeom>
          <a:solidFill>
            <a:srgbClr val="96C182">
              <a:alpha val="1031"/>
            </a:srgbClr>
          </a:solidFill>
          <a:ln/>
        </p:spPr>
      </p:sp>
      <p:sp>
        <p:nvSpPr>
          <p:cNvPr id="19" name="Shape 17"/>
          <p:cNvSpPr/>
          <p:nvPr/>
        </p:nvSpPr>
        <p:spPr>
          <a:xfrm>
            <a:off x="789127" y="5392788"/>
            <a:ext cx="803758" cy="427825"/>
          </a:xfrm>
          <a:prstGeom prst="rect">
            <a:avLst/>
          </a:prstGeom>
          <a:solidFill>
            <a:srgbClr val="96C182">
              <a:alpha val="1375"/>
            </a:srgbClr>
          </a:solidFill>
          <a:ln/>
        </p:spPr>
      </p:sp>
      <p:sp>
        <p:nvSpPr>
          <p:cNvPr id="20" name="Shape 18"/>
          <p:cNvSpPr/>
          <p:nvPr/>
        </p:nvSpPr>
        <p:spPr>
          <a:xfrm>
            <a:off x="789127" y="5811469"/>
            <a:ext cx="803758" cy="427825"/>
          </a:xfrm>
          <a:prstGeom prst="rect">
            <a:avLst/>
          </a:prstGeom>
          <a:solidFill>
            <a:srgbClr val="96C182">
              <a:alpha val="1719"/>
            </a:srgbClr>
          </a:solidFill>
          <a:ln/>
        </p:spPr>
      </p:sp>
      <p:sp>
        <p:nvSpPr>
          <p:cNvPr id="21" name="Shape 19"/>
          <p:cNvSpPr/>
          <p:nvPr/>
        </p:nvSpPr>
        <p:spPr>
          <a:xfrm>
            <a:off x="789127" y="6230150"/>
            <a:ext cx="803758" cy="427825"/>
          </a:xfrm>
          <a:prstGeom prst="rect">
            <a:avLst/>
          </a:prstGeom>
          <a:solidFill>
            <a:srgbClr val="96C182">
              <a:alpha val="2063"/>
            </a:srgbClr>
          </a:solidFill>
          <a:ln/>
        </p:spPr>
      </p:sp>
      <p:sp>
        <p:nvSpPr>
          <p:cNvPr id="22" name="Shape 20"/>
          <p:cNvSpPr/>
          <p:nvPr/>
        </p:nvSpPr>
        <p:spPr>
          <a:xfrm>
            <a:off x="789127" y="6648831"/>
            <a:ext cx="803758" cy="427825"/>
          </a:xfrm>
          <a:prstGeom prst="rect">
            <a:avLst/>
          </a:prstGeom>
          <a:solidFill>
            <a:srgbClr val="96C182">
              <a:alpha val="2406"/>
            </a:srgbClr>
          </a:solidFill>
          <a:ln/>
        </p:spPr>
      </p:sp>
      <p:sp>
        <p:nvSpPr>
          <p:cNvPr id="23" name="Shape 21"/>
          <p:cNvSpPr/>
          <p:nvPr/>
        </p:nvSpPr>
        <p:spPr>
          <a:xfrm>
            <a:off x="789127" y="7067512"/>
            <a:ext cx="803758" cy="427825"/>
          </a:xfrm>
          <a:prstGeom prst="rect">
            <a:avLst/>
          </a:prstGeom>
          <a:solidFill>
            <a:srgbClr val="96C182">
              <a:alpha val="2750"/>
            </a:srgbClr>
          </a:solidFill>
          <a:ln/>
        </p:spPr>
      </p:sp>
      <p:sp>
        <p:nvSpPr>
          <p:cNvPr id="24" name="Shape 22"/>
          <p:cNvSpPr/>
          <p:nvPr/>
        </p:nvSpPr>
        <p:spPr>
          <a:xfrm>
            <a:off x="98755" y="2956255"/>
            <a:ext cx="803758" cy="572300"/>
          </a:xfrm>
          <a:prstGeom prst="rect">
            <a:avLst/>
          </a:prstGeom>
          <a:solidFill>
            <a:srgbClr val="96C182">
              <a:alpha val="688"/>
            </a:srgbClr>
          </a:solidFill>
          <a:ln/>
        </p:spPr>
      </p:sp>
      <p:sp>
        <p:nvSpPr>
          <p:cNvPr id="25" name="Shape 23"/>
          <p:cNvSpPr/>
          <p:nvPr/>
        </p:nvSpPr>
        <p:spPr>
          <a:xfrm>
            <a:off x="98755" y="3519411"/>
            <a:ext cx="803758" cy="572300"/>
          </a:xfrm>
          <a:prstGeom prst="rect">
            <a:avLst/>
          </a:prstGeom>
          <a:solidFill>
            <a:srgbClr val="96C182">
              <a:alpha val="1375"/>
            </a:srgbClr>
          </a:solidFill>
          <a:ln/>
        </p:spPr>
      </p:sp>
      <p:sp>
        <p:nvSpPr>
          <p:cNvPr id="26" name="Shape 24"/>
          <p:cNvSpPr/>
          <p:nvPr/>
        </p:nvSpPr>
        <p:spPr>
          <a:xfrm>
            <a:off x="98755" y="4082567"/>
            <a:ext cx="803758" cy="572300"/>
          </a:xfrm>
          <a:prstGeom prst="rect">
            <a:avLst/>
          </a:prstGeom>
          <a:solidFill>
            <a:srgbClr val="96C182">
              <a:alpha val="2063"/>
            </a:srgbClr>
          </a:solidFill>
          <a:ln/>
        </p:spPr>
      </p:sp>
      <p:sp>
        <p:nvSpPr>
          <p:cNvPr id="27" name="Shape 25"/>
          <p:cNvSpPr/>
          <p:nvPr/>
        </p:nvSpPr>
        <p:spPr>
          <a:xfrm>
            <a:off x="98755" y="4645724"/>
            <a:ext cx="803758" cy="572300"/>
          </a:xfrm>
          <a:prstGeom prst="rect">
            <a:avLst/>
          </a:prstGeom>
          <a:solidFill>
            <a:srgbClr val="96C182">
              <a:alpha val="2750"/>
            </a:srgbClr>
          </a:solidFill>
          <a:ln/>
        </p:spPr>
      </p:sp>
      <p:sp>
        <p:nvSpPr>
          <p:cNvPr id="28" name="Shape 26"/>
          <p:cNvSpPr/>
          <p:nvPr/>
        </p:nvSpPr>
        <p:spPr>
          <a:xfrm>
            <a:off x="98755" y="5208880"/>
            <a:ext cx="803758" cy="572300"/>
          </a:xfrm>
          <a:prstGeom prst="rect">
            <a:avLst/>
          </a:prstGeom>
          <a:solidFill>
            <a:srgbClr val="96C182">
              <a:alpha val="3438"/>
            </a:srgbClr>
          </a:solidFill>
          <a:ln/>
        </p:spPr>
      </p:sp>
      <p:sp>
        <p:nvSpPr>
          <p:cNvPr id="29" name="Shape 27"/>
          <p:cNvSpPr/>
          <p:nvPr/>
        </p:nvSpPr>
        <p:spPr>
          <a:xfrm>
            <a:off x="98755" y="5772036"/>
            <a:ext cx="803758" cy="572300"/>
          </a:xfrm>
          <a:prstGeom prst="rect">
            <a:avLst/>
          </a:prstGeom>
          <a:solidFill>
            <a:srgbClr val="96C182">
              <a:alpha val="4125"/>
            </a:srgbClr>
          </a:solidFill>
          <a:ln/>
        </p:spPr>
      </p:sp>
      <p:sp>
        <p:nvSpPr>
          <p:cNvPr id="30" name="Shape 28"/>
          <p:cNvSpPr/>
          <p:nvPr/>
        </p:nvSpPr>
        <p:spPr>
          <a:xfrm>
            <a:off x="98755" y="6335192"/>
            <a:ext cx="803758" cy="572300"/>
          </a:xfrm>
          <a:prstGeom prst="rect">
            <a:avLst/>
          </a:prstGeom>
          <a:solidFill>
            <a:srgbClr val="96C182">
              <a:alpha val="4813"/>
            </a:srgbClr>
          </a:solidFill>
          <a:ln/>
        </p:spPr>
      </p:sp>
      <p:sp>
        <p:nvSpPr>
          <p:cNvPr id="31" name="Shape 29"/>
          <p:cNvSpPr/>
          <p:nvPr/>
        </p:nvSpPr>
        <p:spPr>
          <a:xfrm>
            <a:off x="98755" y="6898348"/>
            <a:ext cx="803758" cy="572300"/>
          </a:xfrm>
          <a:prstGeom prst="rect">
            <a:avLst/>
          </a:prstGeom>
          <a:solidFill>
            <a:srgbClr val="96C182">
              <a:alpha val="5500"/>
            </a:srgbClr>
          </a:solidFill>
          <a:ln/>
        </p:spPr>
      </p:sp>
      <p:sp>
        <p:nvSpPr>
          <p:cNvPr id="32" name="Shape 30"/>
          <p:cNvSpPr/>
          <p:nvPr/>
        </p:nvSpPr>
        <p:spPr>
          <a:xfrm>
            <a:off x="11835994" y="1750162"/>
            <a:ext cx="803758" cy="657454"/>
          </a:xfrm>
          <a:prstGeom prst="rect">
            <a:avLst/>
          </a:prstGeom>
          <a:solidFill>
            <a:srgbClr val="FFFFFF">
              <a:alpha val="688"/>
            </a:srgbClr>
          </a:solidFill>
          <a:ln/>
        </p:spPr>
      </p:sp>
      <p:sp>
        <p:nvSpPr>
          <p:cNvPr id="33" name="Shape 31"/>
          <p:cNvSpPr/>
          <p:nvPr/>
        </p:nvSpPr>
        <p:spPr>
          <a:xfrm>
            <a:off x="11835994" y="2398471"/>
            <a:ext cx="803758" cy="657454"/>
          </a:xfrm>
          <a:prstGeom prst="rect">
            <a:avLst/>
          </a:prstGeom>
          <a:solidFill>
            <a:srgbClr val="FFFFFF">
              <a:alpha val="1375"/>
            </a:srgbClr>
          </a:solidFill>
          <a:ln/>
        </p:spPr>
      </p:sp>
      <p:sp>
        <p:nvSpPr>
          <p:cNvPr id="34" name="Shape 32"/>
          <p:cNvSpPr/>
          <p:nvPr/>
        </p:nvSpPr>
        <p:spPr>
          <a:xfrm>
            <a:off x="11835994" y="3046781"/>
            <a:ext cx="803758" cy="657454"/>
          </a:xfrm>
          <a:prstGeom prst="rect">
            <a:avLst/>
          </a:prstGeom>
          <a:solidFill>
            <a:srgbClr val="FFFFFF">
              <a:alpha val="2063"/>
            </a:srgbClr>
          </a:solidFill>
          <a:ln/>
        </p:spPr>
      </p:sp>
      <p:sp>
        <p:nvSpPr>
          <p:cNvPr id="35" name="Shape 33"/>
          <p:cNvSpPr/>
          <p:nvPr/>
        </p:nvSpPr>
        <p:spPr>
          <a:xfrm>
            <a:off x="11835994" y="3695090"/>
            <a:ext cx="803758" cy="657454"/>
          </a:xfrm>
          <a:prstGeom prst="rect">
            <a:avLst/>
          </a:prstGeom>
          <a:solidFill>
            <a:srgbClr val="FFFFFF">
              <a:alpha val="2750"/>
            </a:srgbClr>
          </a:solidFill>
          <a:ln/>
        </p:spPr>
      </p:sp>
      <p:sp>
        <p:nvSpPr>
          <p:cNvPr id="36" name="Shape 34"/>
          <p:cNvSpPr/>
          <p:nvPr/>
        </p:nvSpPr>
        <p:spPr>
          <a:xfrm>
            <a:off x="11835994" y="4343400"/>
            <a:ext cx="803758" cy="657454"/>
          </a:xfrm>
          <a:prstGeom prst="rect">
            <a:avLst/>
          </a:prstGeom>
          <a:solidFill>
            <a:srgbClr val="FFFFFF">
              <a:alpha val="3438"/>
            </a:srgbClr>
          </a:solidFill>
          <a:ln/>
        </p:spPr>
      </p:sp>
      <p:sp>
        <p:nvSpPr>
          <p:cNvPr id="37" name="Shape 35"/>
          <p:cNvSpPr/>
          <p:nvPr/>
        </p:nvSpPr>
        <p:spPr>
          <a:xfrm>
            <a:off x="11835994" y="4991710"/>
            <a:ext cx="803758" cy="657454"/>
          </a:xfrm>
          <a:prstGeom prst="rect">
            <a:avLst/>
          </a:prstGeom>
          <a:solidFill>
            <a:srgbClr val="FFFFFF">
              <a:alpha val="4125"/>
            </a:srgbClr>
          </a:solidFill>
          <a:ln/>
        </p:spPr>
      </p:sp>
      <p:sp>
        <p:nvSpPr>
          <p:cNvPr id="38" name="Shape 36"/>
          <p:cNvSpPr/>
          <p:nvPr/>
        </p:nvSpPr>
        <p:spPr>
          <a:xfrm>
            <a:off x="11835994" y="5640019"/>
            <a:ext cx="803758" cy="657454"/>
          </a:xfrm>
          <a:prstGeom prst="rect">
            <a:avLst/>
          </a:prstGeom>
          <a:solidFill>
            <a:srgbClr val="FFFFFF">
              <a:alpha val="4813"/>
            </a:srgbClr>
          </a:solidFill>
          <a:ln/>
        </p:spPr>
      </p:sp>
      <p:sp>
        <p:nvSpPr>
          <p:cNvPr id="39" name="Shape 37"/>
          <p:cNvSpPr/>
          <p:nvPr/>
        </p:nvSpPr>
        <p:spPr>
          <a:xfrm>
            <a:off x="11835994" y="6288329"/>
            <a:ext cx="803758" cy="657454"/>
          </a:xfrm>
          <a:prstGeom prst="rect">
            <a:avLst/>
          </a:prstGeom>
          <a:solidFill>
            <a:srgbClr val="FFFFFF">
              <a:alpha val="5500"/>
            </a:srgbClr>
          </a:solidFill>
          <a:ln/>
        </p:spPr>
      </p:sp>
      <p:sp>
        <p:nvSpPr>
          <p:cNvPr id="40" name="Shape 38"/>
          <p:cNvSpPr/>
          <p:nvPr/>
        </p:nvSpPr>
        <p:spPr>
          <a:xfrm>
            <a:off x="10465308" y="4358030"/>
            <a:ext cx="803758" cy="331356"/>
          </a:xfrm>
          <a:prstGeom prst="rect">
            <a:avLst/>
          </a:prstGeom>
          <a:solidFill>
            <a:srgbClr val="FFFFFF">
              <a:alpha val="138"/>
            </a:srgbClr>
          </a:solidFill>
          <a:ln/>
        </p:spPr>
      </p:sp>
      <p:sp>
        <p:nvSpPr>
          <p:cNvPr id="41" name="Shape 39"/>
          <p:cNvSpPr/>
          <p:nvPr/>
        </p:nvSpPr>
        <p:spPr>
          <a:xfrm>
            <a:off x="10465308" y="4680242"/>
            <a:ext cx="803758" cy="331356"/>
          </a:xfrm>
          <a:prstGeom prst="rect">
            <a:avLst/>
          </a:prstGeom>
          <a:solidFill>
            <a:srgbClr val="FFFFFF">
              <a:alpha val="275"/>
            </a:srgbClr>
          </a:solidFill>
          <a:ln/>
        </p:spPr>
      </p:sp>
      <p:sp>
        <p:nvSpPr>
          <p:cNvPr id="42" name="Shape 40"/>
          <p:cNvSpPr/>
          <p:nvPr/>
        </p:nvSpPr>
        <p:spPr>
          <a:xfrm>
            <a:off x="10465308" y="5002454"/>
            <a:ext cx="803758" cy="331356"/>
          </a:xfrm>
          <a:prstGeom prst="rect">
            <a:avLst/>
          </a:prstGeom>
          <a:solidFill>
            <a:srgbClr val="FFFFFF">
              <a:alpha val="412"/>
            </a:srgbClr>
          </a:solidFill>
          <a:ln/>
        </p:spPr>
      </p:sp>
      <p:sp>
        <p:nvSpPr>
          <p:cNvPr id="43" name="Shape 41"/>
          <p:cNvSpPr/>
          <p:nvPr/>
        </p:nvSpPr>
        <p:spPr>
          <a:xfrm>
            <a:off x="10465308" y="5324666"/>
            <a:ext cx="803758" cy="331356"/>
          </a:xfrm>
          <a:prstGeom prst="rect">
            <a:avLst/>
          </a:prstGeom>
          <a:solidFill>
            <a:srgbClr val="FFFFFF">
              <a:alpha val="550"/>
            </a:srgbClr>
          </a:solidFill>
          <a:ln/>
        </p:spPr>
      </p:sp>
      <p:sp>
        <p:nvSpPr>
          <p:cNvPr id="44" name="Shape 42"/>
          <p:cNvSpPr/>
          <p:nvPr/>
        </p:nvSpPr>
        <p:spPr>
          <a:xfrm>
            <a:off x="10465308" y="5646877"/>
            <a:ext cx="803758" cy="331356"/>
          </a:xfrm>
          <a:prstGeom prst="rect">
            <a:avLst/>
          </a:prstGeom>
          <a:solidFill>
            <a:srgbClr val="FFFFFF">
              <a:alpha val="688"/>
            </a:srgbClr>
          </a:solidFill>
          <a:ln/>
        </p:spPr>
      </p:sp>
      <p:sp>
        <p:nvSpPr>
          <p:cNvPr id="45" name="Shape 43"/>
          <p:cNvSpPr/>
          <p:nvPr/>
        </p:nvSpPr>
        <p:spPr>
          <a:xfrm>
            <a:off x="10465308" y="5969089"/>
            <a:ext cx="803758" cy="331356"/>
          </a:xfrm>
          <a:prstGeom prst="rect">
            <a:avLst/>
          </a:prstGeom>
          <a:solidFill>
            <a:srgbClr val="FFFFFF">
              <a:alpha val="825"/>
            </a:srgbClr>
          </a:solidFill>
          <a:ln/>
        </p:spPr>
      </p:sp>
      <p:sp>
        <p:nvSpPr>
          <p:cNvPr id="46" name="Shape 44"/>
          <p:cNvSpPr/>
          <p:nvPr/>
        </p:nvSpPr>
        <p:spPr>
          <a:xfrm>
            <a:off x="10465308" y="6291301"/>
            <a:ext cx="803758" cy="331356"/>
          </a:xfrm>
          <a:prstGeom prst="rect">
            <a:avLst/>
          </a:prstGeom>
          <a:solidFill>
            <a:srgbClr val="FFFFFF">
              <a:alpha val="963"/>
            </a:srgbClr>
          </a:solidFill>
          <a:ln/>
        </p:spPr>
      </p:sp>
      <p:sp>
        <p:nvSpPr>
          <p:cNvPr id="47" name="Shape 45"/>
          <p:cNvSpPr/>
          <p:nvPr/>
        </p:nvSpPr>
        <p:spPr>
          <a:xfrm>
            <a:off x="10465308" y="6613512"/>
            <a:ext cx="803758" cy="331356"/>
          </a:xfrm>
          <a:prstGeom prst="rect">
            <a:avLst/>
          </a:prstGeom>
          <a:solidFill>
            <a:srgbClr val="FFFFFF">
              <a:alpha val="1100"/>
            </a:srgbClr>
          </a:solidFill>
          <a:ln/>
        </p:spPr>
      </p:sp>
      <p:sp>
        <p:nvSpPr>
          <p:cNvPr id="48" name="Shape 46"/>
          <p:cNvSpPr/>
          <p:nvPr/>
        </p:nvSpPr>
        <p:spPr>
          <a:xfrm>
            <a:off x="11155680" y="3177540"/>
            <a:ext cx="803758" cy="482117"/>
          </a:xfrm>
          <a:prstGeom prst="rect">
            <a:avLst/>
          </a:prstGeom>
          <a:solidFill>
            <a:srgbClr val="FFFFFF">
              <a:alpha val="344"/>
            </a:srgbClr>
          </a:solidFill>
          <a:ln/>
        </p:spPr>
      </p:sp>
      <p:sp>
        <p:nvSpPr>
          <p:cNvPr id="49" name="Shape 47"/>
          <p:cNvSpPr/>
          <p:nvPr/>
        </p:nvSpPr>
        <p:spPr>
          <a:xfrm>
            <a:off x="11155680" y="3650513"/>
            <a:ext cx="803758" cy="482117"/>
          </a:xfrm>
          <a:prstGeom prst="rect">
            <a:avLst/>
          </a:prstGeom>
          <a:solidFill>
            <a:srgbClr val="FFFFFF">
              <a:alpha val="688"/>
            </a:srgbClr>
          </a:solidFill>
          <a:ln/>
        </p:spPr>
      </p:sp>
      <p:sp>
        <p:nvSpPr>
          <p:cNvPr id="50" name="Shape 48"/>
          <p:cNvSpPr/>
          <p:nvPr/>
        </p:nvSpPr>
        <p:spPr>
          <a:xfrm>
            <a:off x="11155680" y="4123487"/>
            <a:ext cx="803758" cy="482117"/>
          </a:xfrm>
          <a:prstGeom prst="rect">
            <a:avLst/>
          </a:prstGeom>
          <a:solidFill>
            <a:srgbClr val="FFFFFF">
              <a:alpha val="1031"/>
            </a:srgbClr>
          </a:solidFill>
          <a:ln/>
        </p:spPr>
      </p:sp>
      <p:sp>
        <p:nvSpPr>
          <p:cNvPr id="51" name="Shape 49"/>
          <p:cNvSpPr/>
          <p:nvPr/>
        </p:nvSpPr>
        <p:spPr>
          <a:xfrm>
            <a:off x="11155680" y="4596460"/>
            <a:ext cx="803758" cy="482117"/>
          </a:xfrm>
          <a:prstGeom prst="rect">
            <a:avLst/>
          </a:prstGeom>
          <a:solidFill>
            <a:srgbClr val="FFFFFF">
              <a:alpha val="1375"/>
            </a:srgbClr>
          </a:solidFill>
          <a:ln/>
        </p:spPr>
      </p:sp>
      <p:sp>
        <p:nvSpPr>
          <p:cNvPr id="52" name="Shape 50"/>
          <p:cNvSpPr/>
          <p:nvPr/>
        </p:nvSpPr>
        <p:spPr>
          <a:xfrm>
            <a:off x="11155680" y="5069434"/>
            <a:ext cx="803758" cy="482117"/>
          </a:xfrm>
          <a:prstGeom prst="rect">
            <a:avLst/>
          </a:prstGeom>
          <a:solidFill>
            <a:srgbClr val="FFFFFF">
              <a:alpha val="1719"/>
            </a:srgbClr>
          </a:solidFill>
          <a:ln/>
        </p:spPr>
      </p:sp>
      <p:sp>
        <p:nvSpPr>
          <p:cNvPr id="53" name="Shape 51"/>
          <p:cNvSpPr/>
          <p:nvPr/>
        </p:nvSpPr>
        <p:spPr>
          <a:xfrm>
            <a:off x="11155680" y="5542407"/>
            <a:ext cx="803758" cy="482117"/>
          </a:xfrm>
          <a:prstGeom prst="rect">
            <a:avLst/>
          </a:prstGeom>
          <a:solidFill>
            <a:srgbClr val="FFFFFF">
              <a:alpha val="2063"/>
            </a:srgbClr>
          </a:solidFill>
          <a:ln/>
        </p:spPr>
      </p:sp>
      <p:sp>
        <p:nvSpPr>
          <p:cNvPr id="54" name="Shape 52"/>
          <p:cNvSpPr/>
          <p:nvPr/>
        </p:nvSpPr>
        <p:spPr>
          <a:xfrm>
            <a:off x="11155680" y="6015380"/>
            <a:ext cx="803758" cy="482117"/>
          </a:xfrm>
          <a:prstGeom prst="rect">
            <a:avLst/>
          </a:prstGeom>
          <a:solidFill>
            <a:srgbClr val="FFFFFF">
              <a:alpha val="2406"/>
            </a:srgbClr>
          </a:solidFill>
          <a:ln/>
        </p:spPr>
      </p:sp>
      <p:sp>
        <p:nvSpPr>
          <p:cNvPr id="55" name="Shape 53"/>
          <p:cNvSpPr/>
          <p:nvPr/>
        </p:nvSpPr>
        <p:spPr>
          <a:xfrm>
            <a:off x="11155680" y="6488354"/>
            <a:ext cx="803758" cy="482117"/>
          </a:xfrm>
          <a:prstGeom prst="rect">
            <a:avLst/>
          </a:prstGeom>
          <a:solidFill>
            <a:srgbClr val="FFFFFF">
              <a:alpha val="2750"/>
            </a:srgbClr>
          </a:solidFill>
          <a:ln/>
        </p:spPr>
      </p:sp>
      <p:sp>
        <p:nvSpPr>
          <p:cNvPr id="56" name="Text 54"/>
          <p:cNvSpPr/>
          <p:nvPr/>
        </p:nvSpPr>
        <p:spPr>
          <a:xfrm>
            <a:off x="811987" y="1005840"/>
            <a:ext cx="6400800" cy="1188720"/>
          </a:xfrm>
          <a:prstGeom prst="rect">
            <a:avLst/>
          </a:prstGeom>
          <a:noFill/>
          <a:ln/>
        </p:spPr>
        <p:txBody>
          <a:bodyPr wrap="square" rtlCol="0" anchor="t"/>
          <a:lstStyle/>
          <a:p>
            <a:pPr indent="0" marL="0">
              <a:lnSpc>
                <a:spcPct val="90000"/>
              </a:lnSpc>
              <a:buNone/>
            </a:pPr>
            <a:r>
              <a:rPr lang="en-US" sz="3600" spc="-150" kern="0" dirty="0">
                <a:solidFill>
                  <a:srgbClr val="FFFFFF"/>
                </a:solidFill>
                <a:latin typeface="Manrope" pitchFamily="34" charset="0"/>
                <a:ea typeface="Manrope" pitchFamily="34" charset="-122"/>
                <a:cs typeface="Manrope" pitchFamily="34" charset="-120"/>
              </a:rPr>
              <a:t>Stage 6: </a:t>
            </a:r>
            <a:r>
              <a:rPr lang="en-US" sz="3600" spc="-150" kern="0" dirty="0">
                <a:solidFill>
                  <a:srgbClr val="D5E6CD"/>
                </a:solidFill>
                <a:latin typeface="Manrope" pitchFamily="34" charset="0"/>
                <a:ea typeface="Manrope" pitchFamily="34" charset="-122"/>
                <a:cs typeface="Manrope" pitchFamily="34" charset="-120"/>
              </a:rPr>
              <a:t>tools let the AI take action</a:t>
            </a:r>
          </a:p>
        </p:txBody>
      </p:sp>
      <p:sp>
        <p:nvSpPr>
          <p:cNvPr id="57" name="Shape 55"/>
          <p:cNvSpPr/>
          <p:nvPr/>
        </p:nvSpPr>
        <p:spPr>
          <a:xfrm>
            <a:off x="7541971" y="873252"/>
            <a:ext cx="0" cy="5984748"/>
          </a:xfrm>
          <a:prstGeom prst="line">
            <a:avLst/>
          </a:prstGeom>
          <a:noFill/>
          <a:ln w="2540">
            <a:solidFill>
              <a:srgbClr val="D0CFCF"/>
            </a:solidFill>
            <a:prstDash val="solid"/>
          </a:ln>
        </p:spPr>
      </p:sp>
      <p:sp>
        <p:nvSpPr>
          <p:cNvPr id="58" name="Shape 56"/>
          <p:cNvSpPr/>
          <p:nvPr/>
        </p:nvSpPr>
        <p:spPr>
          <a:xfrm>
            <a:off x="7506310" y="836676"/>
            <a:ext cx="72238" cy="72238"/>
          </a:xfrm>
          <a:prstGeom prst="ellipse">
            <a:avLst/>
          </a:prstGeom>
          <a:solidFill>
            <a:srgbClr val="D0CFCF"/>
          </a:solidFill>
          <a:ln/>
        </p:spPr>
      </p:sp>
      <p:sp>
        <p:nvSpPr>
          <p:cNvPr id="59" name="Text 57"/>
          <p:cNvSpPr/>
          <p:nvPr/>
        </p:nvSpPr>
        <p:spPr>
          <a:xfrm>
            <a:off x="7993685" y="1097280"/>
            <a:ext cx="4014216" cy="685800"/>
          </a:xfrm>
          <a:prstGeom prst="rect">
            <a:avLst/>
          </a:prstGeom>
          <a:noFill/>
          <a:ln/>
        </p:spPr>
        <p:txBody>
          <a:bodyPr wrap="square" rtlCol="0" anchor="t"/>
          <a:lstStyle/>
          <a:p>
            <a:pPr indent="0" marL="0">
              <a:lnSpc>
                <a:spcPct val="110000"/>
              </a:lnSpc>
              <a:spcAft>
                <a:spcPts val="600"/>
              </a:spcAft>
              <a:buNone/>
            </a:pPr>
            <a:r>
              <a:rPr lang="en-US" sz="1800" dirty="0" b="1">
                <a:solidFill>
                  <a:srgbClr val="D5E6CD"/>
                </a:solidFill>
                <a:latin typeface="Manrope" pitchFamily="34" charset="0"/>
                <a:ea typeface="Manrope" pitchFamily="34" charset="-122"/>
                <a:cs typeface="Manrope" pitchFamily="34" charset="-120"/>
              </a:rPr>
              <a:t>Analogy: </a:t>
            </a:r>
            <a:r>
              <a:rPr lang="en-US" sz="1800" dirty="0">
                <a:solidFill>
                  <a:srgbClr val="FFFFFF"/>
                </a:solidFill>
                <a:latin typeface="Manrope" pitchFamily="34" charset="0"/>
                <a:ea typeface="Manrope" pitchFamily="34" charset="-122"/>
                <a:cs typeface="Manrope" pitchFamily="34" charset="-120"/>
              </a:rPr>
              <a:t>the chef and the kitchen assistant</a:t>
            </a:r>
          </a:p>
        </p:txBody>
      </p:sp>
      <p:sp>
        <p:nvSpPr>
          <p:cNvPr id="60" name="Text 58"/>
          <p:cNvSpPr/>
          <p:nvPr/>
        </p:nvSpPr>
        <p:spPr>
          <a:xfrm>
            <a:off x="8044891" y="1965960"/>
            <a:ext cx="493776" cy="349301"/>
          </a:xfrm>
          <a:prstGeom prst="rect">
            <a:avLst/>
          </a:prstGeom>
          <a:noFill/>
          <a:ln/>
        </p:spPr>
        <p:txBody>
          <a:bodyPr wrap="square" rtlCol="0" anchor="t"/>
          <a:lstStyle/>
          <a:p>
            <a:pPr indent="0" marL="0">
              <a:lnSpc>
                <a:spcPct val="110000"/>
              </a:lnSpc>
              <a:spcAft>
                <a:spcPts val="600"/>
              </a:spcAft>
              <a:buNone/>
            </a:pPr>
            <a:r>
              <a:rPr lang="en-US" sz="1800" dirty="0">
                <a:solidFill>
                  <a:srgbClr val="96C182"/>
                </a:solidFill>
                <a:latin typeface="Manrope" pitchFamily="34" charset="0"/>
                <a:ea typeface="Manrope" pitchFamily="34" charset="-122"/>
                <a:cs typeface="Manrope" pitchFamily="34" charset="-120"/>
              </a:rPr>
              <a:t>01</a:t>
            </a:r>
          </a:p>
        </p:txBody>
      </p:sp>
      <p:sp>
        <p:nvSpPr>
          <p:cNvPr id="61" name="Text 59"/>
          <p:cNvSpPr/>
          <p:nvPr/>
        </p:nvSpPr>
        <p:spPr>
          <a:xfrm>
            <a:off x="8538667" y="1965960"/>
            <a:ext cx="3223260" cy="731520"/>
          </a:xfrm>
          <a:prstGeom prst="rect">
            <a:avLst/>
          </a:prstGeom>
          <a:noFill/>
          <a:ln/>
        </p:spPr>
        <p:txBody>
          <a:bodyPr wrap="square" rtlCol="0" anchor="t"/>
          <a:lstStyle/>
          <a:p>
            <a:pPr indent="0" marL="0">
              <a:lnSpc>
                <a:spcPct val="110000"/>
              </a:lnSpc>
              <a:spcAft>
                <a:spcPts val="600"/>
              </a:spcAft>
              <a:buNone/>
            </a:pPr>
            <a:r>
              <a:rPr lang="en-US" sz="1600" dirty="0">
                <a:solidFill>
                  <a:srgbClr val="FFFFFF"/>
                </a:solidFill>
                <a:latin typeface="Manrope" pitchFamily="34" charset="0"/>
                <a:ea typeface="Manrope" pitchFamily="34" charset="-122"/>
                <a:cs typeface="Manrope" pitchFamily="34" charset="-120"/>
              </a:rPr>
              <a:t>The chef (the model) asks for an ingredient</a:t>
            </a:r>
          </a:p>
        </p:txBody>
      </p:sp>
      <p:sp>
        <p:nvSpPr>
          <p:cNvPr id="62" name="Text 60"/>
          <p:cNvSpPr/>
          <p:nvPr/>
        </p:nvSpPr>
        <p:spPr>
          <a:xfrm>
            <a:off x="8044891" y="2834640"/>
            <a:ext cx="493776" cy="349301"/>
          </a:xfrm>
          <a:prstGeom prst="rect">
            <a:avLst/>
          </a:prstGeom>
          <a:noFill/>
          <a:ln/>
        </p:spPr>
        <p:txBody>
          <a:bodyPr wrap="square" rtlCol="0" anchor="t"/>
          <a:lstStyle/>
          <a:p>
            <a:pPr indent="0" marL="0">
              <a:lnSpc>
                <a:spcPct val="110000"/>
              </a:lnSpc>
              <a:spcAft>
                <a:spcPts val="600"/>
              </a:spcAft>
              <a:buNone/>
            </a:pPr>
            <a:r>
              <a:rPr lang="en-US" sz="1800" dirty="0">
                <a:solidFill>
                  <a:srgbClr val="96C182"/>
                </a:solidFill>
                <a:latin typeface="Manrope" pitchFamily="34" charset="0"/>
                <a:ea typeface="Manrope" pitchFamily="34" charset="-122"/>
                <a:cs typeface="Manrope" pitchFamily="34" charset="-120"/>
              </a:rPr>
              <a:t>02</a:t>
            </a:r>
          </a:p>
        </p:txBody>
      </p:sp>
      <p:sp>
        <p:nvSpPr>
          <p:cNvPr id="63" name="Text 61"/>
          <p:cNvSpPr/>
          <p:nvPr/>
        </p:nvSpPr>
        <p:spPr>
          <a:xfrm>
            <a:off x="8538667" y="2834640"/>
            <a:ext cx="3223260" cy="731520"/>
          </a:xfrm>
          <a:prstGeom prst="rect">
            <a:avLst/>
          </a:prstGeom>
          <a:noFill/>
          <a:ln/>
        </p:spPr>
        <p:txBody>
          <a:bodyPr wrap="square" rtlCol="0" anchor="t"/>
          <a:lstStyle/>
          <a:p>
            <a:pPr indent="0" marL="0">
              <a:lnSpc>
                <a:spcPct val="110000"/>
              </a:lnSpc>
              <a:spcAft>
                <a:spcPts val="600"/>
              </a:spcAft>
              <a:buNone/>
            </a:pPr>
            <a:r>
              <a:rPr lang="en-US" sz="1600" dirty="0">
                <a:solidFill>
                  <a:srgbClr val="FFFFFF"/>
                </a:solidFill>
                <a:latin typeface="Manrope" pitchFamily="34" charset="0"/>
                <a:ea typeface="Manrope" pitchFamily="34" charset="-122"/>
                <a:cs typeface="Manrope" pitchFamily="34" charset="-120"/>
              </a:rPr>
              <a:t>The kitchen assistant (your app) fetches it</a:t>
            </a:r>
          </a:p>
        </p:txBody>
      </p:sp>
      <p:sp>
        <p:nvSpPr>
          <p:cNvPr id="64" name="Text 62"/>
          <p:cNvSpPr/>
          <p:nvPr/>
        </p:nvSpPr>
        <p:spPr>
          <a:xfrm>
            <a:off x="8044891" y="3703320"/>
            <a:ext cx="493776" cy="349301"/>
          </a:xfrm>
          <a:prstGeom prst="rect">
            <a:avLst/>
          </a:prstGeom>
          <a:noFill/>
          <a:ln/>
        </p:spPr>
        <p:txBody>
          <a:bodyPr wrap="square" rtlCol="0" anchor="t"/>
          <a:lstStyle/>
          <a:p>
            <a:pPr indent="0" marL="0">
              <a:lnSpc>
                <a:spcPct val="110000"/>
              </a:lnSpc>
              <a:spcAft>
                <a:spcPts val="600"/>
              </a:spcAft>
              <a:buNone/>
            </a:pPr>
            <a:r>
              <a:rPr lang="en-US" sz="1800" dirty="0">
                <a:solidFill>
                  <a:srgbClr val="96C182"/>
                </a:solidFill>
                <a:latin typeface="Manrope" pitchFamily="34" charset="0"/>
                <a:ea typeface="Manrope" pitchFamily="34" charset="-122"/>
                <a:cs typeface="Manrope" pitchFamily="34" charset="-120"/>
              </a:rPr>
              <a:t>03</a:t>
            </a:r>
          </a:p>
        </p:txBody>
      </p:sp>
      <p:sp>
        <p:nvSpPr>
          <p:cNvPr id="65" name="Text 63"/>
          <p:cNvSpPr/>
          <p:nvPr/>
        </p:nvSpPr>
        <p:spPr>
          <a:xfrm>
            <a:off x="8538667" y="3703320"/>
            <a:ext cx="3223260" cy="731520"/>
          </a:xfrm>
          <a:prstGeom prst="rect">
            <a:avLst/>
          </a:prstGeom>
          <a:noFill/>
          <a:ln/>
        </p:spPr>
        <p:txBody>
          <a:bodyPr wrap="square" rtlCol="0" anchor="t"/>
          <a:lstStyle/>
          <a:p>
            <a:pPr indent="0" marL="0">
              <a:lnSpc>
                <a:spcPct val="110000"/>
              </a:lnSpc>
              <a:spcAft>
                <a:spcPts val="600"/>
              </a:spcAft>
              <a:buNone/>
            </a:pPr>
            <a:r>
              <a:rPr lang="en-US" sz="1600" dirty="0">
                <a:solidFill>
                  <a:srgbClr val="FFFFFF"/>
                </a:solidFill>
                <a:latin typeface="Manrope" pitchFamily="34" charset="0"/>
                <a:ea typeface="Manrope" pitchFamily="34" charset="-122"/>
                <a:cs typeface="Manrope" pitchFamily="34" charset="-120"/>
              </a:rPr>
              <a:t>The chef finishes the dish</a:t>
            </a:r>
          </a:p>
        </p:txBody>
      </p:sp>
      <p:sp>
        <p:nvSpPr>
          <p:cNvPr id="66" name="Text 64"/>
          <p:cNvSpPr/>
          <p:nvPr/>
        </p:nvSpPr>
        <p:spPr>
          <a:xfrm>
            <a:off x="8487461" y="4846320"/>
            <a:ext cx="3383280" cy="1097280"/>
          </a:xfrm>
          <a:prstGeom prst="rect">
            <a:avLst/>
          </a:prstGeom>
          <a:noFill/>
          <a:ln/>
        </p:spPr>
        <p:txBody>
          <a:bodyPr wrap="square" rtlCol="0" anchor="t"/>
          <a:lstStyle/>
          <a:p>
            <a:pPr indent="0" marL="0">
              <a:lnSpc>
                <a:spcPct val="110000"/>
              </a:lnSpc>
              <a:spcAft>
                <a:spcPts val="600"/>
              </a:spcAft>
              <a:buNone/>
            </a:pPr>
            <a:r>
              <a:rPr lang="en-US" sz="1600" dirty="0" b="1">
                <a:solidFill>
                  <a:srgbClr val="D5E6CD"/>
                </a:solidFill>
                <a:latin typeface="Manrope" pitchFamily="34" charset="0"/>
                <a:ea typeface="Manrope" pitchFamily="34" charset="-122"/>
                <a:cs typeface="Manrope" pitchFamily="34" charset="-120"/>
              </a:rPr>
              <a:t>API key: </a:t>
            </a:r>
            <a:r>
              <a:rPr lang="en-US" sz="1600" dirty="0">
                <a:solidFill>
                  <a:srgbClr val="FFFFFF"/>
                </a:solidFill>
                <a:latin typeface="Manrope" pitchFamily="34" charset="0"/>
                <a:ea typeface="Manrope" pitchFamily="34" charset="-122"/>
                <a:cs typeface="Manrope" pitchFamily="34" charset="-120"/>
              </a:rPr>
              <a:t>a secret code, like a password for your program. Keep it private.</a:t>
            </a:r>
          </a:p>
        </p:txBody>
      </p:sp>
      <p:sp>
        <p:nvSpPr>
          <p:cNvPr id="68" name="Text 66"/>
          <p:cNvSpPr/>
          <p:nvPr/>
        </p:nvSpPr>
        <p:spPr>
          <a:xfrm>
            <a:off x="914400" y="4663440"/>
            <a:ext cx="1920240" cy="868680"/>
          </a:xfrm>
          <a:prstGeom prst="rect">
            <a:avLst/>
          </a:prstGeom>
          <a:noFill/>
          <a:ln/>
        </p:spPr>
        <p:txBody>
          <a:bodyPr wrap="square" rtlCol="0" anchor="t"/>
          <a:lstStyle/>
          <a:p>
            <a:pPr indent="0" marL="0">
              <a:lnSpc>
                <a:spcPct val="90000"/>
              </a:lnSpc>
              <a:buNone/>
            </a:pPr>
            <a:r>
              <a:rPr lang="en-US" sz="5400" spc="-150" kern="0" dirty="0">
                <a:solidFill>
                  <a:srgbClr val="A9C022"/>
                </a:solidFill>
                <a:latin typeface="Manrope" pitchFamily="34" charset="0"/>
                <a:ea typeface="Manrope" pitchFamily="34" charset="-122"/>
                <a:cs typeface="Manrope" pitchFamily="34" charset="-120"/>
              </a:rPr>
              <a:t>5</a:t>
            </a:r>
          </a:p>
        </p:txBody>
      </p:sp>
      <p:sp>
        <p:nvSpPr>
          <p:cNvPr id="69" name="Text 67"/>
          <p:cNvSpPr/>
          <p:nvPr/>
        </p:nvSpPr>
        <p:spPr>
          <a:xfrm>
            <a:off x="941832" y="5532120"/>
            <a:ext cx="2011680" cy="640080"/>
          </a:xfrm>
          <a:prstGeom prst="rect">
            <a:avLst/>
          </a:prstGeom>
          <a:noFill/>
          <a:ln/>
        </p:spPr>
        <p:txBody>
          <a:bodyPr wrap="square" rtlCol="0" anchor="t"/>
          <a:lstStyle/>
          <a:p>
            <a:pPr indent="0" marL="0">
              <a:lnSpc>
                <a:spcPct val="110000"/>
              </a:lnSpc>
              <a:spcAft>
                <a:spcPts val="600"/>
              </a:spcAft>
              <a:buNone/>
            </a:pPr>
            <a:r>
              <a:rPr lang="en-US" sz="1600" dirty="0">
                <a:solidFill>
                  <a:srgbClr val="FFFFFF"/>
                </a:solidFill>
                <a:latin typeface="Manrope" pitchFamily="34" charset="0"/>
                <a:ea typeface="Manrope" pitchFamily="34" charset="-122"/>
                <a:cs typeface="Manrope" pitchFamily="34" charset="-120"/>
              </a:rPr>
              <a:t>steps in the loop</a:t>
            </a:r>
          </a:p>
        </p:txBody>
      </p:sp>
      <p:sp>
        <p:nvSpPr>
          <p:cNvPr id="71" name="Text 69"/>
          <p:cNvSpPr/>
          <p:nvPr/>
        </p:nvSpPr>
        <p:spPr>
          <a:xfrm>
            <a:off x="3017520" y="4663440"/>
            <a:ext cx="1920240" cy="868680"/>
          </a:xfrm>
          <a:prstGeom prst="rect">
            <a:avLst/>
          </a:prstGeom>
          <a:noFill/>
          <a:ln/>
        </p:spPr>
        <p:txBody>
          <a:bodyPr wrap="square" rtlCol="0" anchor="t"/>
          <a:lstStyle/>
          <a:p>
            <a:pPr indent="0" marL="0">
              <a:lnSpc>
                <a:spcPct val="90000"/>
              </a:lnSpc>
              <a:buNone/>
            </a:pPr>
            <a:r>
              <a:rPr lang="en-US" sz="5400" spc="-150" kern="0" dirty="0">
                <a:solidFill>
                  <a:srgbClr val="A9C022"/>
                </a:solidFill>
                <a:latin typeface="Manrope" pitchFamily="34" charset="0"/>
                <a:ea typeface="Manrope" pitchFamily="34" charset="-122"/>
                <a:cs typeface="Manrope" pitchFamily="34" charset="-120"/>
              </a:rPr>
              <a:t>3</a:t>
            </a:r>
          </a:p>
        </p:txBody>
      </p:sp>
      <p:sp>
        <p:nvSpPr>
          <p:cNvPr id="72" name="Text 70"/>
          <p:cNvSpPr/>
          <p:nvPr/>
        </p:nvSpPr>
        <p:spPr>
          <a:xfrm>
            <a:off x="3044952" y="5532120"/>
            <a:ext cx="2011680" cy="640080"/>
          </a:xfrm>
          <a:prstGeom prst="rect">
            <a:avLst/>
          </a:prstGeom>
          <a:noFill/>
          <a:ln/>
        </p:spPr>
        <p:txBody>
          <a:bodyPr wrap="square" rtlCol="0" anchor="t"/>
          <a:lstStyle/>
          <a:p>
            <a:pPr indent="0" marL="0">
              <a:lnSpc>
                <a:spcPct val="110000"/>
              </a:lnSpc>
              <a:spcAft>
                <a:spcPts val="600"/>
              </a:spcAft>
              <a:buNone/>
            </a:pPr>
            <a:r>
              <a:rPr lang="en-US" sz="1600" dirty="0">
                <a:solidFill>
                  <a:srgbClr val="FFFFFF"/>
                </a:solidFill>
                <a:latin typeface="Manrope" pitchFamily="34" charset="0"/>
                <a:ea typeface="Manrope" pitchFamily="34" charset="-122"/>
                <a:cs typeface="Manrope" pitchFamily="34" charset="-120"/>
              </a:rPr>
              <a:t>tools in the first project</a:t>
            </a:r>
          </a:p>
        </p:txBody>
      </p:sp>
      <p:sp>
        <p:nvSpPr>
          <p:cNvPr id="74" name="Text 72"/>
          <p:cNvSpPr/>
          <p:nvPr/>
        </p:nvSpPr>
        <p:spPr>
          <a:xfrm>
            <a:off x="5120640" y="4663440"/>
            <a:ext cx="1920240" cy="868680"/>
          </a:xfrm>
          <a:prstGeom prst="rect">
            <a:avLst/>
          </a:prstGeom>
          <a:noFill/>
          <a:ln/>
        </p:spPr>
        <p:txBody>
          <a:bodyPr wrap="square" rtlCol="0" anchor="t"/>
          <a:lstStyle/>
          <a:p>
            <a:pPr indent="0" marL="0">
              <a:lnSpc>
                <a:spcPct val="90000"/>
              </a:lnSpc>
              <a:buNone/>
            </a:pPr>
            <a:r>
              <a:rPr lang="en-US" sz="5400" spc="-150" kern="0" dirty="0">
                <a:solidFill>
                  <a:srgbClr val="A9C022"/>
                </a:solidFill>
                <a:latin typeface="Manrope" pitchFamily="34" charset="0"/>
                <a:ea typeface="Manrope" pitchFamily="34" charset="-122"/>
                <a:cs typeface="Manrope" pitchFamily="34" charset="-120"/>
              </a:rPr>
              <a:t>&lt;20</a:t>
            </a:r>
          </a:p>
        </p:txBody>
      </p:sp>
      <p:sp>
        <p:nvSpPr>
          <p:cNvPr id="75" name="Text 73"/>
          <p:cNvSpPr/>
          <p:nvPr/>
        </p:nvSpPr>
        <p:spPr>
          <a:xfrm>
            <a:off x="5148072" y="5532120"/>
            <a:ext cx="2011680" cy="640080"/>
          </a:xfrm>
          <a:prstGeom prst="rect">
            <a:avLst/>
          </a:prstGeom>
          <a:noFill/>
          <a:ln/>
        </p:spPr>
        <p:txBody>
          <a:bodyPr wrap="square" rtlCol="0" anchor="t"/>
          <a:lstStyle/>
          <a:p>
            <a:pPr indent="0" marL="0">
              <a:lnSpc>
                <a:spcPct val="110000"/>
              </a:lnSpc>
              <a:spcAft>
                <a:spcPts val="600"/>
              </a:spcAft>
              <a:buNone/>
            </a:pPr>
            <a:r>
              <a:rPr lang="en-US" sz="1600" dirty="0">
                <a:solidFill>
                  <a:srgbClr val="FFFFFF"/>
                </a:solidFill>
                <a:latin typeface="Manrope" pitchFamily="34" charset="0"/>
                <a:ea typeface="Manrope" pitchFamily="34" charset="-122"/>
                <a:cs typeface="Manrope" pitchFamily="34" charset="-120"/>
              </a:rPr>
              <a:t>tools at once (OpenAI tip)</a:t>
            </a:r>
          </a:p>
        </p:txBody>
      </p:sp>
      <p:sp>
        <p:nvSpPr>
          <p:cNvPr id="78" name="Shape 76"/>
          <p:cNvSpPr/>
          <p:nvPr/>
        </p:nvSpPr>
        <p:spPr>
          <a:xfrm>
            <a:off x="7947965" y="4919472"/>
            <a:ext cx="446227" cy="446227"/>
          </a:xfrm>
          <a:prstGeom prst="ellipse">
            <a:avLst/>
          </a:prstGeom>
          <a:ln w="15875">
            <a:solidFill>
              <a:srgbClr val="9FEF9C"/>
            </a:solidFill>
            <a:prstDash val="solid"/>
          </a:ln>
        </p:spPr>
      </p:sp>
      <p:sp>
        <p:nvSpPr>
          <p:cNvPr id="79" name="Shape 77"/>
          <p:cNvSpPr/>
          <p:nvPr/>
        </p:nvSpPr>
        <p:spPr>
          <a:xfrm>
            <a:off x="8095220" y="5066690"/>
            <a:ext cx="151717" cy="151717"/>
          </a:xfrm>
          <a:prstGeom prst="ellipse">
            <a:avLst/>
          </a:prstGeom>
          <a:solidFill>
            <a:srgbClr val="9FEF9C"/>
          </a:solidFill>
          <a:ln/>
        </p:spPr>
      </p:sp>
      <p:sp>
        <p:nvSpPr>
          <p:cNvPr id="81" name="Time"/>
          <p:cNvSpPr/>
          <p:nvPr/>
        </p:nvSpPr>
        <p:spPr>
          <a:xfrm>
            <a:off x="841248" y="2240280"/>
            <a:ext cx="6217920" cy="365760"/>
          </a:xfrm>
          <a:prstGeom prst="rect">
            <a:avLst/>
          </a:prstGeom>
          <a:noFill/>
          <a:ln w="12700">
            <a:noFill/>
          </a:ln>
        </p:spPr>
        <p:txBody>
          <a:bodyPr wrap="square" lIns="0" rIns="0" tIns="0" bIns="0" anchor="t" rtlCol="0"/>
          <a:lstStyle/>
          <a:p>
            <a:pPr algn="l"/>
            <a:r>
              <a:rPr lang="en-US" sz="1600" b="0" dirty="0">
                <a:solidFill>
                  <a:srgbClr val="D0CFCF"/>
                </a:solidFill>
                <a:latin typeface="Manrope"/>
                <a:cs typeface="Manrope"/>
              </a:rPr>
              <a:t>Tools are what let an LLM act, not just talk</a:t>
            </a:r>
          </a:p>
        </p:txBody>
      </p:sp>
      <p:sp>
        <p:nvSpPr>
          <p:cNvPr id="82" name="Loop 0"/>
          <p:cNvSpPr/>
          <p:nvPr/>
        </p:nvSpPr>
        <p:spPr>
          <a:xfrm>
            <a:off x="960120" y="2880360"/>
            <a:ext cx="1060704" cy="1463040"/>
          </a:xfrm>
          <a:prstGeom prst="roundRect">
            <a:avLst>
              <a:gd name="adj" fmla="val 18000"/>
            </a:avLst>
          </a:prstGeom>
          <a:solidFill>
            <a:srgbClr val="2A3A31"/>
          </a:solidFill>
          <a:ln w="12700">
            <a:solidFill>
              <a:srgbClr val="5C6E5E"/>
            </a:solidFill>
          </a:ln>
        </p:spPr>
        <p:txBody>
          <a:bodyPr wrap="square" lIns="45720" rIns="45720" tIns="0" bIns="0" anchor="ctr" rtlCol="0"/>
          <a:lstStyle/>
          <a:p>
            <a:pPr algn="ctr"/>
            <a:r>
              <a:rPr lang="en-US" sz="1600" b="1" dirty="0">
                <a:solidFill>
                  <a:srgbClr val="A9C022"/>
                </a:solidFill>
                <a:latin typeface="Manrope"/>
                <a:cs typeface="Manrope"/>
              </a:rPr>
              <a:t>1  App</a:t>
            </a:r>
            <a:endParaRPr lang="en-US" sz="1600"/>
          </a:p>
          <a:p>
            <a:pPr algn="ctr"/>
            <a:r>
              <a:rPr lang="en-US" sz="1600" b="0" dirty="0">
                <a:solidFill>
                  <a:srgbClr val="FFFFFF"/>
                </a:solidFill>
                <a:latin typeface="Manrope"/>
                <a:cs typeface="Manrope"/>
              </a:rPr>
              <a:t>sends a request</a:t>
            </a:r>
            <a:endParaRPr lang="en-US" sz="1600"/>
          </a:p>
        </p:txBody>
      </p:sp>
      <p:sp>
        <p:nvSpPr>
          <p:cNvPr id="83" name="Loop arrow"/>
          <p:cNvSpPr/>
          <p:nvPr/>
        </p:nvSpPr>
        <p:spPr>
          <a:xfrm>
            <a:off x="2029968" y="3611880"/>
            <a:ext cx="137160" cy="0"/>
          </a:xfrm>
          <a:prstGeom prst="straightConnector1">
            <a:avLst/>
          </a:prstGeom>
          <a:noFill/>
          <a:ln w="19050">
            <a:solidFill>
              <a:srgbClr val="A9C022"/>
            </a:solidFill>
            <a:tailEnd type="triangle" w="med" len="med"/>
          </a:ln>
        </p:spPr>
        <p:txBody>
          <a:bodyPr wrap="square" lIns="73152" rIns="73152" tIns="0" bIns="0" anchor="ctr" rtlCol="0"/>
          <a:lstStyle/>
          <a:p>
            <a:pPr algn="l"/>
            <a:endParaRPr lang="en-US" sz="1600"/>
          </a:p>
        </p:txBody>
      </p:sp>
      <p:sp>
        <p:nvSpPr>
          <p:cNvPr id="84" name="Loop 1"/>
          <p:cNvSpPr/>
          <p:nvPr/>
        </p:nvSpPr>
        <p:spPr>
          <a:xfrm>
            <a:off x="2176272" y="2880360"/>
            <a:ext cx="1060704" cy="1463040"/>
          </a:xfrm>
          <a:prstGeom prst="roundRect">
            <a:avLst>
              <a:gd name="adj" fmla="val 18000"/>
            </a:avLst>
          </a:prstGeom>
          <a:solidFill>
            <a:srgbClr val="34452A"/>
          </a:solidFill>
          <a:ln w="12700">
            <a:solidFill>
              <a:srgbClr val="A9C022"/>
            </a:solidFill>
          </a:ln>
        </p:spPr>
        <p:txBody>
          <a:bodyPr wrap="square" lIns="45720" rIns="45720" tIns="0" bIns="0" anchor="ctr" rtlCol="0"/>
          <a:lstStyle/>
          <a:p>
            <a:pPr algn="ctr"/>
            <a:r>
              <a:rPr lang="en-US" sz="1600" b="1" dirty="0">
                <a:solidFill>
                  <a:srgbClr val="A9C022"/>
                </a:solidFill>
                <a:latin typeface="Manrope"/>
                <a:cs typeface="Manrope"/>
              </a:rPr>
              <a:t>2  Model</a:t>
            </a:r>
            <a:endParaRPr lang="en-US" sz="1600"/>
          </a:p>
          <a:p>
            <a:pPr algn="ctr"/>
            <a:r>
              <a:rPr lang="en-US" sz="1600" b="0" dirty="0">
                <a:solidFill>
                  <a:srgbClr val="FFFFFF"/>
                </a:solidFill>
                <a:latin typeface="Manrope"/>
                <a:cs typeface="Manrope"/>
              </a:rPr>
              <a:t>asks for a tool</a:t>
            </a:r>
            <a:endParaRPr lang="en-US" sz="1600"/>
          </a:p>
        </p:txBody>
      </p:sp>
      <p:sp>
        <p:nvSpPr>
          <p:cNvPr id="85" name="Loop arrow"/>
          <p:cNvSpPr/>
          <p:nvPr/>
        </p:nvSpPr>
        <p:spPr>
          <a:xfrm>
            <a:off x="3246120" y="3611880"/>
            <a:ext cx="137160" cy="0"/>
          </a:xfrm>
          <a:prstGeom prst="straightConnector1">
            <a:avLst/>
          </a:prstGeom>
          <a:noFill/>
          <a:ln w="19050">
            <a:solidFill>
              <a:srgbClr val="A9C022"/>
            </a:solidFill>
            <a:tailEnd type="triangle" w="med" len="med"/>
          </a:ln>
        </p:spPr>
        <p:txBody>
          <a:bodyPr wrap="square" lIns="73152" rIns="73152" tIns="0" bIns="0" anchor="ctr" rtlCol="0"/>
          <a:lstStyle/>
          <a:p>
            <a:pPr algn="l"/>
            <a:endParaRPr lang="en-US" sz="1600"/>
          </a:p>
        </p:txBody>
      </p:sp>
      <p:sp>
        <p:nvSpPr>
          <p:cNvPr id="86" name="Loop 2"/>
          <p:cNvSpPr/>
          <p:nvPr/>
        </p:nvSpPr>
        <p:spPr>
          <a:xfrm>
            <a:off x="3392424" y="2880360"/>
            <a:ext cx="1060704" cy="1463040"/>
          </a:xfrm>
          <a:prstGeom prst="roundRect">
            <a:avLst>
              <a:gd name="adj" fmla="val 18000"/>
            </a:avLst>
          </a:prstGeom>
          <a:solidFill>
            <a:srgbClr val="2A3A31"/>
          </a:solidFill>
          <a:ln w="12700">
            <a:solidFill>
              <a:srgbClr val="5C6E5E"/>
            </a:solidFill>
          </a:ln>
        </p:spPr>
        <p:txBody>
          <a:bodyPr wrap="square" lIns="45720" rIns="45720" tIns="0" bIns="0" anchor="ctr" rtlCol="0"/>
          <a:lstStyle/>
          <a:p>
            <a:pPr algn="ctr"/>
            <a:r>
              <a:rPr lang="en-US" sz="1600" b="1" dirty="0">
                <a:solidFill>
                  <a:srgbClr val="A9C022"/>
                </a:solidFill>
                <a:latin typeface="Manrope"/>
                <a:cs typeface="Manrope"/>
              </a:rPr>
              <a:t>3  App</a:t>
            </a:r>
            <a:endParaRPr lang="en-US" sz="1600"/>
          </a:p>
          <a:p>
            <a:pPr algn="ctr"/>
            <a:r>
              <a:rPr lang="en-US" sz="1600" b="0" dirty="0">
                <a:solidFill>
                  <a:srgbClr val="FFFFFF"/>
                </a:solidFill>
                <a:latin typeface="Manrope"/>
                <a:cs typeface="Manrope"/>
              </a:rPr>
              <a:t>runs the tool</a:t>
            </a:r>
            <a:endParaRPr lang="en-US" sz="1600"/>
          </a:p>
        </p:txBody>
      </p:sp>
      <p:sp>
        <p:nvSpPr>
          <p:cNvPr id="87" name="Loop arrow"/>
          <p:cNvSpPr/>
          <p:nvPr/>
        </p:nvSpPr>
        <p:spPr>
          <a:xfrm>
            <a:off x="4462272" y="3611880"/>
            <a:ext cx="137160" cy="0"/>
          </a:xfrm>
          <a:prstGeom prst="straightConnector1">
            <a:avLst/>
          </a:prstGeom>
          <a:noFill/>
          <a:ln w="19050">
            <a:solidFill>
              <a:srgbClr val="A9C022"/>
            </a:solidFill>
            <a:tailEnd type="triangle" w="med" len="med"/>
          </a:ln>
        </p:spPr>
        <p:txBody>
          <a:bodyPr wrap="square" lIns="73152" rIns="73152" tIns="0" bIns="0" anchor="ctr" rtlCol="0"/>
          <a:lstStyle/>
          <a:p>
            <a:pPr algn="l"/>
            <a:endParaRPr lang="en-US" sz="1600"/>
          </a:p>
        </p:txBody>
      </p:sp>
      <p:sp>
        <p:nvSpPr>
          <p:cNvPr id="88" name="Loop 3"/>
          <p:cNvSpPr/>
          <p:nvPr/>
        </p:nvSpPr>
        <p:spPr>
          <a:xfrm>
            <a:off x="4608576" y="2880360"/>
            <a:ext cx="1060704" cy="1463040"/>
          </a:xfrm>
          <a:prstGeom prst="roundRect">
            <a:avLst>
              <a:gd name="adj" fmla="val 18000"/>
            </a:avLst>
          </a:prstGeom>
          <a:solidFill>
            <a:srgbClr val="2A3A31"/>
          </a:solidFill>
          <a:ln w="12700">
            <a:solidFill>
              <a:srgbClr val="5C6E5E"/>
            </a:solidFill>
          </a:ln>
        </p:spPr>
        <p:txBody>
          <a:bodyPr wrap="square" lIns="45720" rIns="45720" tIns="0" bIns="0" anchor="ctr" rtlCol="0"/>
          <a:lstStyle/>
          <a:p>
            <a:pPr algn="ctr"/>
            <a:r>
              <a:rPr lang="en-US" sz="1600" b="1" dirty="0">
                <a:solidFill>
                  <a:srgbClr val="A9C022"/>
                </a:solidFill>
                <a:latin typeface="Manrope"/>
                <a:cs typeface="Manrope"/>
              </a:rPr>
              <a:t>4  App</a:t>
            </a:r>
            <a:endParaRPr lang="en-US" sz="1600"/>
          </a:p>
          <a:p>
            <a:pPr algn="ctr"/>
            <a:r>
              <a:rPr lang="en-US" sz="1600" b="0" dirty="0">
                <a:solidFill>
                  <a:srgbClr val="FFFFFF"/>
                </a:solidFill>
                <a:latin typeface="Manrope"/>
                <a:cs typeface="Manrope"/>
              </a:rPr>
              <a:t>returns the result</a:t>
            </a:r>
            <a:endParaRPr lang="en-US" sz="1600"/>
          </a:p>
        </p:txBody>
      </p:sp>
      <p:sp>
        <p:nvSpPr>
          <p:cNvPr id="89" name="Loop arrow"/>
          <p:cNvSpPr/>
          <p:nvPr/>
        </p:nvSpPr>
        <p:spPr>
          <a:xfrm>
            <a:off x="5678424" y="3611880"/>
            <a:ext cx="137160" cy="0"/>
          </a:xfrm>
          <a:prstGeom prst="straightConnector1">
            <a:avLst/>
          </a:prstGeom>
          <a:noFill/>
          <a:ln w="19050">
            <a:solidFill>
              <a:srgbClr val="A9C022"/>
            </a:solidFill>
            <a:tailEnd type="triangle" w="med" len="med"/>
          </a:ln>
        </p:spPr>
        <p:txBody>
          <a:bodyPr wrap="square" lIns="73152" rIns="73152" tIns="0" bIns="0" anchor="ctr" rtlCol="0"/>
          <a:lstStyle/>
          <a:p>
            <a:pPr algn="l"/>
            <a:endParaRPr lang="en-US" sz="1600"/>
          </a:p>
        </p:txBody>
      </p:sp>
      <p:sp>
        <p:nvSpPr>
          <p:cNvPr id="90" name="Loop 4"/>
          <p:cNvSpPr/>
          <p:nvPr/>
        </p:nvSpPr>
        <p:spPr>
          <a:xfrm>
            <a:off x="5824728" y="2880360"/>
            <a:ext cx="1060704" cy="1463040"/>
          </a:xfrm>
          <a:prstGeom prst="roundRect">
            <a:avLst>
              <a:gd name="adj" fmla="val 18000"/>
            </a:avLst>
          </a:prstGeom>
          <a:solidFill>
            <a:srgbClr val="34452A"/>
          </a:solidFill>
          <a:ln w="12700">
            <a:solidFill>
              <a:srgbClr val="A9C022"/>
            </a:solidFill>
          </a:ln>
        </p:spPr>
        <p:txBody>
          <a:bodyPr wrap="square" lIns="45720" rIns="45720" tIns="0" bIns="0" anchor="ctr" rtlCol="0"/>
          <a:lstStyle/>
          <a:p>
            <a:pPr algn="ctr"/>
            <a:r>
              <a:rPr lang="en-US" sz="1600" b="1" dirty="0">
                <a:solidFill>
                  <a:srgbClr val="A9C022"/>
                </a:solidFill>
                <a:latin typeface="Manrope"/>
                <a:cs typeface="Manrope"/>
              </a:rPr>
              <a:t>5  Model</a:t>
            </a:r>
            <a:endParaRPr lang="en-US" sz="1600"/>
          </a:p>
          <a:p>
            <a:pPr algn="ctr"/>
            <a:r>
              <a:rPr lang="en-US" sz="1600" b="0" dirty="0">
                <a:solidFill>
                  <a:srgbClr val="FFFFFF"/>
                </a:solidFill>
                <a:latin typeface="Manrope"/>
                <a:cs typeface="Manrope"/>
              </a:rPr>
              <a:t>gives the final answer</a:t>
            </a:r>
            <a:endParaRPr lang="en-US" sz="1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bg>
      <p:bgPr>
        <a:solidFill>
          <a:srgbClr val="1D1D1D"/>
        </a:solidFill>
      </p:bgPr>
    </p:bg>
    <p:spTree>
      <p:nvGrpSpPr>
        <p:cNvPr id="1" name=""/>
        <p:cNvGrpSpPr/>
        <p:nvPr/>
      </p:nvGrpSpPr>
      <p:grpSpPr>
        <a:xfrm>
          <a:off x="0" y="0"/>
          <a:ext cx="0" cy="0"/>
          <a:chOff x="0" y="0"/>
          <a:chExt cx="0" cy="0"/>
        </a:xfrm>
      </p:grpSpPr>
      <p:sp>
        <p:nvSpPr>
          <p:cNvPr id="7" name="Shape 5"/>
          <p:cNvSpPr/>
          <p:nvPr/>
        </p:nvSpPr>
        <p:spPr>
          <a:xfrm>
            <a:off x="647395" y="2042770"/>
            <a:ext cx="6285586" cy="3941978"/>
          </a:xfrm>
          <a:prstGeom prst="roundRect">
            <a:avLst>
              <a:gd name="adj" fmla="val 1807"/>
            </a:avLst>
          </a:prstGeom>
          <a:ln w="2540">
            <a:solidFill>
              <a:srgbClr val="FFFFFF">
                <a:alpha val="45000"/>
              </a:srgbClr>
            </a:solidFill>
            <a:prstDash val="solid"/>
          </a:ln>
        </p:spPr>
      </p:sp>
      <p:sp>
        <p:nvSpPr>
          <p:cNvPr id="8" name="Text 6"/>
          <p:cNvSpPr/>
          <p:nvPr/>
        </p:nvSpPr>
        <p:spPr>
          <a:xfrm>
            <a:off x="583387" y="1126541"/>
            <a:ext cx="6349594" cy="757123"/>
          </a:xfrm>
          <a:prstGeom prst="rect">
            <a:avLst/>
          </a:prstGeom>
          <a:noFill/>
          <a:ln/>
        </p:spPr>
        <p:txBody>
          <a:bodyPr wrap="square" rtlCol="0" anchor="t"/>
          <a:lstStyle/>
          <a:p>
            <a:pPr indent="0" marL="0">
              <a:lnSpc>
                <a:spcPct val="90000"/>
              </a:lnSpc>
              <a:buNone/>
            </a:pPr>
            <a:r>
              <a:rPr lang="en-US" sz="4000" spc="-150" kern="0" dirty="0">
                <a:solidFill>
                  <a:srgbClr val="D5E6CD"/>
                </a:solidFill>
                <a:latin typeface="Manrope" pitchFamily="34" charset="0"/>
                <a:ea typeface="Manrope" pitchFamily="34" charset="-122"/>
                <a:cs typeface="Manrope" pitchFamily="34" charset="-120"/>
              </a:rPr>
              <a:t>Stage 7: </a:t>
            </a:r>
            <a:r>
              <a:rPr lang="en-US" sz="4000" spc="-150" kern="0" dirty="0">
                <a:solidFill>
                  <a:srgbClr val="FFFFFF"/>
                </a:solidFill>
                <a:latin typeface="Manrope" pitchFamily="34" charset="0"/>
                <a:ea typeface="Manrope" pitchFamily="34" charset="-122"/>
                <a:cs typeface="Manrope" pitchFamily="34" charset="-120"/>
              </a:rPr>
              <a:t>workflow or agent?</a:t>
            </a:r>
          </a:p>
        </p:txBody>
      </p:sp>
      <p:sp>
        <p:nvSpPr>
          <p:cNvPr id="9" name="Shape 7"/>
          <p:cNvSpPr/>
          <p:nvPr/>
        </p:nvSpPr>
        <p:spPr>
          <a:xfrm>
            <a:off x="647395" y="2042770"/>
            <a:ext cx="6285586" cy="645566"/>
          </a:xfrm>
          <a:prstGeom prst="roundRect">
            <a:avLst>
              <a:gd name="adj" fmla="val 11505"/>
            </a:avLst>
          </a:prstGeom>
          <a:solidFill>
            <a:srgbClr val="709162"/>
          </a:solidFill>
          <a:ln/>
        </p:spPr>
      </p:sp>
      <p:sp>
        <p:nvSpPr>
          <p:cNvPr id="10" name="Shape 8"/>
          <p:cNvSpPr/>
          <p:nvPr/>
        </p:nvSpPr>
        <p:spPr>
          <a:xfrm>
            <a:off x="1280160" y="2042770"/>
            <a:ext cx="480212" cy="645566"/>
          </a:xfrm>
          <a:prstGeom prst="rect">
            <a:avLst/>
          </a:prstGeom>
          <a:solidFill>
            <a:srgbClr val="61855D"/>
          </a:solidFill>
          <a:ln/>
        </p:spPr>
      </p:sp>
      <p:sp>
        <p:nvSpPr>
          <p:cNvPr id="11" name="Shape 9"/>
          <p:cNvSpPr/>
          <p:nvPr/>
        </p:nvSpPr>
        <p:spPr>
          <a:xfrm>
            <a:off x="1751228" y="2042770"/>
            <a:ext cx="480212" cy="645566"/>
          </a:xfrm>
          <a:prstGeom prst="rect">
            <a:avLst/>
          </a:prstGeom>
          <a:solidFill>
            <a:srgbClr val="597F5A"/>
          </a:solidFill>
          <a:ln/>
        </p:spPr>
      </p:sp>
      <p:sp>
        <p:nvSpPr>
          <p:cNvPr id="12" name="Shape 10"/>
          <p:cNvSpPr/>
          <p:nvPr/>
        </p:nvSpPr>
        <p:spPr>
          <a:xfrm>
            <a:off x="2222297" y="2042770"/>
            <a:ext cx="480212" cy="645566"/>
          </a:xfrm>
          <a:prstGeom prst="rect">
            <a:avLst/>
          </a:prstGeom>
          <a:solidFill>
            <a:srgbClr val="527958"/>
          </a:solidFill>
          <a:ln/>
        </p:spPr>
      </p:sp>
      <p:sp>
        <p:nvSpPr>
          <p:cNvPr id="13" name="Shape 11"/>
          <p:cNvSpPr/>
          <p:nvPr/>
        </p:nvSpPr>
        <p:spPr>
          <a:xfrm>
            <a:off x="2693365" y="2042770"/>
            <a:ext cx="480212" cy="645566"/>
          </a:xfrm>
          <a:prstGeom prst="rect">
            <a:avLst/>
          </a:prstGeom>
          <a:solidFill>
            <a:srgbClr val="4A7355"/>
          </a:solidFill>
          <a:ln/>
        </p:spPr>
      </p:sp>
      <p:sp>
        <p:nvSpPr>
          <p:cNvPr id="14" name="Shape 12"/>
          <p:cNvSpPr/>
          <p:nvPr/>
        </p:nvSpPr>
        <p:spPr>
          <a:xfrm>
            <a:off x="3164434" y="2042770"/>
            <a:ext cx="480212" cy="645566"/>
          </a:xfrm>
          <a:prstGeom prst="rect">
            <a:avLst/>
          </a:prstGeom>
          <a:solidFill>
            <a:srgbClr val="426D53"/>
          </a:solidFill>
          <a:ln/>
        </p:spPr>
      </p:sp>
      <p:sp>
        <p:nvSpPr>
          <p:cNvPr id="15" name="Shape 13"/>
          <p:cNvSpPr/>
          <p:nvPr/>
        </p:nvSpPr>
        <p:spPr>
          <a:xfrm>
            <a:off x="3635502" y="2042770"/>
            <a:ext cx="480212" cy="645566"/>
          </a:xfrm>
          <a:prstGeom prst="rect">
            <a:avLst/>
          </a:prstGeom>
          <a:solidFill>
            <a:srgbClr val="3A6750"/>
          </a:solidFill>
          <a:ln/>
        </p:spPr>
      </p:sp>
      <p:sp>
        <p:nvSpPr>
          <p:cNvPr id="16" name="Shape 14"/>
          <p:cNvSpPr/>
          <p:nvPr/>
        </p:nvSpPr>
        <p:spPr>
          <a:xfrm>
            <a:off x="4106570" y="2042770"/>
            <a:ext cx="480212" cy="645566"/>
          </a:xfrm>
          <a:prstGeom prst="rect">
            <a:avLst/>
          </a:prstGeom>
          <a:solidFill>
            <a:srgbClr val="33624E"/>
          </a:solidFill>
          <a:ln/>
        </p:spPr>
      </p:sp>
      <p:sp>
        <p:nvSpPr>
          <p:cNvPr id="17" name="Shape 15"/>
          <p:cNvSpPr/>
          <p:nvPr/>
        </p:nvSpPr>
        <p:spPr>
          <a:xfrm>
            <a:off x="4577639" y="2042770"/>
            <a:ext cx="480212" cy="645566"/>
          </a:xfrm>
          <a:prstGeom prst="rect">
            <a:avLst/>
          </a:prstGeom>
          <a:solidFill>
            <a:srgbClr val="2B5C4B"/>
          </a:solidFill>
          <a:ln/>
        </p:spPr>
      </p:sp>
      <p:sp>
        <p:nvSpPr>
          <p:cNvPr id="18" name="Shape 16"/>
          <p:cNvSpPr/>
          <p:nvPr/>
        </p:nvSpPr>
        <p:spPr>
          <a:xfrm>
            <a:off x="5048707" y="2042770"/>
            <a:ext cx="480212" cy="645566"/>
          </a:xfrm>
          <a:prstGeom prst="rect">
            <a:avLst/>
          </a:prstGeom>
          <a:solidFill>
            <a:srgbClr val="235649"/>
          </a:solidFill>
          <a:ln/>
        </p:spPr>
      </p:sp>
      <p:sp>
        <p:nvSpPr>
          <p:cNvPr id="19" name="Shape 17"/>
          <p:cNvSpPr/>
          <p:nvPr/>
        </p:nvSpPr>
        <p:spPr>
          <a:xfrm>
            <a:off x="5519776" y="2042770"/>
            <a:ext cx="480212" cy="645566"/>
          </a:xfrm>
          <a:prstGeom prst="rect">
            <a:avLst/>
          </a:prstGeom>
          <a:solidFill>
            <a:srgbClr val="1B5046"/>
          </a:solidFill>
          <a:ln/>
        </p:spPr>
      </p:sp>
      <p:sp>
        <p:nvSpPr>
          <p:cNvPr id="20" name="Shape 18"/>
          <p:cNvSpPr/>
          <p:nvPr/>
        </p:nvSpPr>
        <p:spPr>
          <a:xfrm>
            <a:off x="5990844" y="2042770"/>
            <a:ext cx="480212" cy="645566"/>
          </a:xfrm>
          <a:prstGeom prst="rect">
            <a:avLst/>
          </a:prstGeom>
          <a:solidFill>
            <a:srgbClr val="144A44"/>
          </a:solidFill>
          <a:ln/>
        </p:spPr>
      </p:sp>
      <p:sp>
        <p:nvSpPr>
          <p:cNvPr id="21" name="Shape 19"/>
          <p:cNvSpPr/>
          <p:nvPr/>
        </p:nvSpPr>
        <p:spPr>
          <a:xfrm>
            <a:off x="6461912" y="2042770"/>
            <a:ext cx="480212" cy="645566"/>
          </a:xfrm>
          <a:prstGeom prst="rect">
            <a:avLst/>
          </a:prstGeom>
          <a:solidFill>
            <a:srgbClr val="0C4441"/>
          </a:solidFill>
          <a:ln/>
        </p:spPr>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866851" y="1954073"/>
          <a:ext cx="5809183" cy="4032505"/>
        </p:xfrm>
        <a:graphic>
          <a:graphicData uri="http://schemas.openxmlformats.org/drawingml/2006/table">
            <a:tbl>
              <a:tblPr/>
              <a:tblGrid>
                <a:gridCol w="1737360"/>
                <a:gridCol w="2011680"/>
                <a:gridCol w="2060143"/>
              </a:tblGrid>
              <a:tr h="806501">
                <a:tc>
                  <a:txBody>
                    <a:bodyPr/>
                    <a:lstStyle/>
                    <a:p>
                      <a:pPr algn="l" indent="0" marL="0">
                        <a:buNone/>
                      </a:pPr>
                      <a:r>
                        <a:rPr lang="en-US" sz="1600" dirty="0">
                          <a:solidFill>
                            <a:srgbClr val="FFFFFF"/>
                          </a:solidFill>
                          <a:latin typeface="Manrope" pitchFamily="34" charset="0"/>
                          <a:ea typeface="Manrope" pitchFamily="34" charset="-122"/>
                          <a:cs typeface="Manrope" pitchFamily="34" charset="-120"/>
                        </a:rPr>
                        <a:t/>
                      </a:r>
                    </a:p>
                  </a:txBody>
                  <a:tcPr marL="1778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b="1" dirty="0">
                          <a:solidFill>
                            <a:srgbClr val="FFFFFF"/>
                          </a:solidFill>
                          <a:latin typeface="Manrope" pitchFamily="34" charset="0"/>
                          <a:ea typeface="Manrope" pitchFamily="34" charset="-122"/>
                          <a:cs typeface="Manrope" pitchFamily="34" charset="-120"/>
                        </a:rPr>
                        <a:t>Workflow</a:t>
                      </a:r>
                    </a:p>
                  </a:txBody>
                  <a:tcPr marL="508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b="1" dirty="0">
                          <a:solidFill>
                            <a:srgbClr val="FFFFFF"/>
                          </a:solidFill>
                          <a:latin typeface="Manrope" pitchFamily="34" charset="0"/>
                          <a:ea typeface="Manrope" pitchFamily="34" charset="-122"/>
                          <a:cs typeface="Manrope" pitchFamily="34" charset="-120"/>
                        </a:rPr>
                        <a:t>Agent</a:t>
                      </a:r>
                    </a:p>
                  </a:txBody>
                  <a:tcPr marL="50800" marR="50800" marT="50800" marB="50800" anchor="ctr">
                    <a:lnL w="0" cap="flat" cmpd="sng" algn="ctr">
                      <a:noFill/>
                    </a:lnL>
                    <a:lnR w="0" cap="flat" cmpd="sng" algn="ctr">
                      <a:noFill/>
                    </a:lnR>
                    <a:lnT w="0" cap="flat" cmpd="sng" algn="ctr">
                      <a:noFill/>
                    </a:lnT>
                    <a:lnB w="0" cap="flat" cmpd="sng" algn="ctr">
                      <a:noFill/>
                    </a:lnB>
                  </a:tcPr>
                </a:tc>
              </a:tr>
              <a:tr h="806501">
                <a:tc>
                  <a:txBody>
                    <a:bodyPr/>
                    <a:lstStyle/>
                    <a:p>
                      <a:pPr algn="l" indent="0" marL="0">
                        <a:buNone/>
                      </a:pPr>
                      <a:r>
                        <a:rPr lang="en-US" sz="1600" dirty="0">
                          <a:solidFill>
                            <a:srgbClr val="FFFFFF"/>
                          </a:solidFill>
                          <a:latin typeface="Manrope" pitchFamily="34" charset="0"/>
                          <a:ea typeface="Manrope" pitchFamily="34" charset="-122"/>
                          <a:cs typeface="Manrope" pitchFamily="34" charset="-120"/>
                        </a:rPr>
                        <a:t>Steps</a:t>
                      </a:r>
                    </a:p>
                  </a:txBody>
                  <a:tcPr marL="5080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E7E6E6"/>
                          </a:solidFill>
                          <a:latin typeface="Manrope" pitchFamily="34" charset="0"/>
                          <a:ea typeface="Manrope" pitchFamily="34" charset="-122"/>
                          <a:cs typeface="Manrope" pitchFamily="34" charset="-120"/>
                        </a:rPr>
                        <a:t>Fixed in advance</a:t>
                      </a:r>
                    </a:p>
                  </a:txBody>
                  <a:tcPr marL="508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FFFFFF"/>
                          </a:solidFill>
                          <a:latin typeface="Manrope" pitchFamily="34" charset="0"/>
                          <a:ea typeface="Manrope" pitchFamily="34" charset="-122"/>
                          <a:cs typeface="Manrope" pitchFamily="34" charset="-120"/>
                        </a:rPr>
                        <a:t>Decided as it goes</a:t>
                      </a:r>
                    </a:p>
                  </a:txBody>
                  <a:tcPr marL="50800" marR="50800" marT="50800" marB="50800" anchor="ctr">
                    <a:lnL w="0" cap="flat" cmpd="sng" algn="ctr">
                      <a:noFill/>
                    </a:lnL>
                    <a:lnR w="0" cap="flat" cmpd="sng" algn="ctr">
                      <a:noFill/>
                    </a:lnR>
                    <a:lnT w="0" cap="flat" cmpd="sng" algn="ctr">
                      <a:noFill/>
                    </a:lnT>
                    <a:lnB w="0" cap="flat" cmpd="sng" algn="ctr">
                      <a:noFill/>
                    </a:lnB>
                  </a:tcPr>
                </a:tc>
              </a:tr>
              <a:tr h="806501">
                <a:tc>
                  <a:txBody>
                    <a:bodyPr/>
                    <a:lstStyle/>
                    <a:p>
                      <a:pPr algn="l" indent="0" marL="0">
                        <a:buNone/>
                      </a:pPr>
                      <a:r>
                        <a:rPr lang="en-US" sz="1600" dirty="0">
                          <a:solidFill>
                            <a:srgbClr val="FFFFFF"/>
                          </a:solidFill>
                          <a:latin typeface="Manrope" pitchFamily="34" charset="0"/>
                          <a:ea typeface="Manrope" pitchFamily="34" charset="-122"/>
                          <a:cs typeface="Manrope" pitchFamily="34" charset="-120"/>
                        </a:rPr>
                        <a:t>Tool use</a:t>
                      </a:r>
                    </a:p>
                  </a:txBody>
                  <a:tcPr marL="5080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E7E6E6"/>
                          </a:solidFill>
                          <a:latin typeface="Manrope" pitchFamily="34" charset="0"/>
                          <a:ea typeface="Manrope" pitchFamily="34" charset="-122"/>
                          <a:cs typeface="Manrope" pitchFamily="34" charset="-120"/>
                        </a:rPr>
                        <a:t>Part of the set path</a:t>
                      </a:r>
                    </a:p>
                  </a:txBody>
                  <a:tcPr marL="508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FFFFFF"/>
                          </a:solidFill>
                          <a:latin typeface="Manrope" pitchFamily="34" charset="0"/>
                          <a:ea typeface="Manrope" pitchFamily="34" charset="-122"/>
                          <a:cs typeface="Manrope" pitchFamily="34" charset="-120"/>
                        </a:rPr>
                        <a:t>Chosen by the agent</a:t>
                      </a:r>
                    </a:p>
                  </a:txBody>
                  <a:tcPr marL="50800" marR="50800" marT="50800" marB="50800" anchor="ctr">
                    <a:lnL w="0" cap="flat" cmpd="sng" algn="ctr">
                      <a:noFill/>
                    </a:lnL>
                    <a:lnR w="0" cap="flat" cmpd="sng" algn="ctr">
                      <a:noFill/>
                    </a:lnR>
                    <a:lnT w="0" cap="flat" cmpd="sng" algn="ctr">
                      <a:noFill/>
                    </a:lnT>
                    <a:lnB w="0" cap="flat" cmpd="sng" algn="ctr">
                      <a:noFill/>
                    </a:lnB>
                  </a:tcPr>
                </a:tc>
              </a:tr>
              <a:tr h="806501">
                <a:tc>
                  <a:txBody>
                    <a:bodyPr/>
                    <a:lstStyle/>
                    <a:p>
                      <a:pPr algn="l" indent="0" marL="0">
                        <a:buNone/>
                      </a:pPr>
                      <a:r>
                        <a:rPr lang="en-US" sz="1600" dirty="0">
                          <a:solidFill>
                            <a:srgbClr val="FFFFFF"/>
                          </a:solidFill>
                          <a:latin typeface="Manrope" pitchFamily="34" charset="0"/>
                          <a:ea typeface="Manrope" pitchFamily="34" charset="-122"/>
                          <a:cs typeface="Manrope" pitchFamily="34" charset="-120"/>
                        </a:rPr>
                        <a:t>Analogy</a:t>
                      </a:r>
                    </a:p>
                  </a:txBody>
                  <a:tcPr marL="5080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E7E6E6"/>
                          </a:solidFill>
                          <a:latin typeface="Manrope" pitchFamily="34" charset="0"/>
                          <a:ea typeface="Manrope" pitchFamily="34" charset="-122"/>
                          <a:cs typeface="Manrope" pitchFamily="34" charset="-120"/>
                        </a:rPr>
                        <a:t>A recipe card</a:t>
                      </a:r>
                    </a:p>
                  </a:txBody>
                  <a:tcPr marL="508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FFFFFF"/>
                          </a:solidFill>
                          <a:latin typeface="Manrope" pitchFamily="34" charset="0"/>
                          <a:ea typeface="Manrope" pitchFamily="34" charset="-122"/>
                          <a:cs typeface="Manrope" pitchFamily="34" charset="-120"/>
                        </a:rPr>
                        <a:t>A cook checking the fridge</a:t>
                      </a:r>
                    </a:p>
                  </a:txBody>
                  <a:tcPr marL="50800" marR="50800" marT="50800" marB="50800" anchor="ctr">
                    <a:lnL w="0" cap="flat" cmpd="sng" algn="ctr">
                      <a:noFill/>
                    </a:lnL>
                    <a:lnR w="0" cap="flat" cmpd="sng" algn="ctr">
                      <a:noFill/>
                    </a:lnR>
                    <a:lnT w="0" cap="flat" cmpd="sng" algn="ctr">
                      <a:noFill/>
                    </a:lnT>
                    <a:lnB w="0" cap="flat" cmpd="sng" algn="ctr">
                      <a:noFill/>
                    </a:lnB>
                  </a:tcPr>
                </a:tc>
              </a:tr>
              <a:tr h="806501">
                <a:tc>
                  <a:txBody>
                    <a:bodyPr/>
                    <a:lstStyle/>
                    <a:p>
                      <a:pPr algn="l" indent="0" marL="0">
                        <a:buNone/>
                      </a:pPr>
                      <a:r>
                        <a:rPr lang="en-US" sz="1600" dirty="0">
                          <a:solidFill>
                            <a:srgbClr val="FFFFFF"/>
                          </a:solidFill>
                          <a:latin typeface="Manrope" pitchFamily="34" charset="0"/>
                          <a:ea typeface="Manrope" pitchFamily="34" charset="-122"/>
                          <a:cs typeface="Manrope" pitchFamily="34" charset="-120"/>
                        </a:rPr>
                        <a:t>Start with</a:t>
                      </a:r>
                    </a:p>
                  </a:txBody>
                  <a:tcPr marL="5080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E7E6E6"/>
                          </a:solidFill>
                          <a:latin typeface="Manrope" pitchFamily="34" charset="0"/>
                          <a:ea typeface="Manrope" pitchFamily="34" charset="-122"/>
                          <a:cs typeface="Manrope" pitchFamily="34" charset="-120"/>
                        </a:rPr>
                        <a:t>The simplest design</a:t>
                      </a:r>
                    </a:p>
                  </a:txBody>
                  <a:tcPr marL="50800" marR="50800" marT="50800" marB="5080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1600" dirty="0">
                          <a:solidFill>
                            <a:srgbClr val="FFFFFF"/>
                          </a:solidFill>
                          <a:latin typeface="Manrope" pitchFamily="34" charset="0"/>
                          <a:ea typeface="Manrope" pitchFamily="34" charset="-122"/>
                          <a:cs typeface="Manrope" pitchFamily="34" charset="-120"/>
                        </a:rPr>
                        <a:t>Add only when needed</a:t>
                      </a:r>
                    </a:p>
                  </a:txBody>
                  <a:tcPr marL="50800" marR="50800" marT="50800" marB="50800" anchor="ctr">
                    <a:lnL w="0" cap="flat" cmpd="sng" algn="ctr">
                      <a:noFill/>
                    </a:lnL>
                    <a:lnR w="0" cap="flat" cmpd="sng" algn="ctr">
                      <a:noFill/>
                    </a:lnR>
                    <a:lnT w="0" cap="flat" cmpd="sng" algn="ctr">
                      <a:noFill/>
                    </a:lnT>
                    <a:lnB w="0" cap="flat" cmpd="sng" algn="ctr">
                      <a:noFill/>
                    </a:lnB>
                  </a:tcPr>
                </a:tc>
              </a:tr>
            </a:tbl>
          </a:graphicData>
        </a:graphic>
      </p:graphicFrame>
      <p:sp>
        <p:nvSpPr>
          <p:cNvPr id="23" name="Shape 20"/>
          <p:cNvSpPr/>
          <p:nvPr/>
        </p:nvSpPr>
        <p:spPr>
          <a:xfrm>
            <a:off x="7541971" y="873252"/>
            <a:ext cx="0" cy="5984748"/>
          </a:xfrm>
          <a:prstGeom prst="line">
            <a:avLst/>
          </a:prstGeom>
          <a:noFill/>
          <a:ln w="2540">
            <a:solidFill>
              <a:srgbClr val="D0CFCF"/>
            </a:solidFill>
            <a:prstDash val="solid"/>
          </a:ln>
        </p:spPr>
      </p:sp>
      <p:sp>
        <p:nvSpPr>
          <p:cNvPr id="24" name="Shape 21"/>
          <p:cNvSpPr/>
          <p:nvPr/>
        </p:nvSpPr>
        <p:spPr>
          <a:xfrm>
            <a:off x="7506310" y="836676"/>
            <a:ext cx="72238" cy="72238"/>
          </a:xfrm>
          <a:prstGeom prst="ellipse">
            <a:avLst/>
          </a:prstGeom>
          <a:solidFill>
            <a:srgbClr val="D0CFCF"/>
          </a:solidFill>
          <a:ln/>
        </p:spPr>
      </p:sp>
      <p:sp>
        <p:nvSpPr>
          <p:cNvPr id="25" name="Shape 22"/>
          <p:cNvSpPr/>
          <p:nvPr/>
        </p:nvSpPr>
        <p:spPr>
          <a:xfrm>
            <a:off x="4615891" y="2042770"/>
            <a:ext cx="0" cy="3941978"/>
          </a:xfrm>
          <a:prstGeom prst="line">
            <a:avLst/>
          </a:prstGeom>
          <a:noFill/>
          <a:ln w="2540">
            <a:solidFill>
              <a:srgbClr val="FFFFFF">
                <a:alpha val="45000"/>
              </a:srgbClr>
            </a:solidFill>
            <a:prstDash val="solid"/>
          </a:ln>
        </p:spPr>
      </p:sp>
      <p:sp>
        <p:nvSpPr>
          <p:cNvPr id="26" name="Shape 23"/>
          <p:cNvSpPr/>
          <p:nvPr/>
        </p:nvSpPr>
        <p:spPr>
          <a:xfrm>
            <a:off x="2604211" y="2042770"/>
            <a:ext cx="0" cy="3941978"/>
          </a:xfrm>
          <a:prstGeom prst="line">
            <a:avLst/>
          </a:prstGeom>
          <a:noFill/>
          <a:ln w="2540">
            <a:solidFill>
              <a:srgbClr val="FFFFFF">
                <a:alpha val="45000"/>
              </a:srgbClr>
            </a:solidFill>
            <a:prstDash val="solid"/>
          </a:ln>
        </p:spPr>
      </p:sp>
      <p:sp>
        <p:nvSpPr>
          <p:cNvPr id="27" name="Text 24"/>
          <p:cNvSpPr/>
          <p:nvPr/>
        </p:nvSpPr>
        <p:spPr>
          <a:xfrm>
            <a:off x="7992770" y="4572000"/>
            <a:ext cx="3474720" cy="1463040"/>
          </a:xfrm>
          <a:prstGeom prst="rect">
            <a:avLst/>
          </a:prstGeom>
          <a:noFill/>
          <a:ln/>
        </p:spPr>
        <p:txBody>
          <a:bodyPr wrap="square" rtlCol="0" anchor="t"/>
          <a:lstStyle/>
          <a:p>
            <a:pPr indent="0" marL="0">
              <a:lnSpc>
                <a:spcPct val="125000"/>
              </a:lnSpc>
              <a:spcAft>
                <a:spcPts val="600"/>
              </a:spcAft>
              <a:buNone/>
            </a:pPr>
            <a:r>
              <a:rPr lang="en-US" sz="1600" dirty="0" b="1">
                <a:solidFill>
                  <a:srgbClr val="D5E6CD"/>
                </a:solidFill>
                <a:latin typeface="Manrope" pitchFamily="34" charset="0"/>
                <a:ea typeface="Manrope" pitchFamily="34" charset="-122"/>
                <a:cs typeface="Manrope" pitchFamily="34" charset="-120"/>
              </a:rPr>
              <a:t>Anthropic: </a:t>
            </a:r>
            <a:r>
              <a:rPr lang="en-US" sz="1600" dirty="0">
                <a:solidFill>
                  <a:srgbClr val="FFFFFF"/>
                </a:solidFill>
                <a:latin typeface="Manrope" pitchFamily="34" charset="0"/>
                <a:ea typeface="Manrope" pitchFamily="34" charset="-122"/>
                <a:cs typeface="Manrope" pitchFamily="34" charset="-120"/>
              </a:rPr>
              <a:t>“finding the simplest solution possible, and only increasing complexity when needed.”</a:t>
            </a:r>
          </a:p>
        </p:txBody>
      </p:sp>
      <p:sp>
        <p:nvSpPr>
          <p:cNvPr id="28" name="Shape 25"/>
          <p:cNvSpPr/>
          <p:nvPr/>
        </p:nvSpPr>
        <p:spPr>
          <a:xfrm>
            <a:off x="7860182" y="1233526"/>
            <a:ext cx="3420770" cy="1463040"/>
          </a:xfrm>
          <a:prstGeom prst="roundRect">
            <a:avLst>
              <a:gd name="adj" fmla="val 5132"/>
            </a:avLst>
          </a:prstGeom>
          <a:solidFill>
            <a:srgbClr val="FFFFFF">
              <a:alpha val="10000"/>
            </a:srgbClr>
          </a:solidFill>
          <a:ln w="2540">
            <a:solidFill>
              <a:srgbClr val="FFFFFF">
                <a:alpha val="40000"/>
              </a:srgbClr>
            </a:solidFill>
            <a:prstDash val="solid"/>
          </a:ln>
        </p:spPr>
      </p:sp>
      <p:sp>
        <p:nvSpPr>
          <p:cNvPr id="29" name="Text 26"/>
          <p:cNvSpPr/>
          <p:nvPr/>
        </p:nvSpPr>
        <p:spPr>
          <a:xfrm>
            <a:off x="8618220" y="1371600"/>
            <a:ext cx="1986991" cy="320954"/>
          </a:xfrm>
          <a:prstGeom prst="rect">
            <a:avLst/>
          </a:prstGeom>
          <a:noFill/>
          <a:ln/>
        </p:spPr>
        <p:txBody>
          <a:bodyPr wrap="square" lIns="0" tIns="0" rIns="0" bIns="0"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Routing</a:t>
            </a:r>
          </a:p>
        </p:txBody>
      </p:sp>
      <p:sp>
        <p:nvSpPr>
          <p:cNvPr id="30" name="Text 27"/>
          <p:cNvSpPr/>
          <p:nvPr/>
        </p:nvSpPr>
        <p:spPr>
          <a:xfrm>
            <a:off x="8521294" y="1783080"/>
            <a:ext cx="2606040" cy="82296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Analogy: a receptionist sending you to the right desk.</a:t>
            </a:r>
          </a:p>
        </p:txBody>
      </p:sp>
      <p:sp>
        <p:nvSpPr>
          <p:cNvPr id="31" name="Shape 28"/>
          <p:cNvSpPr/>
          <p:nvPr/>
        </p:nvSpPr>
        <p:spPr>
          <a:xfrm>
            <a:off x="7860182" y="2880360"/>
            <a:ext cx="3420770" cy="1371600"/>
          </a:xfrm>
          <a:prstGeom prst="roundRect">
            <a:avLst>
              <a:gd name="adj" fmla="val 5132"/>
            </a:avLst>
          </a:prstGeom>
          <a:solidFill>
            <a:srgbClr val="FFFFFF">
              <a:alpha val="10000"/>
            </a:srgbClr>
          </a:solidFill>
          <a:ln w="2540">
            <a:solidFill>
              <a:srgbClr val="FFFFFF">
                <a:alpha val="40000"/>
              </a:srgbClr>
            </a:solidFill>
            <a:prstDash val="solid"/>
          </a:ln>
        </p:spPr>
      </p:sp>
      <p:sp>
        <p:nvSpPr>
          <p:cNvPr id="32" name="Text 29"/>
          <p:cNvSpPr/>
          <p:nvPr/>
        </p:nvSpPr>
        <p:spPr>
          <a:xfrm>
            <a:off x="8618220" y="3090672"/>
            <a:ext cx="1986991" cy="320954"/>
          </a:xfrm>
          <a:prstGeom prst="rect">
            <a:avLst/>
          </a:prstGeom>
          <a:noFill/>
          <a:ln/>
        </p:spPr>
        <p:txBody>
          <a:bodyPr wrap="square" lIns="0" tIns="0" rIns="0" bIns="0"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Prompt chaining</a:t>
            </a:r>
          </a:p>
        </p:txBody>
      </p:sp>
      <p:sp>
        <p:nvSpPr>
          <p:cNvPr id="33" name="Text 30"/>
          <p:cNvSpPr/>
          <p:nvPr/>
        </p:nvSpPr>
        <p:spPr>
          <a:xfrm>
            <a:off x="8521294" y="3456432"/>
            <a:ext cx="2606040" cy="73152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Each AI step works on the output of the step before.</a:t>
            </a:r>
          </a:p>
        </p:txBody>
      </p:sp>
      <p:sp>
        <p:nvSpPr>
          <p:cNvPr id="34" name="Shape 31"/>
          <p:cNvSpPr/>
          <p:nvPr/>
        </p:nvSpPr>
        <p:spPr>
          <a:xfrm>
            <a:off x="8146390" y="1447495"/>
            <a:ext cx="351130" cy="351130"/>
          </a:xfrm>
          <a:prstGeom prst="ellipse">
            <a:avLst/>
          </a:prstGeom>
          <a:ln w="15875">
            <a:solidFill>
              <a:srgbClr val="9FEF9C"/>
            </a:solidFill>
            <a:prstDash val="solid"/>
          </a:ln>
        </p:spPr>
      </p:sp>
      <p:sp>
        <p:nvSpPr>
          <p:cNvPr id="35" name="Shape 32"/>
          <p:cNvSpPr/>
          <p:nvPr/>
        </p:nvSpPr>
        <p:spPr>
          <a:xfrm>
            <a:off x="8262262" y="1563368"/>
            <a:ext cx="119384" cy="119384"/>
          </a:xfrm>
          <a:prstGeom prst="ellipse">
            <a:avLst/>
          </a:prstGeom>
          <a:solidFill>
            <a:srgbClr val="9FEF9C"/>
          </a:solidFill>
          <a:ln/>
        </p:spPr>
      </p:sp>
      <p:sp>
        <p:nvSpPr>
          <p:cNvPr id="36" name="Shape 33"/>
          <p:cNvSpPr/>
          <p:nvPr/>
        </p:nvSpPr>
        <p:spPr>
          <a:xfrm>
            <a:off x="8115300" y="3081528"/>
            <a:ext cx="329184" cy="329184"/>
          </a:xfrm>
          <a:prstGeom prst="ellipse">
            <a:avLst/>
          </a:prstGeom>
          <a:ln w="15875">
            <a:solidFill>
              <a:srgbClr val="9FEF9C"/>
            </a:solidFill>
            <a:prstDash val="solid"/>
          </a:ln>
        </p:spPr>
      </p:sp>
      <p:sp>
        <p:nvSpPr>
          <p:cNvPr id="37" name="Shape 34"/>
          <p:cNvSpPr/>
          <p:nvPr/>
        </p:nvSpPr>
        <p:spPr>
          <a:xfrm>
            <a:off x="8223931" y="3191256"/>
            <a:ext cx="111923" cy="111923"/>
          </a:xfrm>
          <a:prstGeom prst="ellipse">
            <a:avLst/>
          </a:prstGeom>
          <a:solidFill>
            <a:srgbClr val="9FEF9C"/>
          </a:solidFill>
          <a:ln/>
        </p:spPr>
      </p:sp>
      <p:sp>
        <p:nvSpPr>
          <p:cNvPr id="38" name="Shape 35"/>
          <p:cNvSpPr/>
          <p:nvPr/>
        </p:nvSpPr>
        <p:spPr>
          <a:xfrm>
            <a:off x="1038758" y="3040380"/>
            <a:ext cx="247802" cy="247802"/>
          </a:xfrm>
          <a:prstGeom prst="ellipse">
            <a:avLst/>
          </a:prstGeom>
          <a:ln w="15875">
            <a:solidFill>
              <a:srgbClr val="9FEF9C"/>
            </a:solidFill>
            <a:prstDash val="solid"/>
          </a:ln>
        </p:spPr>
      </p:sp>
      <p:sp>
        <p:nvSpPr>
          <p:cNvPr id="39" name="Shape 36"/>
          <p:cNvSpPr/>
          <p:nvPr/>
        </p:nvSpPr>
        <p:spPr>
          <a:xfrm>
            <a:off x="1120533" y="3122155"/>
            <a:ext cx="84253" cy="84253"/>
          </a:xfrm>
          <a:prstGeom prst="ellipse">
            <a:avLst/>
          </a:prstGeom>
          <a:solidFill>
            <a:srgbClr val="9FEF9C"/>
          </a:solidFill>
          <a:ln/>
        </p:spPr>
      </p:sp>
      <p:sp>
        <p:nvSpPr>
          <p:cNvPr id="40" name="Shape 37"/>
          <p:cNvSpPr/>
          <p:nvPr/>
        </p:nvSpPr>
        <p:spPr>
          <a:xfrm>
            <a:off x="1038758" y="3850538"/>
            <a:ext cx="229514" cy="229514"/>
          </a:xfrm>
          <a:prstGeom prst="ellipse">
            <a:avLst/>
          </a:prstGeom>
          <a:ln w="15875">
            <a:solidFill>
              <a:srgbClr val="9FEF9C"/>
            </a:solidFill>
            <a:prstDash val="solid"/>
          </a:ln>
        </p:spPr>
      </p:sp>
      <p:sp>
        <p:nvSpPr>
          <p:cNvPr id="41" name="Shape 38"/>
          <p:cNvSpPr/>
          <p:nvPr/>
        </p:nvSpPr>
        <p:spPr>
          <a:xfrm>
            <a:off x="1114498" y="3926278"/>
            <a:ext cx="78035" cy="78035"/>
          </a:xfrm>
          <a:prstGeom prst="ellipse">
            <a:avLst/>
          </a:prstGeom>
          <a:solidFill>
            <a:srgbClr val="9FEF9C"/>
          </a:solidFill>
          <a:ln/>
        </p:spPr>
      </p:sp>
      <p:sp>
        <p:nvSpPr>
          <p:cNvPr id="42" name="Shape 39"/>
          <p:cNvSpPr/>
          <p:nvPr/>
        </p:nvSpPr>
        <p:spPr>
          <a:xfrm>
            <a:off x="1010412" y="4669841"/>
            <a:ext cx="304495" cy="209398"/>
          </a:xfrm>
          <a:prstGeom prst="ellipse">
            <a:avLst/>
          </a:prstGeom>
          <a:ln w="15875">
            <a:solidFill>
              <a:srgbClr val="9FEF9C"/>
            </a:solidFill>
            <a:prstDash val="solid"/>
          </a:ln>
        </p:spPr>
      </p:sp>
      <p:sp>
        <p:nvSpPr>
          <p:cNvPr id="43" name="Shape 40"/>
          <p:cNvSpPr/>
          <p:nvPr/>
        </p:nvSpPr>
        <p:spPr>
          <a:xfrm>
            <a:off x="1110895" y="4738942"/>
            <a:ext cx="103528" cy="71195"/>
          </a:xfrm>
          <a:prstGeom prst="ellipse">
            <a:avLst/>
          </a:prstGeom>
          <a:solidFill>
            <a:srgbClr val="9FEF9C"/>
          </a:solidFill>
          <a:ln/>
        </p:spPr>
      </p:sp>
      <p:sp>
        <p:nvSpPr>
          <p:cNvPr id="44" name="Shape 41"/>
          <p:cNvSpPr/>
          <p:nvPr/>
        </p:nvSpPr>
        <p:spPr>
          <a:xfrm>
            <a:off x="1038758" y="5441594"/>
            <a:ext cx="247802" cy="267005"/>
          </a:xfrm>
          <a:prstGeom prst="ellipse">
            <a:avLst/>
          </a:prstGeom>
          <a:ln w="15875">
            <a:solidFill>
              <a:srgbClr val="9FEF9C"/>
            </a:solidFill>
            <a:prstDash val="solid"/>
          </a:ln>
        </p:spPr>
      </p:sp>
      <p:sp>
        <p:nvSpPr>
          <p:cNvPr id="45" name="Shape 42"/>
          <p:cNvSpPr/>
          <p:nvPr/>
        </p:nvSpPr>
        <p:spPr>
          <a:xfrm>
            <a:off x="1120533" y="5529706"/>
            <a:ext cx="84253" cy="90782"/>
          </a:xfrm>
          <a:prstGeom prst="ellipse">
            <a:avLst/>
          </a:prstGeom>
          <a:solidFill>
            <a:srgbClr val="9FEF9C"/>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1D1D1D"/>
        </a:solidFill>
      </p:bgPr>
    </p:bg>
    <p:spTree>
      <p:nvGrpSpPr>
        <p:cNvPr id="1" name=""/>
        <p:cNvGrpSpPr/>
        <p:nvPr/>
      </p:nvGrpSpPr>
      <p:grpSpPr>
        <a:xfrm>
          <a:off x="0" y="0"/>
          <a:ext cx="0" cy="0"/>
          <a:chOff x="0" y="0"/>
          <a:chExt cx="0" cy="0"/>
        </a:xfrm>
      </p:grpSpPr>
      <p:sp>
        <p:nvSpPr>
          <p:cNvPr id="7" name="Shape 5"/>
          <p:cNvSpPr/>
          <p:nvPr/>
        </p:nvSpPr>
        <p:spPr>
          <a:xfrm>
            <a:off x="11835994" y="1750162"/>
            <a:ext cx="803758" cy="657454"/>
          </a:xfrm>
          <a:prstGeom prst="rect">
            <a:avLst/>
          </a:prstGeom>
          <a:solidFill>
            <a:srgbClr val="FFFFFF">
              <a:alpha val="688"/>
            </a:srgbClr>
          </a:solidFill>
          <a:ln/>
        </p:spPr>
      </p:sp>
      <p:sp>
        <p:nvSpPr>
          <p:cNvPr id="8" name="Shape 6"/>
          <p:cNvSpPr/>
          <p:nvPr/>
        </p:nvSpPr>
        <p:spPr>
          <a:xfrm>
            <a:off x="11835994" y="2398471"/>
            <a:ext cx="803758" cy="657454"/>
          </a:xfrm>
          <a:prstGeom prst="rect">
            <a:avLst/>
          </a:prstGeom>
          <a:solidFill>
            <a:srgbClr val="FFFFFF">
              <a:alpha val="1375"/>
            </a:srgbClr>
          </a:solidFill>
          <a:ln/>
        </p:spPr>
      </p:sp>
      <p:sp>
        <p:nvSpPr>
          <p:cNvPr id="9" name="Shape 7"/>
          <p:cNvSpPr/>
          <p:nvPr/>
        </p:nvSpPr>
        <p:spPr>
          <a:xfrm>
            <a:off x="11835994" y="3046781"/>
            <a:ext cx="803758" cy="657454"/>
          </a:xfrm>
          <a:prstGeom prst="rect">
            <a:avLst/>
          </a:prstGeom>
          <a:solidFill>
            <a:srgbClr val="FFFFFF">
              <a:alpha val="2063"/>
            </a:srgbClr>
          </a:solidFill>
          <a:ln/>
        </p:spPr>
      </p:sp>
      <p:sp>
        <p:nvSpPr>
          <p:cNvPr id="10" name="Shape 8"/>
          <p:cNvSpPr/>
          <p:nvPr/>
        </p:nvSpPr>
        <p:spPr>
          <a:xfrm>
            <a:off x="11835994" y="3695090"/>
            <a:ext cx="803758" cy="657454"/>
          </a:xfrm>
          <a:prstGeom prst="rect">
            <a:avLst/>
          </a:prstGeom>
          <a:solidFill>
            <a:srgbClr val="FFFFFF">
              <a:alpha val="2750"/>
            </a:srgbClr>
          </a:solidFill>
          <a:ln/>
        </p:spPr>
      </p:sp>
      <p:sp>
        <p:nvSpPr>
          <p:cNvPr id="11" name="Shape 9"/>
          <p:cNvSpPr/>
          <p:nvPr/>
        </p:nvSpPr>
        <p:spPr>
          <a:xfrm>
            <a:off x="11835994" y="4343400"/>
            <a:ext cx="803758" cy="657454"/>
          </a:xfrm>
          <a:prstGeom prst="rect">
            <a:avLst/>
          </a:prstGeom>
          <a:solidFill>
            <a:srgbClr val="FFFFFF">
              <a:alpha val="3438"/>
            </a:srgbClr>
          </a:solidFill>
          <a:ln/>
        </p:spPr>
      </p:sp>
      <p:sp>
        <p:nvSpPr>
          <p:cNvPr id="12" name="Shape 10"/>
          <p:cNvSpPr/>
          <p:nvPr/>
        </p:nvSpPr>
        <p:spPr>
          <a:xfrm>
            <a:off x="11835994" y="4991710"/>
            <a:ext cx="803758" cy="657454"/>
          </a:xfrm>
          <a:prstGeom prst="rect">
            <a:avLst/>
          </a:prstGeom>
          <a:solidFill>
            <a:srgbClr val="FFFFFF">
              <a:alpha val="4125"/>
            </a:srgbClr>
          </a:solidFill>
          <a:ln/>
        </p:spPr>
      </p:sp>
      <p:sp>
        <p:nvSpPr>
          <p:cNvPr id="13" name="Shape 11"/>
          <p:cNvSpPr/>
          <p:nvPr/>
        </p:nvSpPr>
        <p:spPr>
          <a:xfrm>
            <a:off x="11835994" y="5640019"/>
            <a:ext cx="803758" cy="657454"/>
          </a:xfrm>
          <a:prstGeom prst="rect">
            <a:avLst/>
          </a:prstGeom>
          <a:solidFill>
            <a:srgbClr val="FFFFFF">
              <a:alpha val="4813"/>
            </a:srgbClr>
          </a:solidFill>
          <a:ln/>
        </p:spPr>
      </p:sp>
      <p:sp>
        <p:nvSpPr>
          <p:cNvPr id="14" name="Shape 12"/>
          <p:cNvSpPr/>
          <p:nvPr/>
        </p:nvSpPr>
        <p:spPr>
          <a:xfrm>
            <a:off x="11835994" y="6288329"/>
            <a:ext cx="803758" cy="657454"/>
          </a:xfrm>
          <a:prstGeom prst="rect">
            <a:avLst/>
          </a:prstGeom>
          <a:solidFill>
            <a:srgbClr val="FFFFFF">
              <a:alpha val="5500"/>
            </a:srgbClr>
          </a:solidFill>
          <a:ln/>
        </p:spPr>
      </p:sp>
      <p:sp>
        <p:nvSpPr>
          <p:cNvPr id="15" name="Shape 13"/>
          <p:cNvSpPr/>
          <p:nvPr/>
        </p:nvSpPr>
        <p:spPr>
          <a:xfrm>
            <a:off x="10465308" y="4358030"/>
            <a:ext cx="803758" cy="331356"/>
          </a:xfrm>
          <a:prstGeom prst="rect">
            <a:avLst/>
          </a:prstGeom>
          <a:solidFill>
            <a:srgbClr val="FFFFFF">
              <a:alpha val="138"/>
            </a:srgbClr>
          </a:solidFill>
          <a:ln/>
        </p:spPr>
      </p:sp>
      <p:sp>
        <p:nvSpPr>
          <p:cNvPr id="16" name="Shape 14"/>
          <p:cNvSpPr/>
          <p:nvPr/>
        </p:nvSpPr>
        <p:spPr>
          <a:xfrm>
            <a:off x="10465308" y="4680242"/>
            <a:ext cx="803758" cy="331356"/>
          </a:xfrm>
          <a:prstGeom prst="rect">
            <a:avLst/>
          </a:prstGeom>
          <a:solidFill>
            <a:srgbClr val="FFFFFF">
              <a:alpha val="275"/>
            </a:srgbClr>
          </a:solidFill>
          <a:ln/>
        </p:spPr>
      </p:sp>
      <p:sp>
        <p:nvSpPr>
          <p:cNvPr id="17" name="Shape 15"/>
          <p:cNvSpPr/>
          <p:nvPr/>
        </p:nvSpPr>
        <p:spPr>
          <a:xfrm>
            <a:off x="10465308" y="5002454"/>
            <a:ext cx="803758" cy="331356"/>
          </a:xfrm>
          <a:prstGeom prst="rect">
            <a:avLst/>
          </a:prstGeom>
          <a:solidFill>
            <a:srgbClr val="FFFFFF">
              <a:alpha val="412"/>
            </a:srgbClr>
          </a:solidFill>
          <a:ln/>
        </p:spPr>
      </p:sp>
      <p:sp>
        <p:nvSpPr>
          <p:cNvPr id="18" name="Shape 16"/>
          <p:cNvSpPr/>
          <p:nvPr/>
        </p:nvSpPr>
        <p:spPr>
          <a:xfrm>
            <a:off x="10465308" y="5324666"/>
            <a:ext cx="803758" cy="331356"/>
          </a:xfrm>
          <a:prstGeom prst="rect">
            <a:avLst/>
          </a:prstGeom>
          <a:solidFill>
            <a:srgbClr val="FFFFFF">
              <a:alpha val="550"/>
            </a:srgbClr>
          </a:solidFill>
          <a:ln/>
        </p:spPr>
      </p:sp>
      <p:sp>
        <p:nvSpPr>
          <p:cNvPr id="19" name="Shape 17"/>
          <p:cNvSpPr/>
          <p:nvPr/>
        </p:nvSpPr>
        <p:spPr>
          <a:xfrm>
            <a:off x="10465308" y="5646877"/>
            <a:ext cx="803758" cy="331356"/>
          </a:xfrm>
          <a:prstGeom prst="rect">
            <a:avLst/>
          </a:prstGeom>
          <a:solidFill>
            <a:srgbClr val="FFFFFF">
              <a:alpha val="688"/>
            </a:srgbClr>
          </a:solidFill>
          <a:ln/>
        </p:spPr>
      </p:sp>
      <p:sp>
        <p:nvSpPr>
          <p:cNvPr id="20" name="Shape 18"/>
          <p:cNvSpPr/>
          <p:nvPr/>
        </p:nvSpPr>
        <p:spPr>
          <a:xfrm>
            <a:off x="10465308" y="5969089"/>
            <a:ext cx="803758" cy="331356"/>
          </a:xfrm>
          <a:prstGeom prst="rect">
            <a:avLst/>
          </a:prstGeom>
          <a:solidFill>
            <a:srgbClr val="FFFFFF">
              <a:alpha val="825"/>
            </a:srgbClr>
          </a:solidFill>
          <a:ln/>
        </p:spPr>
      </p:sp>
      <p:sp>
        <p:nvSpPr>
          <p:cNvPr id="21" name="Shape 19"/>
          <p:cNvSpPr/>
          <p:nvPr/>
        </p:nvSpPr>
        <p:spPr>
          <a:xfrm>
            <a:off x="10465308" y="6291301"/>
            <a:ext cx="803758" cy="331356"/>
          </a:xfrm>
          <a:prstGeom prst="rect">
            <a:avLst/>
          </a:prstGeom>
          <a:solidFill>
            <a:srgbClr val="FFFFFF">
              <a:alpha val="963"/>
            </a:srgbClr>
          </a:solidFill>
          <a:ln/>
        </p:spPr>
      </p:sp>
      <p:sp>
        <p:nvSpPr>
          <p:cNvPr id="22" name="Shape 20"/>
          <p:cNvSpPr/>
          <p:nvPr/>
        </p:nvSpPr>
        <p:spPr>
          <a:xfrm>
            <a:off x="10465308" y="6613512"/>
            <a:ext cx="803758" cy="331356"/>
          </a:xfrm>
          <a:prstGeom prst="rect">
            <a:avLst/>
          </a:prstGeom>
          <a:solidFill>
            <a:srgbClr val="FFFFFF">
              <a:alpha val="1100"/>
            </a:srgbClr>
          </a:solidFill>
          <a:ln/>
        </p:spPr>
      </p:sp>
      <p:sp>
        <p:nvSpPr>
          <p:cNvPr id="23" name="Shape 21"/>
          <p:cNvSpPr/>
          <p:nvPr/>
        </p:nvSpPr>
        <p:spPr>
          <a:xfrm>
            <a:off x="11155680" y="3177540"/>
            <a:ext cx="803758" cy="482117"/>
          </a:xfrm>
          <a:prstGeom prst="rect">
            <a:avLst/>
          </a:prstGeom>
          <a:solidFill>
            <a:srgbClr val="FFFFFF">
              <a:alpha val="344"/>
            </a:srgbClr>
          </a:solidFill>
          <a:ln/>
        </p:spPr>
      </p:sp>
      <p:sp>
        <p:nvSpPr>
          <p:cNvPr id="24" name="Shape 22"/>
          <p:cNvSpPr/>
          <p:nvPr/>
        </p:nvSpPr>
        <p:spPr>
          <a:xfrm>
            <a:off x="11155680" y="3650513"/>
            <a:ext cx="803758" cy="482117"/>
          </a:xfrm>
          <a:prstGeom prst="rect">
            <a:avLst/>
          </a:prstGeom>
          <a:solidFill>
            <a:srgbClr val="FFFFFF">
              <a:alpha val="688"/>
            </a:srgbClr>
          </a:solidFill>
          <a:ln/>
        </p:spPr>
      </p:sp>
      <p:sp>
        <p:nvSpPr>
          <p:cNvPr id="25" name="Shape 23"/>
          <p:cNvSpPr/>
          <p:nvPr/>
        </p:nvSpPr>
        <p:spPr>
          <a:xfrm>
            <a:off x="11155680" y="4123487"/>
            <a:ext cx="803758" cy="482117"/>
          </a:xfrm>
          <a:prstGeom prst="rect">
            <a:avLst/>
          </a:prstGeom>
          <a:solidFill>
            <a:srgbClr val="FFFFFF">
              <a:alpha val="1031"/>
            </a:srgbClr>
          </a:solidFill>
          <a:ln/>
        </p:spPr>
      </p:sp>
      <p:sp>
        <p:nvSpPr>
          <p:cNvPr id="26" name="Shape 24"/>
          <p:cNvSpPr/>
          <p:nvPr/>
        </p:nvSpPr>
        <p:spPr>
          <a:xfrm>
            <a:off x="11155680" y="4596460"/>
            <a:ext cx="803758" cy="482117"/>
          </a:xfrm>
          <a:prstGeom prst="rect">
            <a:avLst/>
          </a:prstGeom>
          <a:solidFill>
            <a:srgbClr val="FFFFFF">
              <a:alpha val="1375"/>
            </a:srgbClr>
          </a:solidFill>
          <a:ln/>
        </p:spPr>
      </p:sp>
      <p:sp>
        <p:nvSpPr>
          <p:cNvPr id="27" name="Shape 25"/>
          <p:cNvSpPr/>
          <p:nvPr/>
        </p:nvSpPr>
        <p:spPr>
          <a:xfrm>
            <a:off x="11155680" y="5069434"/>
            <a:ext cx="803758" cy="482117"/>
          </a:xfrm>
          <a:prstGeom prst="rect">
            <a:avLst/>
          </a:prstGeom>
          <a:solidFill>
            <a:srgbClr val="FFFFFF">
              <a:alpha val="1719"/>
            </a:srgbClr>
          </a:solidFill>
          <a:ln/>
        </p:spPr>
      </p:sp>
      <p:sp>
        <p:nvSpPr>
          <p:cNvPr id="28" name="Shape 26"/>
          <p:cNvSpPr/>
          <p:nvPr/>
        </p:nvSpPr>
        <p:spPr>
          <a:xfrm>
            <a:off x="11155680" y="5542407"/>
            <a:ext cx="803758" cy="482117"/>
          </a:xfrm>
          <a:prstGeom prst="rect">
            <a:avLst/>
          </a:prstGeom>
          <a:solidFill>
            <a:srgbClr val="FFFFFF">
              <a:alpha val="2063"/>
            </a:srgbClr>
          </a:solidFill>
          <a:ln/>
        </p:spPr>
      </p:sp>
      <p:sp>
        <p:nvSpPr>
          <p:cNvPr id="29" name="Shape 27"/>
          <p:cNvSpPr/>
          <p:nvPr/>
        </p:nvSpPr>
        <p:spPr>
          <a:xfrm>
            <a:off x="11155680" y="6015380"/>
            <a:ext cx="803758" cy="482117"/>
          </a:xfrm>
          <a:prstGeom prst="rect">
            <a:avLst/>
          </a:prstGeom>
          <a:solidFill>
            <a:srgbClr val="FFFFFF">
              <a:alpha val="2406"/>
            </a:srgbClr>
          </a:solidFill>
          <a:ln/>
        </p:spPr>
      </p:sp>
      <p:sp>
        <p:nvSpPr>
          <p:cNvPr id="30" name="Shape 28"/>
          <p:cNvSpPr/>
          <p:nvPr/>
        </p:nvSpPr>
        <p:spPr>
          <a:xfrm>
            <a:off x="11155680" y="6488354"/>
            <a:ext cx="803758" cy="482117"/>
          </a:xfrm>
          <a:prstGeom prst="rect">
            <a:avLst/>
          </a:prstGeom>
          <a:solidFill>
            <a:srgbClr val="FFFFFF">
              <a:alpha val="2750"/>
            </a:srgbClr>
          </a:solidFill>
          <a:ln/>
        </p:spPr>
      </p:sp>
      <p:sp>
        <p:nvSpPr>
          <p:cNvPr id="31" name="Text 29"/>
          <p:cNvSpPr/>
          <p:nvPr/>
        </p:nvSpPr>
        <p:spPr>
          <a:xfrm>
            <a:off x="7993685" y="1059790"/>
            <a:ext cx="4194353" cy="1600200"/>
          </a:xfrm>
          <a:prstGeom prst="rect">
            <a:avLst/>
          </a:prstGeom>
          <a:noFill/>
          <a:ln/>
        </p:spPr>
        <p:txBody>
          <a:bodyPr wrap="square" rtlCol="0" anchor="t"/>
          <a:lstStyle/>
          <a:p>
            <a:pPr indent="0" marL="0">
              <a:lnSpc>
                <a:spcPct val="90000"/>
              </a:lnSpc>
              <a:buNone/>
            </a:pPr>
            <a:r>
              <a:rPr lang="en-US" sz="3600" spc="-150" kern="0" dirty="0">
                <a:solidFill>
                  <a:srgbClr val="FFFFFF"/>
                </a:solidFill>
                <a:latin typeface="Manrope" pitchFamily="34" charset="0"/>
                <a:ea typeface="Manrope" pitchFamily="34" charset="-122"/>
                <a:cs typeface="Manrope" pitchFamily="34" charset="-120"/>
              </a:rPr>
              <a:t>Stage 7: </a:t>
            </a:r>
            <a:r>
              <a:rPr lang="en-US" sz="3600" spc="-150" kern="0" dirty="0">
                <a:solidFill>
                  <a:srgbClr val="D5E6CD"/>
                </a:solidFill>
                <a:latin typeface="Manrope" pitchFamily="34" charset="0"/>
                <a:ea typeface="Manrope" pitchFamily="34" charset="-122"/>
                <a:cs typeface="Manrope" pitchFamily="34" charset="-120"/>
              </a:rPr>
              <a:t>agents think, act, then look</a:t>
            </a:r>
          </a:p>
        </p:txBody>
      </p:sp>
      <p:sp>
        <p:nvSpPr>
          <p:cNvPr id="32" name="Shape 30"/>
          <p:cNvSpPr/>
          <p:nvPr/>
        </p:nvSpPr>
        <p:spPr>
          <a:xfrm>
            <a:off x="7541971" y="873252"/>
            <a:ext cx="0" cy="5984748"/>
          </a:xfrm>
          <a:prstGeom prst="line">
            <a:avLst/>
          </a:prstGeom>
          <a:noFill/>
          <a:ln w="2540">
            <a:solidFill>
              <a:srgbClr val="D0CFCF"/>
            </a:solidFill>
            <a:prstDash val="solid"/>
          </a:ln>
        </p:spPr>
      </p:sp>
      <p:sp>
        <p:nvSpPr>
          <p:cNvPr id="33" name="Shape 31"/>
          <p:cNvSpPr/>
          <p:nvPr/>
        </p:nvSpPr>
        <p:spPr>
          <a:xfrm>
            <a:off x="7506310" y="836676"/>
            <a:ext cx="72238" cy="72238"/>
          </a:xfrm>
          <a:prstGeom prst="ellipse">
            <a:avLst/>
          </a:prstGeom>
          <a:solidFill>
            <a:srgbClr val="D0CFCF"/>
          </a:solidFill>
          <a:ln/>
        </p:spPr>
      </p:sp>
      <p:sp>
        <p:nvSpPr>
          <p:cNvPr id="34" name="Text 32"/>
          <p:cNvSpPr/>
          <p:nvPr/>
        </p:nvSpPr>
        <p:spPr>
          <a:xfrm>
            <a:off x="7993685" y="2743200"/>
            <a:ext cx="4014216" cy="349301"/>
          </a:xfrm>
          <a:prstGeom prst="rect">
            <a:avLst/>
          </a:prstGeom>
          <a:noFill/>
          <a:ln/>
        </p:spPr>
        <p:txBody>
          <a:bodyPr wrap="square" rtlCol="0" anchor="t"/>
          <a:lstStyle/>
          <a:p>
            <a:pPr indent="0" marL="0">
              <a:lnSpc>
                <a:spcPct val="110000"/>
              </a:lnSpc>
              <a:spcAft>
                <a:spcPts val="600"/>
              </a:spcAft>
              <a:buNone/>
            </a:pPr>
            <a:r>
              <a:rPr lang="en-US" sz="1600" dirty="0">
                <a:solidFill>
                  <a:srgbClr val="D0CFCF"/>
                </a:solidFill>
                <a:latin typeface="Manrope" pitchFamily="34" charset="0"/>
                <a:ea typeface="Manrope" pitchFamily="34" charset="-122"/>
                <a:cs typeface="Manrope" pitchFamily="34" charset="-120"/>
              </a:rPr>
              <a:t>Planning and memory</a:t>
            </a:r>
          </a:p>
        </p:txBody>
      </p:sp>
      <p:sp>
        <p:nvSpPr>
          <p:cNvPr id="35" name="Text 33"/>
          <p:cNvSpPr/>
          <p:nvPr/>
        </p:nvSpPr>
        <p:spPr>
          <a:xfrm>
            <a:off x="8044891" y="3291840"/>
            <a:ext cx="493776" cy="349301"/>
          </a:xfrm>
          <a:prstGeom prst="rect">
            <a:avLst/>
          </a:prstGeom>
          <a:noFill/>
          <a:ln/>
        </p:spPr>
        <p:txBody>
          <a:bodyPr wrap="square" rtlCol="0" anchor="t"/>
          <a:lstStyle/>
          <a:p>
            <a:pPr indent="0" marL="0">
              <a:lnSpc>
                <a:spcPct val="110000"/>
              </a:lnSpc>
              <a:spcAft>
                <a:spcPts val="600"/>
              </a:spcAft>
              <a:buNone/>
            </a:pPr>
            <a:r>
              <a:rPr lang="en-US" sz="1800" dirty="0">
                <a:solidFill>
                  <a:srgbClr val="96C182"/>
                </a:solidFill>
                <a:latin typeface="Manrope" pitchFamily="34" charset="0"/>
                <a:ea typeface="Manrope" pitchFamily="34" charset="-122"/>
                <a:cs typeface="Manrope" pitchFamily="34" charset="-120"/>
              </a:rPr>
              <a:t>01</a:t>
            </a:r>
          </a:p>
        </p:txBody>
      </p:sp>
      <p:sp>
        <p:nvSpPr>
          <p:cNvPr id="36" name="Text 34"/>
          <p:cNvSpPr/>
          <p:nvPr/>
        </p:nvSpPr>
        <p:spPr>
          <a:xfrm>
            <a:off x="8538667" y="3291840"/>
            <a:ext cx="3429000" cy="868680"/>
          </a:xfrm>
          <a:prstGeom prst="rect">
            <a:avLst/>
          </a:prstGeom>
          <a:noFill/>
          <a:ln/>
        </p:spPr>
        <p:txBody>
          <a:bodyPr wrap="square" rtlCol="0" anchor="t"/>
          <a:lstStyle/>
          <a:p>
            <a:pPr indent="0" marL="0">
              <a:lnSpc>
                <a:spcPct val="110000"/>
              </a:lnSpc>
              <a:spcAft>
                <a:spcPts val="600"/>
              </a:spcAft>
              <a:buNone/>
            </a:pPr>
            <a:r>
              <a:rPr lang="en-US" sz="1600" dirty="0" b="1">
                <a:solidFill>
                  <a:srgbClr val="D5E6CD"/>
                </a:solidFill>
                <a:latin typeface="Manrope" pitchFamily="34" charset="0"/>
                <a:ea typeface="Manrope" pitchFamily="34" charset="-122"/>
                <a:cs typeface="Manrope" pitchFamily="34" charset="-120"/>
              </a:rPr>
              <a:t>Short-term memory </a:t>
            </a:r>
            <a:r>
              <a:rPr lang="en-US" sz="1600" dirty="0">
                <a:solidFill>
                  <a:srgbClr val="FFFFFF"/>
                </a:solidFill>
                <a:latin typeface="Manrope" pitchFamily="34" charset="0"/>
                <a:ea typeface="Manrope" pitchFamily="34" charset="-122"/>
                <a:cs typeface="Manrope" pitchFamily="34" charset="-120"/>
              </a:rPr>
              <a:t>is the context window. Analogy: the notepad on your desk.</a:t>
            </a:r>
          </a:p>
        </p:txBody>
      </p:sp>
      <p:sp>
        <p:nvSpPr>
          <p:cNvPr id="37" name="Text 35"/>
          <p:cNvSpPr/>
          <p:nvPr/>
        </p:nvSpPr>
        <p:spPr>
          <a:xfrm>
            <a:off x="8044891" y="4251960"/>
            <a:ext cx="493776" cy="349301"/>
          </a:xfrm>
          <a:prstGeom prst="rect">
            <a:avLst/>
          </a:prstGeom>
          <a:noFill/>
          <a:ln/>
        </p:spPr>
        <p:txBody>
          <a:bodyPr wrap="square" rtlCol="0" anchor="t"/>
          <a:lstStyle/>
          <a:p>
            <a:pPr indent="0" marL="0">
              <a:lnSpc>
                <a:spcPct val="110000"/>
              </a:lnSpc>
              <a:spcAft>
                <a:spcPts val="600"/>
              </a:spcAft>
              <a:buNone/>
            </a:pPr>
            <a:r>
              <a:rPr lang="en-US" sz="1800" dirty="0">
                <a:solidFill>
                  <a:srgbClr val="96C182"/>
                </a:solidFill>
                <a:latin typeface="Manrope" pitchFamily="34" charset="0"/>
                <a:ea typeface="Manrope" pitchFamily="34" charset="-122"/>
                <a:cs typeface="Manrope" pitchFamily="34" charset="-120"/>
              </a:rPr>
              <a:t>02</a:t>
            </a:r>
          </a:p>
        </p:txBody>
      </p:sp>
      <p:sp>
        <p:nvSpPr>
          <p:cNvPr id="38" name="Text 36"/>
          <p:cNvSpPr/>
          <p:nvPr/>
        </p:nvSpPr>
        <p:spPr>
          <a:xfrm>
            <a:off x="8538667" y="4251960"/>
            <a:ext cx="3429000" cy="868680"/>
          </a:xfrm>
          <a:prstGeom prst="rect">
            <a:avLst/>
          </a:prstGeom>
          <a:noFill/>
          <a:ln/>
        </p:spPr>
        <p:txBody>
          <a:bodyPr wrap="square" rtlCol="0" anchor="t"/>
          <a:lstStyle/>
          <a:p>
            <a:pPr indent="0" marL="0">
              <a:lnSpc>
                <a:spcPct val="110000"/>
              </a:lnSpc>
              <a:spcAft>
                <a:spcPts val="600"/>
              </a:spcAft>
              <a:buNone/>
            </a:pPr>
            <a:r>
              <a:rPr lang="en-US" sz="1600" dirty="0" b="1">
                <a:solidFill>
                  <a:srgbClr val="D5E6CD"/>
                </a:solidFill>
                <a:latin typeface="Manrope" pitchFamily="34" charset="0"/>
                <a:ea typeface="Manrope" pitchFamily="34" charset="-122"/>
                <a:cs typeface="Manrope" pitchFamily="34" charset="-120"/>
              </a:rPr>
              <a:t>Long-term memory </a:t>
            </a:r>
            <a:r>
              <a:rPr lang="en-US" sz="1600" dirty="0">
                <a:solidFill>
                  <a:srgbClr val="FFFFFF"/>
                </a:solidFill>
                <a:latin typeface="Manrope" pitchFamily="34" charset="0"/>
                <a:ea typeface="Manrope" pitchFamily="34" charset="-122"/>
                <a:cs typeface="Manrope" pitchFamily="34" charset="-120"/>
              </a:rPr>
              <a:t>is a searchable store. Analogy: the filing cabinet.</a:t>
            </a:r>
          </a:p>
        </p:txBody>
      </p:sp>
      <p:sp>
        <p:nvSpPr>
          <p:cNvPr id="39" name="Text 37"/>
          <p:cNvSpPr/>
          <p:nvPr/>
        </p:nvSpPr>
        <p:spPr>
          <a:xfrm>
            <a:off x="8044891" y="5212080"/>
            <a:ext cx="493776" cy="349301"/>
          </a:xfrm>
          <a:prstGeom prst="rect">
            <a:avLst/>
          </a:prstGeom>
          <a:noFill/>
          <a:ln/>
        </p:spPr>
        <p:txBody>
          <a:bodyPr wrap="square" rtlCol="0" anchor="t"/>
          <a:lstStyle/>
          <a:p>
            <a:pPr indent="0" marL="0">
              <a:lnSpc>
                <a:spcPct val="110000"/>
              </a:lnSpc>
              <a:spcAft>
                <a:spcPts val="600"/>
              </a:spcAft>
              <a:buNone/>
            </a:pPr>
            <a:r>
              <a:rPr lang="en-US" sz="1800" dirty="0">
                <a:solidFill>
                  <a:srgbClr val="96C182"/>
                </a:solidFill>
                <a:latin typeface="Manrope" pitchFamily="34" charset="0"/>
                <a:ea typeface="Manrope" pitchFamily="34" charset="-122"/>
                <a:cs typeface="Manrope" pitchFamily="34" charset="-120"/>
              </a:rPr>
              <a:t>03</a:t>
            </a:r>
          </a:p>
        </p:txBody>
      </p:sp>
      <p:sp>
        <p:nvSpPr>
          <p:cNvPr id="40" name="Text 38"/>
          <p:cNvSpPr/>
          <p:nvPr/>
        </p:nvSpPr>
        <p:spPr>
          <a:xfrm>
            <a:off x="8538667" y="5212080"/>
            <a:ext cx="3429000" cy="868680"/>
          </a:xfrm>
          <a:prstGeom prst="rect">
            <a:avLst/>
          </a:prstGeom>
          <a:noFill/>
          <a:ln/>
        </p:spPr>
        <p:txBody>
          <a:bodyPr wrap="square" rtlCol="0" anchor="t"/>
          <a:lstStyle/>
          <a:p>
            <a:pPr indent="0" marL="0">
              <a:lnSpc>
                <a:spcPct val="110000"/>
              </a:lnSpc>
              <a:spcAft>
                <a:spcPts val="600"/>
              </a:spcAft>
              <a:buNone/>
            </a:pPr>
            <a:r>
              <a:rPr lang="en-US" sz="1600" dirty="0" b="1">
                <a:solidFill>
                  <a:srgbClr val="D5E6CD"/>
                </a:solidFill>
                <a:latin typeface="Manrope" pitchFamily="34" charset="0"/>
                <a:ea typeface="Manrope" pitchFamily="34" charset="-122"/>
                <a:cs typeface="Manrope" pitchFamily="34" charset="-120"/>
              </a:rPr>
              <a:t>ReAct </a:t>
            </a:r>
            <a:r>
              <a:rPr lang="en-US" sz="1600" dirty="0">
                <a:solidFill>
                  <a:srgbClr val="FFFFFF"/>
                </a:solidFill>
                <a:latin typeface="Manrope" pitchFamily="34" charset="0"/>
                <a:ea typeface="Manrope" pitchFamily="34" charset="-122"/>
                <a:cs typeface="Manrope" pitchFamily="34" charset="-120"/>
              </a:rPr>
              <a:t>(“reasoning + acting”) repeats a cycle of thinking, acting and observing.</a:t>
            </a:r>
          </a:p>
        </p:txBody>
      </p:sp>
      <p:sp>
        <p:nvSpPr>
          <p:cNvPr id="42" name="Cycle Think"/>
          <p:cNvSpPr/>
          <p:nvPr/>
        </p:nvSpPr>
        <p:spPr>
          <a:xfrm>
            <a:off x="2926080" y="1234440"/>
            <a:ext cx="1828800" cy="1828800"/>
          </a:xfrm>
          <a:prstGeom prst="ellipse">
            <a:avLst/>
          </a:prstGeom>
          <a:solidFill>
            <a:srgbClr val="34452A"/>
          </a:solidFill>
          <a:ln w="25400">
            <a:solidFill>
              <a:srgbClr val="A9C022"/>
            </a:solidFill>
          </a:ln>
        </p:spPr>
        <p:txBody>
          <a:bodyPr wrap="square" lIns="0" rIns="0" tIns="0" bIns="0" anchor="ctr" rtlCol="0"/>
          <a:lstStyle/>
          <a:p>
            <a:pPr algn="ctr"/>
            <a:r>
              <a:rPr lang="en-US" sz="2200" b="1" dirty="0">
                <a:solidFill>
                  <a:srgbClr val="A9C022"/>
                </a:solidFill>
                <a:latin typeface="Manrope"/>
                <a:cs typeface="Manrope"/>
              </a:rPr>
              <a:t>Think</a:t>
            </a:r>
            <a:endParaRPr lang="en-US" sz="1800"/>
          </a:p>
          <a:p>
            <a:pPr algn="ctr"/>
            <a:r>
              <a:rPr lang="en-US" sz="1600" b="0" dirty="0">
                <a:solidFill>
                  <a:srgbClr val="FFFFFF"/>
                </a:solidFill>
                <a:latin typeface="Manrope"/>
                <a:cs typeface="Manrope"/>
              </a:rPr>
              <a:t>Thought</a:t>
            </a:r>
            <a:endParaRPr lang="en-US" sz="1800"/>
          </a:p>
        </p:txBody>
      </p:sp>
      <p:sp>
        <p:nvSpPr>
          <p:cNvPr id="43" name="Cycle Act"/>
          <p:cNvSpPr/>
          <p:nvPr/>
        </p:nvSpPr>
        <p:spPr>
          <a:xfrm>
            <a:off x="4617720" y="4069080"/>
            <a:ext cx="1828800" cy="1828800"/>
          </a:xfrm>
          <a:prstGeom prst="ellipse">
            <a:avLst/>
          </a:prstGeom>
          <a:solidFill>
            <a:srgbClr val="16302A"/>
          </a:solidFill>
          <a:ln w="25400">
            <a:solidFill>
              <a:srgbClr val="A9C022"/>
            </a:solidFill>
          </a:ln>
        </p:spPr>
        <p:txBody>
          <a:bodyPr wrap="square" lIns="0" rIns="0" tIns="0" bIns="0" anchor="ctr" rtlCol="0"/>
          <a:lstStyle/>
          <a:p>
            <a:pPr algn="ctr"/>
            <a:r>
              <a:rPr lang="en-US" sz="2200" b="1" dirty="0">
                <a:solidFill>
                  <a:srgbClr val="A9C022"/>
                </a:solidFill>
                <a:latin typeface="Manrope"/>
                <a:cs typeface="Manrope"/>
              </a:rPr>
              <a:t>Act</a:t>
            </a:r>
            <a:endParaRPr lang="en-US" sz="1800"/>
          </a:p>
          <a:p>
            <a:pPr algn="ctr"/>
            <a:r>
              <a:rPr lang="en-US" sz="1600" b="0" dirty="0">
                <a:solidFill>
                  <a:srgbClr val="FFFFFF"/>
                </a:solidFill>
                <a:latin typeface="Manrope"/>
                <a:cs typeface="Manrope"/>
              </a:rPr>
              <a:t>Action</a:t>
            </a:r>
            <a:endParaRPr lang="en-US" sz="1800"/>
          </a:p>
        </p:txBody>
      </p:sp>
      <p:sp>
        <p:nvSpPr>
          <p:cNvPr id="44" name="Cycle Observe"/>
          <p:cNvSpPr/>
          <p:nvPr/>
        </p:nvSpPr>
        <p:spPr>
          <a:xfrm>
            <a:off x="1234440" y="4069080"/>
            <a:ext cx="1828800" cy="1828800"/>
          </a:xfrm>
          <a:prstGeom prst="ellipse">
            <a:avLst/>
          </a:prstGeom>
          <a:solidFill>
            <a:srgbClr val="16302A"/>
          </a:solidFill>
          <a:ln w="25400">
            <a:solidFill>
              <a:srgbClr val="A9C022"/>
            </a:solidFill>
          </a:ln>
        </p:spPr>
        <p:txBody>
          <a:bodyPr wrap="square" lIns="0" rIns="0" tIns="0" bIns="0" anchor="ctr" rtlCol="0"/>
          <a:lstStyle/>
          <a:p>
            <a:pPr algn="ctr"/>
            <a:r>
              <a:rPr lang="en-US" sz="2200" b="1" dirty="0">
                <a:solidFill>
                  <a:srgbClr val="A9C022"/>
                </a:solidFill>
                <a:latin typeface="Manrope"/>
                <a:cs typeface="Manrope"/>
              </a:rPr>
              <a:t>Observe</a:t>
            </a:r>
            <a:endParaRPr lang="en-US" sz="1800"/>
          </a:p>
          <a:p>
            <a:pPr algn="ctr"/>
            <a:r>
              <a:rPr lang="en-US" sz="1600" b="0" dirty="0">
                <a:solidFill>
                  <a:srgbClr val="FFFFFF"/>
                </a:solidFill>
                <a:latin typeface="Manrope"/>
                <a:cs typeface="Manrope"/>
              </a:rPr>
              <a:t>Observation</a:t>
            </a:r>
            <a:endParaRPr lang="en-US" sz="1800"/>
          </a:p>
        </p:txBody>
      </p:sp>
      <p:sp>
        <p:nvSpPr>
          <p:cNvPr id="45" name="Cycle arrow 1"/>
          <p:cNvSpPr/>
          <p:nvPr/>
        </p:nvSpPr>
        <p:spPr>
          <a:xfrm>
            <a:off x="4572000" y="2788920"/>
            <a:ext cx="594360" cy="1234440"/>
          </a:xfrm>
          <a:prstGeom prst="straightConnector1">
            <a:avLst/>
          </a:prstGeom>
          <a:noFill/>
          <a:ln w="31750">
            <a:solidFill>
              <a:srgbClr val="A9C022"/>
            </a:solidFill>
            <a:tailEnd type="triangle" w="med" len="med"/>
          </a:ln>
        </p:spPr>
        <p:txBody>
          <a:bodyPr wrap="square" lIns="73152" rIns="73152" tIns="0" bIns="0" anchor="ctr" rtlCol="0"/>
          <a:lstStyle/>
          <a:p>
            <a:pPr algn="l"/>
            <a:endParaRPr lang="en-US" sz="1600"/>
          </a:p>
        </p:txBody>
      </p:sp>
      <p:sp>
        <p:nvSpPr>
          <p:cNvPr id="46" name="Cycle arrow 2"/>
          <p:cNvSpPr/>
          <p:nvPr/>
        </p:nvSpPr>
        <p:spPr>
          <a:xfrm flipH="1">
            <a:off x="3108960" y="4983480"/>
            <a:ext cx="1463040" cy="0"/>
          </a:xfrm>
          <a:prstGeom prst="straightConnector1">
            <a:avLst/>
          </a:prstGeom>
          <a:noFill/>
          <a:ln w="31750">
            <a:solidFill>
              <a:srgbClr val="A9C022"/>
            </a:solidFill>
            <a:tailEnd type="triangle" w="med" len="med"/>
          </a:ln>
        </p:spPr>
        <p:txBody>
          <a:bodyPr wrap="square" lIns="73152" rIns="73152" tIns="0" bIns="0" anchor="ctr" rtlCol="0"/>
          <a:lstStyle/>
          <a:p>
            <a:pPr algn="l"/>
            <a:endParaRPr lang="en-US" sz="1600"/>
          </a:p>
        </p:txBody>
      </p:sp>
      <p:sp>
        <p:nvSpPr>
          <p:cNvPr id="47" name="Cycle arrow 3"/>
          <p:cNvSpPr/>
          <p:nvPr/>
        </p:nvSpPr>
        <p:spPr>
          <a:xfrm flipV="1">
            <a:off x="2148840" y="2788920"/>
            <a:ext cx="594360" cy="1234440"/>
          </a:xfrm>
          <a:prstGeom prst="straightConnector1">
            <a:avLst/>
          </a:prstGeom>
          <a:noFill/>
          <a:ln w="31750">
            <a:solidFill>
              <a:srgbClr val="A9C022"/>
            </a:solidFill>
            <a:tailEnd type="triangle" w="med" len="med"/>
          </a:ln>
        </p:spPr>
        <p:txBody>
          <a:bodyPr wrap="square" lIns="73152" rIns="73152" tIns="0" bIns="0" anchor="ctr" rtlCol="0"/>
          <a:lstStyle/>
          <a:p>
            <a:pPr algn="l"/>
            <a:endParaRPr lang="en-US" sz="1600"/>
          </a:p>
        </p:txBody>
      </p:sp>
      <p:sp>
        <p:nvSpPr>
          <p:cNvPr id="48" name="Cycle center"/>
          <p:cNvSpPr/>
          <p:nvPr/>
        </p:nvSpPr>
        <p:spPr>
          <a:xfrm>
            <a:off x="3017520" y="3429000"/>
            <a:ext cx="1645920" cy="457200"/>
          </a:xfrm>
          <a:prstGeom prst="rect">
            <a:avLst/>
          </a:prstGeom>
          <a:noFill/>
          <a:ln w="12700">
            <a:noFill/>
          </a:ln>
        </p:spPr>
        <p:txBody>
          <a:bodyPr wrap="square" lIns="0" rIns="0" tIns="0" bIns="0" anchor="ctr" rtlCol="0"/>
          <a:lstStyle/>
          <a:p>
            <a:pPr algn="ctr"/>
            <a:r>
              <a:rPr lang="en-US" sz="1800" b="0" dirty="0">
                <a:solidFill>
                  <a:srgbClr val="C0DAB4"/>
                </a:solidFill>
                <a:latin typeface="Manrope"/>
                <a:cs typeface="Manrope"/>
              </a:rPr>
              <a:t>repeat</a:t>
            </a:r>
            <a:endParaRPr lang="en-US" sz="1800"/>
          </a:p>
        </p:txBody>
      </p:sp>
      <p:sp>
        <p:nvSpPr>
          <p:cNvPr id="49" name="Cycle title"/>
          <p:cNvSpPr/>
          <p:nvPr/>
        </p:nvSpPr>
        <p:spPr>
          <a:xfrm>
            <a:off x="640080" y="6172200"/>
            <a:ext cx="6583680" cy="411480"/>
          </a:xfrm>
          <a:prstGeom prst="rect">
            <a:avLst/>
          </a:prstGeom>
          <a:noFill/>
          <a:ln w="12700">
            <a:noFill/>
          </a:ln>
        </p:spPr>
        <p:txBody>
          <a:bodyPr wrap="square" lIns="0" rIns="0" tIns="0" bIns="0" anchor="ctr" rtlCol="0"/>
          <a:lstStyle/>
          <a:p>
            <a:pPr algn="ctr"/>
            <a:r>
              <a:rPr lang="en-US" sz="1800" b="1" dirty="0">
                <a:solidFill>
                  <a:srgbClr val="FFFFFF"/>
                </a:solidFill>
                <a:latin typeface="Manrope"/>
                <a:cs typeface="Manrope"/>
              </a:rPr>
              <a:t>The ReAct cycle</a:t>
            </a:r>
            <a:endParaRPr lang="en-US" sz="1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0" y="0"/>
            <a:ext cx="5729630" cy="6858000"/>
          </a:xfrm>
          <a:prstGeom prst="rect">
            <a:avLst/>
          </a:prstGeom>
          <a:solidFill>
            <a:srgbClr val="0C4441"/>
          </a:solidFill>
          <a:ln/>
        </p:spPr>
      </p:sp>
      <p:sp>
        <p:nvSpPr>
          <p:cNvPr id="3" name="Shape 1"/>
          <p:cNvSpPr/>
          <p:nvPr/>
        </p:nvSpPr>
        <p:spPr>
          <a:xfrm>
            <a:off x="626364" y="-74066"/>
            <a:ext cx="803758" cy="753809"/>
          </a:xfrm>
          <a:prstGeom prst="rect">
            <a:avLst/>
          </a:prstGeom>
          <a:solidFill>
            <a:srgbClr val="F8FE05">
              <a:alpha val="8250"/>
            </a:srgbClr>
          </a:solidFill>
          <a:ln/>
        </p:spPr>
      </p:sp>
      <p:sp>
        <p:nvSpPr>
          <p:cNvPr id="4" name="Shape 2"/>
          <p:cNvSpPr/>
          <p:nvPr/>
        </p:nvSpPr>
        <p:spPr>
          <a:xfrm>
            <a:off x="626364" y="670598"/>
            <a:ext cx="803758" cy="753809"/>
          </a:xfrm>
          <a:prstGeom prst="rect">
            <a:avLst/>
          </a:prstGeom>
          <a:solidFill>
            <a:srgbClr val="F8FE05">
              <a:alpha val="7219"/>
            </a:srgbClr>
          </a:solidFill>
          <a:ln/>
        </p:spPr>
      </p:sp>
      <p:sp>
        <p:nvSpPr>
          <p:cNvPr id="5" name="Shape 3"/>
          <p:cNvSpPr/>
          <p:nvPr/>
        </p:nvSpPr>
        <p:spPr>
          <a:xfrm>
            <a:off x="626364" y="1415263"/>
            <a:ext cx="803758" cy="753809"/>
          </a:xfrm>
          <a:prstGeom prst="rect">
            <a:avLst/>
          </a:prstGeom>
          <a:solidFill>
            <a:srgbClr val="F8FE05">
              <a:alpha val="6188"/>
            </a:srgbClr>
          </a:solidFill>
          <a:ln/>
        </p:spPr>
      </p:sp>
      <p:sp>
        <p:nvSpPr>
          <p:cNvPr id="6" name="Shape 4"/>
          <p:cNvSpPr/>
          <p:nvPr/>
        </p:nvSpPr>
        <p:spPr>
          <a:xfrm>
            <a:off x="626364" y="2159927"/>
            <a:ext cx="803758" cy="753809"/>
          </a:xfrm>
          <a:prstGeom prst="rect">
            <a:avLst/>
          </a:prstGeom>
          <a:solidFill>
            <a:srgbClr val="F8FE05">
              <a:alpha val="5156"/>
            </a:srgbClr>
          </a:solidFill>
          <a:ln/>
        </p:spPr>
      </p:sp>
      <p:sp>
        <p:nvSpPr>
          <p:cNvPr id="7" name="Shape 5"/>
          <p:cNvSpPr/>
          <p:nvPr/>
        </p:nvSpPr>
        <p:spPr>
          <a:xfrm>
            <a:off x="626364" y="2904592"/>
            <a:ext cx="803758" cy="753809"/>
          </a:xfrm>
          <a:prstGeom prst="rect">
            <a:avLst/>
          </a:prstGeom>
          <a:solidFill>
            <a:srgbClr val="F8FE05">
              <a:alpha val="4125"/>
            </a:srgbClr>
          </a:solidFill>
          <a:ln/>
        </p:spPr>
      </p:sp>
      <p:sp>
        <p:nvSpPr>
          <p:cNvPr id="8" name="Shape 6"/>
          <p:cNvSpPr/>
          <p:nvPr/>
        </p:nvSpPr>
        <p:spPr>
          <a:xfrm>
            <a:off x="626364" y="3649256"/>
            <a:ext cx="803758" cy="753809"/>
          </a:xfrm>
          <a:prstGeom prst="rect">
            <a:avLst/>
          </a:prstGeom>
          <a:solidFill>
            <a:srgbClr val="F8FE05">
              <a:alpha val="3094"/>
            </a:srgbClr>
          </a:solidFill>
          <a:ln/>
        </p:spPr>
      </p:sp>
      <p:sp>
        <p:nvSpPr>
          <p:cNvPr id="9" name="Shape 7"/>
          <p:cNvSpPr/>
          <p:nvPr/>
        </p:nvSpPr>
        <p:spPr>
          <a:xfrm>
            <a:off x="626364" y="4393921"/>
            <a:ext cx="803758" cy="753809"/>
          </a:xfrm>
          <a:prstGeom prst="rect">
            <a:avLst/>
          </a:prstGeom>
          <a:solidFill>
            <a:srgbClr val="F8FE05">
              <a:alpha val="2063"/>
            </a:srgbClr>
          </a:solidFill>
          <a:ln/>
        </p:spPr>
      </p:sp>
      <p:sp>
        <p:nvSpPr>
          <p:cNvPr id="10" name="Shape 8"/>
          <p:cNvSpPr/>
          <p:nvPr/>
        </p:nvSpPr>
        <p:spPr>
          <a:xfrm>
            <a:off x="626364" y="5138585"/>
            <a:ext cx="803758" cy="753809"/>
          </a:xfrm>
          <a:prstGeom prst="rect">
            <a:avLst/>
          </a:prstGeom>
          <a:solidFill>
            <a:srgbClr val="F8FE05">
              <a:alpha val="1031"/>
            </a:srgbClr>
          </a:solidFill>
          <a:ln/>
        </p:spPr>
      </p:sp>
      <p:sp>
        <p:nvSpPr>
          <p:cNvPr id="11" name="Shape 9"/>
          <p:cNvSpPr/>
          <p:nvPr/>
        </p:nvSpPr>
        <p:spPr>
          <a:xfrm>
            <a:off x="1997050" y="-74066"/>
            <a:ext cx="803758" cy="427825"/>
          </a:xfrm>
          <a:prstGeom prst="rect">
            <a:avLst/>
          </a:prstGeom>
          <a:solidFill>
            <a:srgbClr val="F8FE05">
              <a:alpha val="3850"/>
            </a:srgbClr>
          </a:solidFill>
          <a:ln/>
        </p:spPr>
      </p:sp>
      <p:sp>
        <p:nvSpPr>
          <p:cNvPr id="12" name="Shape 10"/>
          <p:cNvSpPr/>
          <p:nvPr/>
        </p:nvSpPr>
        <p:spPr>
          <a:xfrm>
            <a:off x="1997050" y="344614"/>
            <a:ext cx="803758" cy="427825"/>
          </a:xfrm>
          <a:prstGeom prst="rect">
            <a:avLst/>
          </a:prstGeom>
          <a:solidFill>
            <a:srgbClr val="F8FE05">
              <a:alpha val="3369"/>
            </a:srgbClr>
          </a:solidFill>
          <a:ln/>
        </p:spPr>
      </p:sp>
      <p:sp>
        <p:nvSpPr>
          <p:cNvPr id="13" name="Shape 11"/>
          <p:cNvSpPr/>
          <p:nvPr/>
        </p:nvSpPr>
        <p:spPr>
          <a:xfrm>
            <a:off x="1997050" y="763295"/>
            <a:ext cx="803758" cy="427825"/>
          </a:xfrm>
          <a:prstGeom prst="rect">
            <a:avLst/>
          </a:prstGeom>
          <a:solidFill>
            <a:srgbClr val="F8FE05">
              <a:alpha val="2888"/>
            </a:srgbClr>
          </a:solidFill>
          <a:ln/>
        </p:spPr>
      </p:sp>
      <p:sp>
        <p:nvSpPr>
          <p:cNvPr id="14" name="Shape 12"/>
          <p:cNvSpPr/>
          <p:nvPr/>
        </p:nvSpPr>
        <p:spPr>
          <a:xfrm>
            <a:off x="1997050" y="1181976"/>
            <a:ext cx="803758" cy="427825"/>
          </a:xfrm>
          <a:prstGeom prst="rect">
            <a:avLst/>
          </a:prstGeom>
          <a:solidFill>
            <a:srgbClr val="F8FE05">
              <a:alpha val="2406"/>
            </a:srgbClr>
          </a:solidFill>
          <a:ln/>
        </p:spPr>
      </p:sp>
      <p:sp>
        <p:nvSpPr>
          <p:cNvPr id="15" name="Shape 13"/>
          <p:cNvSpPr/>
          <p:nvPr/>
        </p:nvSpPr>
        <p:spPr>
          <a:xfrm>
            <a:off x="1997050" y="1600657"/>
            <a:ext cx="803758" cy="427825"/>
          </a:xfrm>
          <a:prstGeom prst="rect">
            <a:avLst/>
          </a:prstGeom>
          <a:solidFill>
            <a:srgbClr val="F8FE05">
              <a:alpha val="1925"/>
            </a:srgbClr>
          </a:solidFill>
          <a:ln/>
        </p:spPr>
      </p:sp>
      <p:sp>
        <p:nvSpPr>
          <p:cNvPr id="16" name="Shape 14"/>
          <p:cNvSpPr/>
          <p:nvPr/>
        </p:nvSpPr>
        <p:spPr>
          <a:xfrm>
            <a:off x="1997050" y="2019338"/>
            <a:ext cx="803758" cy="427825"/>
          </a:xfrm>
          <a:prstGeom prst="rect">
            <a:avLst/>
          </a:prstGeom>
          <a:solidFill>
            <a:srgbClr val="F8FE05">
              <a:alpha val="1444"/>
            </a:srgbClr>
          </a:solidFill>
          <a:ln/>
        </p:spPr>
      </p:sp>
      <p:sp>
        <p:nvSpPr>
          <p:cNvPr id="17" name="Shape 15"/>
          <p:cNvSpPr/>
          <p:nvPr/>
        </p:nvSpPr>
        <p:spPr>
          <a:xfrm>
            <a:off x="1997050" y="2438019"/>
            <a:ext cx="803758" cy="427825"/>
          </a:xfrm>
          <a:prstGeom prst="rect">
            <a:avLst/>
          </a:prstGeom>
          <a:solidFill>
            <a:srgbClr val="F8FE05">
              <a:alpha val="963"/>
            </a:srgbClr>
          </a:solidFill>
          <a:ln/>
        </p:spPr>
      </p:sp>
      <p:sp>
        <p:nvSpPr>
          <p:cNvPr id="18" name="Shape 16"/>
          <p:cNvSpPr/>
          <p:nvPr/>
        </p:nvSpPr>
        <p:spPr>
          <a:xfrm>
            <a:off x="1997050" y="2856700"/>
            <a:ext cx="803758" cy="427825"/>
          </a:xfrm>
          <a:prstGeom prst="rect">
            <a:avLst/>
          </a:prstGeom>
          <a:solidFill>
            <a:srgbClr val="F8FE05">
              <a:alpha val="481"/>
            </a:srgbClr>
          </a:solidFill>
          <a:ln/>
        </p:spPr>
      </p:sp>
      <p:sp>
        <p:nvSpPr>
          <p:cNvPr id="19" name="Shape 17"/>
          <p:cNvSpPr/>
          <p:nvPr/>
        </p:nvSpPr>
        <p:spPr>
          <a:xfrm>
            <a:off x="1306678" y="-48463"/>
            <a:ext cx="803758" cy="572300"/>
          </a:xfrm>
          <a:prstGeom prst="rect">
            <a:avLst/>
          </a:prstGeom>
          <a:solidFill>
            <a:srgbClr val="F8FE05">
              <a:alpha val="5500"/>
            </a:srgbClr>
          </a:solidFill>
          <a:ln/>
        </p:spPr>
      </p:sp>
      <p:sp>
        <p:nvSpPr>
          <p:cNvPr id="20" name="Shape 18"/>
          <p:cNvSpPr/>
          <p:nvPr/>
        </p:nvSpPr>
        <p:spPr>
          <a:xfrm>
            <a:off x="1306678" y="514693"/>
            <a:ext cx="803758" cy="572300"/>
          </a:xfrm>
          <a:prstGeom prst="rect">
            <a:avLst/>
          </a:prstGeom>
          <a:solidFill>
            <a:srgbClr val="F8FE05">
              <a:alpha val="4813"/>
            </a:srgbClr>
          </a:solidFill>
          <a:ln/>
        </p:spPr>
      </p:sp>
      <p:sp>
        <p:nvSpPr>
          <p:cNvPr id="21" name="Shape 19"/>
          <p:cNvSpPr/>
          <p:nvPr/>
        </p:nvSpPr>
        <p:spPr>
          <a:xfrm>
            <a:off x="1306678" y="1077849"/>
            <a:ext cx="803758" cy="572300"/>
          </a:xfrm>
          <a:prstGeom prst="rect">
            <a:avLst/>
          </a:prstGeom>
          <a:solidFill>
            <a:srgbClr val="F8FE05">
              <a:alpha val="4125"/>
            </a:srgbClr>
          </a:solidFill>
          <a:ln/>
        </p:spPr>
      </p:sp>
      <p:sp>
        <p:nvSpPr>
          <p:cNvPr id="22" name="Shape 20"/>
          <p:cNvSpPr/>
          <p:nvPr/>
        </p:nvSpPr>
        <p:spPr>
          <a:xfrm>
            <a:off x="1306678" y="1641005"/>
            <a:ext cx="803758" cy="572300"/>
          </a:xfrm>
          <a:prstGeom prst="rect">
            <a:avLst/>
          </a:prstGeom>
          <a:solidFill>
            <a:srgbClr val="F8FE05">
              <a:alpha val="3438"/>
            </a:srgbClr>
          </a:solidFill>
          <a:ln/>
        </p:spPr>
      </p:sp>
      <p:sp>
        <p:nvSpPr>
          <p:cNvPr id="23" name="Shape 21"/>
          <p:cNvSpPr/>
          <p:nvPr/>
        </p:nvSpPr>
        <p:spPr>
          <a:xfrm>
            <a:off x="1306678" y="2204161"/>
            <a:ext cx="803758" cy="572300"/>
          </a:xfrm>
          <a:prstGeom prst="rect">
            <a:avLst/>
          </a:prstGeom>
          <a:solidFill>
            <a:srgbClr val="F8FE05">
              <a:alpha val="2750"/>
            </a:srgbClr>
          </a:solidFill>
          <a:ln/>
        </p:spPr>
      </p:sp>
      <p:sp>
        <p:nvSpPr>
          <p:cNvPr id="24" name="Shape 22"/>
          <p:cNvSpPr/>
          <p:nvPr/>
        </p:nvSpPr>
        <p:spPr>
          <a:xfrm>
            <a:off x="1306678" y="2767317"/>
            <a:ext cx="803758" cy="572300"/>
          </a:xfrm>
          <a:prstGeom prst="rect">
            <a:avLst/>
          </a:prstGeom>
          <a:solidFill>
            <a:srgbClr val="F8FE05">
              <a:alpha val="2063"/>
            </a:srgbClr>
          </a:solidFill>
          <a:ln/>
        </p:spPr>
      </p:sp>
      <p:sp>
        <p:nvSpPr>
          <p:cNvPr id="25" name="Shape 23"/>
          <p:cNvSpPr/>
          <p:nvPr/>
        </p:nvSpPr>
        <p:spPr>
          <a:xfrm>
            <a:off x="1306678" y="3330473"/>
            <a:ext cx="803758" cy="572300"/>
          </a:xfrm>
          <a:prstGeom prst="rect">
            <a:avLst/>
          </a:prstGeom>
          <a:solidFill>
            <a:srgbClr val="F8FE05">
              <a:alpha val="1375"/>
            </a:srgbClr>
          </a:solidFill>
          <a:ln/>
        </p:spPr>
      </p:sp>
      <p:sp>
        <p:nvSpPr>
          <p:cNvPr id="26" name="Shape 24"/>
          <p:cNvSpPr/>
          <p:nvPr/>
        </p:nvSpPr>
        <p:spPr>
          <a:xfrm>
            <a:off x="1306678" y="3893629"/>
            <a:ext cx="803758" cy="572300"/>
          </a:xfrm>
          <a:prstGeom prst="rect">
            <a:avLst/>
          </a:prstGeom>
          <a:solidFill>
            <a:srgbClr val="F8FE05">
              <a:alpha val="688"/>
            </a:srgbClr>
          </a:solidFill>
          <a:ln/>
        </p:spPr>
      </p:sp>
      <p:sp>
        <p:nvSpPr>
          <p:cNvPr id="27" name="Shape 25"/>
          <p:cNvSpPr/>
          <p:nvPr/>
        </p:nvSpPr>
        <p:spPr>
          <a:xfrm>
            <a:off x="-60350" y="-48463"/>
            <a:ext cx="803758" cy="526009"/>
          </a:xfrm>
          <a:prstGeom prst="rect">
            <a:avLst/>
          </a:prstGeom>
          <a:solidFill>
            <a:srgbClr val="F8FE05">
              <a:alpha val="5500"/>
            </a:srgbClr>
          </a:solidFill>
          <a:ln/>
        </p:spPr>
      </p:sp>
      <p:sp>
        <p:nvSpPr>
          <p:cNvPr id="28" name="Shape 26"/>
          <p:cNvSpPr/>
          <p:nvPr/>
        </p:nvSpPr>
        <p:spPr>
          <a:xfrm>
            <a:off x="-60350" y="468401"/>
            <a:ext cx="803758" cy="526009"/>
          </a:xfrm>
          <a:prstGeom prst="rect">
            <a:avLst/>
          </a:prstGeom>
          <a:solidFill>
            <a:srgbClr val="F8FE05">
              <a:alpha val="4813"/>
            </a:srgbClr>
          </a:solidFill>
          <a:ln/>
        </p:spPr>
      </p:sp>
      <p:sp>
        <p:nvSpPr>
          <p:cNvPr id="29" name="Shape 27"/>
          <p:cNvSpPr/>
          <p:nvPr/>
        </p:nvSpPr>
        <p:spPr>
          <a:xfrm>
            <a:off x="-60350" y="985266"/>
            <a:ext cx="803758" cy="526009"/>
          </a:xfrm>
          <a:prstGeom prst="rect">
            <a:avLst/>
          </a:prstGeom>
          <a:solidFill>
            <a:srgbClr val="F8FE05">
              <a:alpha val="4125"/>
            </a:srgbClr>
          </a:solidFill>
          <a:ln/>
        </p:spPr>
      </p:sp>
      <p:sp>
        <p:nvSpPr>
          <p:cNvPr id="30" name="Shape 28"/>
          <p:cNvSpPr/>
          <p:nvPr/>
        </p:nvSpPr>
        <p:spPr>
          <a:xfrm>
            <a:off x="-60350" y="1502131"/>
            <a:ext cx="803758" cy="526009"/>
          </a:xfrm>
          <a:prstGeom prst="rect">
            <a:avLst/>
          </a:prstGeom>
          <a:solidFill>
            <a:srgbClr val="F8FE05">
              <a:alpha val="3438"/>
            </a:srgbClr>
          </a:solidFill>
          <a:ln/>
        </p:spPr>
      </p:sp>
      <p:sp>
        <p:nvSpPr>
          <p:cNvPr id="31" name="Shape 29"/>
          <p:cNvSpPr/>
          <p:nvPr/>
        </p:nvSpPr>
        <p:spPr>
          <a:xfrm>
            <a:off x="-60350" y="2018995"/>
            <a:ext cx="803758" cy="526009"/>
          </a:xfrm>
          <a:prstGeom prst="rect">
            <a:avLst/>
          </a:prstGeom>
          <a:solidFill>
            <a:srgbClr val="F8FE05">
              <a:alpha val="2750"/>
            </a:srgbClr>
          </a:solidFill>
          <a:ln/>
        </p:spPr>
      </p:sp>
      <p:sp>
        <p:nvSpPr>
          <p:cNvPr id="32" name="Shape 30"/>
          <p:cNvSpPr/>
          <p:nvPr/>
        </p:nvSpPr>
        <p:spPr>
          <a:xfrm>
            <a:off x="-60350" y="2535860"/>
            <a:ext cx="803758" cy="526009"/>
          </a:xfrm>
          <a:prstGeom prst="rect">
            <a:avLst/>
          </a:prstGeom>
          <a:solidFill>
            <a:srgbClr val="F8FE05">
              <a:alpha val="2063"/>
            </a:srgbClr>
          </a:solidFill>
          <a:ln/>
        </p:spPr>
      </p:sp>
      <p:sp>
        <p:nvSpPr>
          <p:cNvPr id="33" name="Shape 31"/>
          <p:cNvSpPr/>
          <p:nvPr/>
        </p:nvSpPr>
        <p:spPr>
          <a:xfrm>
            <a:off x="-60350" y="3052724"/>
            <a:ext cx="803758" cy="526009"/>
          </a:xfrm>
          <a:prstGeom prst="rect">
            <a:avLst/>
          </a:prstGeom>
          <a:solidFill>
            <a:srgbClr val="F8FE05">
              <a:alpha val="1375"/>
            </a:srgbClr>
          </a:solidFill>
          <a:ln/>
        </p:spPr>
      </p:sp>
      <p:sp>
        <p:nvSpPr>
          <p:cNvPr id="34" name="Shape 32"/>
          <p:cNvSpPr/>
          <p:nvPr/>
        </p:nvSpPr>
        <p:spPr>
          <a:xfrm>
            <a:off x="-60350" y="3569589"/>
            <a:ext cx="803758" cy="526009"/>
          </a:xfrm>
          <a:prstGeom prst="rect">
            <a:avLst/>
          </a:prstGeom>
          <a:solidFill>
            <a:srgbClr val="F8FE05">
              <a:alpha val="688"/>
            </a:srgbClr>
          </a:solidFill>
          <a:ln/>
        </p:spPr>
      </p:sp>
      <p:sp>
        <p:nvSpPr>
          <p:cNvPr id="35" name="Shape 33"/>
          <p:cNvSpPr/>
          <p:nvPr/>
        </p:nvSpPr>
        <p:spPr>
          <a:xfrm>
            <a:off x="4975250" y="-48463"/>
            <a:ext cx="803758" cy="750722"/>
          </a:xfrm>
          <a:prstGeom prst="rect">
            <a:avLst/>
          </a:prstGeom>
          <a:solidFill>
            <a:srgbClr val="F8FE05">
              <a:alpha val="8250"/>
            </a:srgbClr>
          </a:solidFill>
          <a:ln/>
        </p:spPr>
      </p:sp>
      <p:sp>
        <p:nvSpPr>
          <p:cNvPr id="36" name="Shape 34"/>
          <p:cNvSpPr/>
          <p:nvPr/>
        </p:nvSpPr>
        <p:spPr>
          <a:xfrm>
            <a:off x="4975250" y="693115"/>
            <a:ext cx="803758" cy="750722"/>
          </a:xfrm>
          <a:prstGeom prst="rect">
            <a:avLst/>
          </a:prstGeom>
          <a:solidFill>
            <a:srgbClr val="F8FE05">
              <a:alpha val="7219"/>
            </a:srgbClr>
          </a:solidFill>
          <a:ln/>
        </p:spPr>
      </p:sp>
      <p:sp>
        <p:nvSpPr>
          <p:cNvPr id="37" name="Shape 35"/>
          <p:cNvSpPr/>
          <p:nvPr/>
        </p:nvSpPr>
        <p:spPr>
          <a:xfrm>
            <a:off x="4975250" y="1434694"/>
            <a:ext cx="803758" cy="750722"/>
          </a:xfrm>
          <a:prstGeom prst="rect">
            <a:avLst/>
          </a:prstGeom>
          <a:solidFill>
            <a:srgbClr val="F8FE05">
              <a:alpha val="6188"/>
            </a:srgbClr>
          </a:solidFill>
          <a:ln/>
        </p:spPr>
      </p:sp>
      <p:sp>
        <p:nvSpPr>
          <p:cNvPr id="38" name="Shape 36"/>
          <p:cNvSpPr/>
          <p:nvPr/>
        </p:nvSpPr>
        <p:spPr>
          <a:xfrm>
            <a:off x="4975250" y="2176272"/>
            <a:ext cx="803758" cy="750722"/>
          </a:xfrm>
          <a:prstGeom prst="rect">
            <a:avLst/>
          </a:prstGeom>
          <a:solidFill>
            <a:srgbClr val="F8FE05">
              <a:alpha val="5156"/>
            </a:srgbClr>
          </a:solidFill>
          <a:ln/>
        </p:spPr>
      </p:sp>
      <p:sp>
        <p:nvSpPr>
          <p:cNvPr id="39" name="Shape 37"/>
          <p:cNvSpPr/>
          <p:nvPr/>
        </p:nvSpPr>
        <p:spPr>
          <a:xfrm>
            <a:off x="4975250" y="2917850"/>
            <a:ext cx="803758" cy="750722"/>
          </a:xfrm>
          <a:prstGeom prst="rect">
            <a:avLst/>
          </a:prstGeom>
          <a:solidFill>
            <a:srgbClr val="F8FE05">
              <a:alpha val="4125"/>
            </a:srgbClr>
          </a:solidFill>
          <a:ln/>
        </p:spPr>
      </p:sp>
      <p:sp>
        <p:nvSpPr>
          <p:cNvPr id="40" name="Shape 38"/>
          <p:cNvSpPr/>
          <p:nvPr/>
        </p:nvSpPr>
        <p:spPr>
          <a:xfrm>
            <a:off x="4975250" y="3659429"/>
            <a:ext cx="803758" cy="750722"/>
          </a:xfrm>
          <a:prstGeom prst="rect">
            <a:avLst/>
          </a:prstGeom>
          <a:solidFill>
            <a:srgbClr val="F8FE05">
              <a:alpha val="3094"/>
            </a:srgbClr>
          </a:solidFill>
          <a:ln/>
        </p:spPr>
      </p:sp>
      <p:sp>
        <p:nvSpPr>
          <p:cNvPr id="41" name="Shape 39"/>
          <p:cNvSpPr/>
          <p:nvPr/>
        </p:nvSpPr>
        <p:spPr>
          <a:xfrm>
            <a:off x="4975250" y="4401007"/>
            <a:ext cx="803758" cy="750722"/>
          </a:xfrm>
          <a:prstGeom prst="rect">
            <a:avLst/>
          </a:prstGeom>
          <a:solidFill>
            <a:srgbClr val="F8FE05">
              <a:alpha val="2063"/>
            </a:srgbClr>
          </a:solidFill>
          <a:ln/>
        </p:spPr>
      </p:sp>
      <p:sp>
        <p:nvSpPr>
          <p:cNvPr id="42" name="Shape 40"/>
          <p:cNvSpPr/>
          <p:nvPr/>
        </p:nvSpPr>
        <p:spPr>
          <a:xfrm>
            <a:off x="4975250" y="5142586"/>
            <a:ext cx="803758" cy="750722"/>
          </a:xfrm>
          <a:prstGeom prst="rect">
            <a:avLst/>
          </a:prstGeom>
          <a:solidFill>
            <a:srgbClr val="F8FE05">
              <a:alpha val="1031"/>
            </a:srgbClr>
          </a:solidFill>
          <a:ln/>
        </p:spPr>
      </p:sp>
      <p:sp>
        <p:nvSpPr>
          <p:cNvPr id="43" name="Shape 41"/>
          <p:cNvSpPr/>
          <p:nvPr/>
        </p:nvSpPr>
        <p:spPr>
          <a:xfrm>
            <a:off x="4288536" y="-74066"/>
            <a:ext cx="803758" cy="529209"/>
          </a:xfrm>
          <a:prstGeom prst="rect">
            <a:avLst/>
          </a:prstGeom>
          <a:solidFill>
            <a:srgbClr val="F8FE05">
              <a:alpha val="5500"/>
            </a:srgbClr>
          </a:solidFill>
          <a:ln/>
        </p:spPr>
      </p:sp>
      <p:sp>
        <p:nvSpPr>
          <p:cNvPr id="44" name="Shape 42"/>
          <p:cNvSpPr/>
          <p:nvPr/>
        </p:nvSpPr>
        <p:spPr>
          <a:xfrm>
            <a:off x="4288536" y="445999"/>
            <a:ext cx="803758" cy="529209"/>
          </a:xfrm>
          <a:prstGeom prst="rect">
            <a:avLst/>
          </a:prstGeom>
          <a:solidFill>
            <a:srgbClr val="F8FE05">
              <a:alpha val="4813"/>
            </a:srgbClr>
          </a:solidFill>
          <a:ln/>
        </p:spPr>
      </p:sp>
      <p:sp>
        <p:nvSpPr>
          <p:cNvPr id="45" name="Shape 43"/>
          <p:cNvSpPr/>
          <p:nvPr/>
        </p:nvSpPr>
        <p:spPr>
          <a:xfrm>
            <a:off x="4288536" y="966064"/>
            <a:ext cx="803758" cy="529209"/>
          </a:xfrm>
          <a:prstGeom prst="rect">
            <a:avLst/>
          </a:prstGeom>
          <a:solidFill>
            <a:srgbClr val="F8FE05">
              <a:alpha val="4125"/>
            </a:srgbClr>
          </a:solidFill>
          <a:ln/>
        </p:spPr>
      </p:sp>
      <p:sp>
        <p:nvSpPr>
          <p:cNvPr id="46" name="Shape 44"/>
          <p:cNvSpPr/>
          <p:nvPr/>
        </p:nvSpPr>
        <p:spPr>
          <a:xfrm>
            <a:off x="4288536" y="1486129"/>
            <a:ext cx="803758" cy="529209"/>
          </a:xfrm>
          <a:prstGeom prst="rect">
            <a:avLst/>
          </a:prstGeom>
          <a:solidFill>
            <a:srgbClr val="F8FE05">
              <a:alpha val="3438"/>
            </a:srgbClr>
          </a:solidFill>
          <a:ln/>
        </p:spPr>
      </p:sp>
      <p:sp>
        <p:nvSpPr>
          <p:cNvPr id="47" name="Shape 45"/>
          <p:cNvSpPr/>
          <p:nvPr/>
        </p:nvSpPr>
        <p:spPr>
          <a:xfrm>
            <a:off x="4288536" y="2006194"/>
            <a:ext cx="803758" cy="529209"/>
          </a:xfrm>
          <a:prstGeom prst="rect">
            <a:avLst/>
          </a:prstGeom>
          <a:solidFill>
            <a:srgbClr val="F8FE05">
              <a:alpha val="2750"/>
            </a:srgbClr>
          </a:solidFill>
          <a:ln/>
        </p:spPr>
      </p:sp>
      <p:sp>
        <p:nvSpPr>
          <p:cNvPr id="48" name="Shape 46"/>
          <p:cNvSpPr/>
          <p:nvPr/>
        </p:nvSpPr>
        <p:spPr>
          <a:xfrm>
            <a:off x="4288536" y="2526259"/>
            <a:ext cx="803758" cy="529209"/>
          </a:xfrm>
          <a:prstGeom prst="rect">
            <a:avLst/>
          </a:prstGeom>
          <a:solidFill>
            <a:srgbClr val="F8FE05">
              <a:alpha val="2063"/>
            </a:srgbClr>
          </a:solidFill>
          <a:ln/>
        </p:spPr>
      </p:sp>
      <p:sp>
        <p:nvSpPr>
          <p:cNvPr id="49" name="Shape 47"/>
          <p:cNvSpPr/>
          <p:nvPr/>
        </p:nvSpPr>
        <p:spPr>
          <a:xfrm>
            <a:off x="4288536" y="3046324"/>
            <a:ext cx="803758" cy="529209"/>
          </a:xfrm>
          <a:prstGeom prst="rect">
            <a:avLst/>
          </a:prstGeom>
          <a:solidFill>
            <a:srgbClr val="F8FE05">
              <a:alpha val="1375"/>
            </a:srgbClr>
          </a:solidFill>
          <a:ln/>
        </p:spPr>
      </p:sp>
      <p:sp>
        <p:nvSpPr>
          <p:cNvPr id="50" name="Shape 48"/>
          <p:cNvSpPr/>
          <p:nvPr/>
        </p:nvSpPr>
        <p:spPr>
          <a:xfrm>
            <a:off x="4288536" y="3566389"/>
            <a:ext cx="803758" cy="529209"/>
          </a:xfrm>
          <a:prstGeom prst="rect">
            <a:avLst/>
          </a:prstGeom>
          <a:solidFill>
            <a:srgbClr val="F8FE05">
              <a:alpha val="688"/>
            </a:srgbClr>
          </a:solidFill>
          <a:ln/>
        </p:spPr>
      </p:sp>
      <p:sp>
        <p:nvSpPr>
          <p:cNvPr id="51" name="Shape 49"/>
          <p:cNvSpPr/>
          <p:nvPr/>
        </p:nvSpPr>
        <p:spPr>
          <a:xfrm>
            <a:off x="3597250" y="-48463"/>
            <a:ext cx="803758" cy="296380"/>
          </a:xfrm>
          <a:prstGeom prst="rect">
            <a:avLst/>
          </a:prstGeom>
          <a:solidFill>
            <a:srgbClr val="F8FE05">
              <a:alpha val="3850"/>
            </a:srgbClr>
          </a:solidFill>
          <a:ln/>
        </p:spPr>
      </p:sp>
      <p:sp>
        <p:nvSpPr>
          <p:cNvPr id="52" name="Shape 50"/>
          <p:cNvSpPr/>
          <p:nvPr/>
        </p:nvSpPr>
        <p:spPr>
          <a:xfrm>
            <a:off x="3597250" y="238773"/>
            <a:ext cx="803758" cy="296380"/>
          </a:xfrm>
          <a:prstGeom prst="rect">
            <a:avLst/>
          </a:prstGeom>
          <a:solidFill>
            <a:srgbClr val="F8FE05">
              <a:alpha val="3369"/>
            </a:srgbClr>
          </a:solidFill>
          <a:ln/>
        </p:spPr>
      </p:sp>
      <p:sp>
        <p:nvSpPr>
          <p:cNvPr id="53" name="Shape 51"/>
          <p:cNvSpPr/>
          <p:nvPr/>
        </p:nvSpPr>
        <p:spPr>
          <a:xfrm>
            <a:off x="3597250" y="526009"/>
            <a:ext cx="803758" cy="296380"/>
          </a:xfrm>
          <a:prstGeom prst="rect">
            <a:avLst/>
          </a:prstGeom>
          <a:solidFill>
            <a:srgbClr val="F8FE05">
              <a:alpha val="2888"/>
            </a:srgbClr>
          </a:solidFill>
          <a:ln/>
        </p:spPr>
      </p:sp>
      <p:sp>
        <p:nvSpPr>
          <p:cNvPr id="54" name="Shape 52"/>
          <p:cNvSpPr/>
          <p:nvPr/>
        </p:nvSpPr>
        <p:spPr>
          <a:xfrm>
            <a:off x="3597250" y="813244"/>
            <a:ext cx="803758" cy="296380"/>
          </a:xfrm>
          <a:prstGeom prst="rect">
            <a:avLst/>
          </a:prstGeom>
          <a:solidFill>
            <a:srgbClr val="F8FE05">
              <a:alpha val="2406"/>
            </a:srgbClr>
          </a:solidFill>
          <a:ln/>
        </p:spPr>
      </p:sp>
      <p:sp>
        <p:nvSpPr>
          <p:cNvPr id="55" name="Shape 53"/>
          <p:cNvSpPr/>
          <p:nvPr/>
        </p:nvSpPr>
        <p:spPr>
          <a:xfrm>
            <a:off x="3597250" y="1100480"/>
            <a:ext cx="803758" cy="296380"/>
          </a:xfrm>
          <a:prstGeom prst="rect">
            <a:avLst/>
          </a:prstGeom>
          <a:solidFill>
            <a:srgbClr val="F8FE05">
              <a:alpha val="1925"/>
            </a:srgbClr>
          </a:solidFill>
          <a:ln/>
        </p:spPr>
      </p:sp>
      <p:sp>
        <p:nvSpPr>
          <p:cNvPr id="56" name="Shape 54"/>
          <p:cNvSpPr/>
          <p:nvPr/>
        </p:nvSpPr>
        <p:spPr>
          <a:xfrm>
            <a:off x="3597250" y="1387716"/>
            <a:ext cx="803758" cy="296380"/>
          </a:xfrm>
          <a:prstGeom prst="rect">
            <a:avLst/>
          </a:prstGeom>
          <a:solidFill>
            <a:srgbClr val="F8FE05">
              <a:alpha val="1444"/>
            </a:srgbClr>
          </a:solidFill>
          <a:ln/>
        </p:spPr>
      </p:sp>
      <p:sp>
        <p:nvSpPr>
          <p:cNvPr id="57" name="Shape 55"/>
          <p:cNvSpPr/>
          <p:nvPr/>
        </p:nvSpPr>
        <p:spPr>
          <a:xfrm>
            <a:off x="3597250" y="1674952"/>
            <a:ext cx="803758" cy="296380"/>
          </a:xfrm>
          <a:prstGeom prst="rect">
            <a:avLst/>
          </a:prstGeom>
          <a:solidFill>
            <a:srgbClr val="F8FE05">
              <a:alpha val="963"/>
            </a:srgbClr>
          </a:solidFill>
          <a:ln/>
        </p:spPr>
      </p:sp>
      <p:sp>
        <p:nvSpPr>
          <p:cNvPr id="58" name="Shape 56"/>
          <p:cNvSpPr/>
          <p:nvPr/>
        </p:nvSpPr>
        <p:spPr>
          <a:xfrm>
            <a:off x="3597250" y="1962188"/>
            <a:ext cx="803758" cy="296380"/>
          </a:xfrm>
          <a:prstGeom prst="rect">
            <a:avLst/>
          </a:prstGeom>
          <a:solidFill>
            <a:srgbClr val="F8FE05">
              <a:alpha val="481"/>
            </a:srgbClr>
          </a:solidFill>
          <a:ln/>
        </p:spPr>
      </p:sp>
      <p:sp>
        <p:nvSpPr>
          <p:cNvPr id="59" name="Shape 57"/>
          <p:cNvSpPr/>
          <p:nvPr/>
        </p:nvSpPr>
        <p:spPr>
          <a:xfrm>
            <a:off x="2787091" y="849478"/>
            <a:ext cx="803758" cy="769468"/>
          </a:xfrm>
          <a:prstGeom prst="rect">
            <a:avLst/>
          </a:prstGeom>
          <a:solidFill>
            <a:srgbClr val="FFFFFF">
              <a:alpha val="688"/>
            </a:srgbClr>
          </a:solidFill>
          <a:ln/>
        </p:spPr>
      </p:sp>
      <p:sp>
        <p:nvSpPr>
          <p:cNvPr id="60" name="Shape 58"/>
          <p:cNvSpPr/>
          <p:nvPr/>
        </p:nvSpPr>
        <p:spPr>
          <a:xfrm>
            <a:off x="2787091" y="1609801"/>
            <a:ext cx="803758" cy="769468"/>
          </a:xfrm>
          <a:prstGeom prst="rect">
            <a:avLst/>
          </a:prstGeom>
          <a:solidFill>
            <a:srgbClr val="FFFFFF">
              <a:alpha val="1375"/>
            </a:srgbClr>
          </a:solidFill>
          <a:ln/>
        </p:spPr>
      </p:sp>
      <p:sp>
        <p:nvSpPr>
          <p:cNvPr id="61" name="Shape 59"/>
          <p:cNvSpPr/>
          <p:nvPr/>
        </p:nvSpPr>
        <p:spPr>
          <a:xfrm>
            <a:off x="2787091" y="2370125"/>
            <a:ext cx="803758" cy="769468"/>
          </a:xfrm>
          <a:prstGeom prst="rect">
            <a:avLst/>
          </a:prstGeom>
          <a:solidFill>
            <a:srgbClr val="FFFFFF">
              <a:alpha val="2063"/>
            </a:srgbClr>
          </a:solidFill>
          <a:ln/>
        </p:spPr>
      </p:sp>
      <p:sp>
        <p:nvSpPr>
          <p:cNvPr id="62" name="Shape 60"/>
          <p:cNvSpPr/>
          <p:nvPr/>
        </p:nvSpPr>
        <p:spPr>
          <a:xfrm>
            <a:off x="2787091" y="3130448"/>
            <a:ext cx="803758" cy="769468"/>
          </a:xfrm>
          <a:prstGeom prst="rect">
            <a:avLst/>
          </a:prstGeom>
          <a:solidFill>
            <a:srgbClr val="FFFFFF">
              <a:alpha val="2750"/>
            </a:srgbClr>
          </a:solidFill>
          <a:ln/>
        </p:spPr>
      </p:sp>
      <p:sp>
        <p:nvSpPr>
          <p:cNvPr id="63" name="Shape 61"/>
          <p:cNvSpPr/>
          <p:nvPr/>
        </p:nvSpPr>
        <p:spPr>
          <a:xfrm>
            <a:off x="2787091" y="3890772"/>
            <a:ext cx="803758" cy="769468"/>
          </a:xfrm>
          <a:prstGeom prst="rect">
            <a:avLst/>
          </a:prstGeom>
          <a:solidFill>
            <a:srgbClr val="FFFFFF">
              <a:alpha val="3438"/>
            </a:srgbClr>
          </a:solidFill>
          <a:ln/>
        </p:spPr>
      </p:sp>
      <p:sp>
        <p:nvSpPr>
          <p:cNvPr id="64" name="Shape 62"/>
          <p:cNvSpPr/>
          <p:nvPr/>
        </p:nvSpPr>
        <p:spPr>
          <a:xfrm>
            <a:off x="2787091" y="4651096"/>
            <a:ext cx="803758" cy="769468"/>
          </a:xfrm>
          <a:prstGeom prst="rect">
            <a:avLst/>
          </a:prstGeom>
          <a:solidFill>
            <a:srgbClr val="FFFFFF">
              <a:alpha val="4125"/>
            </a:srgbClr>
          </a:solidFill>
          <a:ln/>
        </p:spPr>
      </p:sp>
      <p:sp>
        <p:nvSpPr>
          <p:cNvPr id="65" name="Shape 63"/>
          <p:cNvSpPr/>
          <p:nvPr/>
        </p:nvSpPr>
        <p:spPr>
          <a:xfrm>
            <a:off x="2787091" y="5411419"/>
            <a:ext cx="803758" cy="769468"/>
          </a:xfrm>
          <a:prstGeom prst="rect">
            <a:avLst/>
          </a:prstGeom>
          <a:solidFill>
            <a:srgbClr val="FFFFFF">
              <a:alpha val="4813"/>
            </a:srgbClr>
          </a:solidFill>
          <a:ln/>
        </p:spPr>
      </p:sp>
      <p:sp>
        <p:nvSpPr>
          <p:cNvPr id="66" name="Shape 64"/>
          <p:cNvSpPr/>
          <p:nvPr/>
        </p:nvSpPr>
        <p:spPr>
          <a:xfrm>
            <a:off x="2787091" y="6171743"/>
            <a:ext cx="803758" cy="769468"/>
          </a:xfrm>
          <a:prstGeom prst="rect">
            <a:avLst/>
          </a:prstGeom>
          <a:solidFill>
            <a:srgbClr val="FFFFFF">
              <a:alpha val="5500"/>
            </a:srgbClr>
          </a:solidFill>
          <a:ln/>
        </p:spPr>
      </p:sp>
      <p:sp>
        <p:nvSpPr>
          <p:cNvPr id="67" name="Shape 65"/>
          <p:cNvSpPr/>
          <p:nvPr/>
        </p:nvSpPr>
        <p:spPr>
          <a:xfrm>
            <a:off x="1417320" y="3457346"/>
            <a:ext cx="803758" cy="443484"/>
          </a:xfrm>
          <a:prstGeom prst="rect">
            <a:avLst/>
          </a:prstGeom>
          <a:solidFill>
            <a:srgbClr val="FFFFFF">
              <a:alpha val="138"/>
            </a:srgbClr>
          </a:solidFill>
          <a:ln/>
        </p:spPr>
      </p:sp>
      <p:sp>
        <p:nvSpPr>
          <p:cNvPr id="68" name="Shape 66"/>
          <p:cNvSpPr/>
          <p:nvPr/>
        </p:nvSpPr>
        <p:spPr>
          <a:xfrm>
            <a:off x="1417320" y="3891686"/>
            <a:ext cx="803758" cy="443484"/>
          </a:xfrm>
          <a:prstGeom prst="rect">
            <a:avLst/>
          </a:prstGeom>
          <a:solidFill>
            <a:srgbClr val="FFFFFF">
              <a:alpha val="275"/>
            </a:srgbClr>
          </a:solidFill>
          <a:ln/>
        </p:spPr>
      </p:sp>
      <p:sp>
        <p:nvSpPr>
          <p:cNvPr id="69" name="Shape 67"/>
          <p:cNvSpPr/>
          <p:nvPr/>
        </p:nvSpPr>
        <p:spPr>
          <a:xfrm>
            <a:off x="1417320" y="4326026"/>
            <a:ext cx="803758" cy="443484"/>
          </a:xfrm>
          <a:prstGeom prst="rect">
            <a:avLst/>
          </a:prstGeom>
          <a:solidFill>
            <a:srgbClr val="FFFFFF">
              <a:alpha val="412"/>
            </a:srgbClr>
          </a:solidFill>
          <a:ln/>
        </p:spPr>
      </p:sp>
      <p:sp>
        <p:nvSpPr>
          <p:cNvPr id="70" name="Shape 68"/>
          <p:cNvSpPr/>
          <p:nvPr/>
        </p:nvSpPr>
        <p:spPr>
          <a:xfrm>
            <a:off x="1417320" y="4760366"/>
            <a:ext cx="803758" cy="443484"/>
          </a:xfrm>
          <a:prstGeom prst="rect">
            <a:avLst/>
          </a:prstGeom>
          <a:solidFill>
            <a:srgbClr val="FFFFFF">
              <a:alpha val="550"/>
            </a:srgbClr>
          </a:solidFill>
          <a:ln/>
        </p:spPr>
      </p:sp>
      <p:sp>
        <p:nvSpPr>
          <p:cNvPr id="71" name="Shape 69"/>
          <p:cNvSpPr/>
          <p:nvPr/>
        </p:nvSpPr>
        <p:spPr>
          <a:xfrm>
            <a:off x="1417320" y="5194706"/>
            <a:ext cx="803758" cy="443484"/>
          </a:xfrm>
          <a:prstGeom prst="rect">
            <a:avLst/>
          </a:prstGeom>
          <a:solidFill>
            <a:srgbClr val="FFFFFF">
              <a:alpha val="688"/>
            </a:srgbClr>
          </a:solidFill>
          <a:ln/>
        </p:spPr>
      </p:sp>
      <p:sp>
        <p:nvSpPr>
          <p:cNvPr id="72" name="Shape 70"/>
          <p:cNvSpPr/>
          <p:nvPr/>
        </p:nvSpPr>
        <p:spPr>
          <a:xfrm>
            <a:off x="1417320" y="5629046"/>
            <a:ext cx="803758" cy="443484"/>
          </a:xfrm>
          <a:prstGeom prst="rect">
            <a:avLst/>
          </a:prstGeom>
          <a:solidFill>
            <a:srgbClr val="FFFFFF">
              <a:alpha val="825"/>
            </a:srgbClr>
          </a:solidFill>
          <a:ln/>
        </p:spPr>
      </p:sp>
      <p:sp>
        <p:nvSpPr>
          <p:cNvPr id="73" name="Shape 71"/>
          <p:cNvSpPr/>
          <p:nvPr/>
        </p:nvSpPr>
        <p:spPr>
          <a:xfrm>
            <a:off x="1417320" y="6063386"/>
            <a:ext cx="803758" cy="443484"/>
          </a:xfrm>
          <a:prstGeom prst="rect">
            <a:avLst/>
          </a:prstGeom>
          <a:solidFill>
            <a:srgbClr val="FFFFFF">
              <a:alpha val="963"/>
            </a:srgbClr>
          </a:solidFill>
          <a:ln/>
        </p:spPr>
      </p:sp>
      <p:sp>
        <p:nvSpPr>
          <p:cNvPr id="74" name="Shape 72"/>
          <p:cNvSpPr/>
          <p:nvPr/>
        </p:nvSpPr>
        <p:spPr>
          <a:xfrm>
            <a:off x="1417320" y="6497726"/>
            <a:ext cx="803758" cy="443484"/>
          </a:xfrm>
          <a:prstGeom prst="rect">
            <a:avLst/>
          </a:prstGeom>
          <a:solidFill>
            <a:srgbClr val="FFFFFF">
              <a:alpha val="1100"/>
            </a:srgbClr>
          </a:solidFill>
          <a:ln/>
        </p:spPr>
      </p:sp>
      <p:sp>
        <p:nvSpPr>
          <p:cNvPr id="75" name="Shape 73"/>
          <p:cNvSpPr/>
          <p:nvPr/>
        </p:nvSpPr>
        <p:spPr>
          <a:xfrm>
            <a:off x="2106778" y="2276856"/>
            <a:ext cx="803758" cy="587959"/>
          </a:xfrm>
          <a:prstGeom prst="rect">
            <a:avLst/>
          </a:prstGeom>
          <a:solidFill>
            <a:srgbClr val="FFFFFF">
              <a:alpha val="344"/>
            </a:srgbClr>
          </a:solidFill>
          <a:ln/>
        </p:spPr>
      </p:sp>
      <p:sp>
        <p:nvSpPr>
          <p:cNvPr id="76" name="Shape 74"/>
          <p:cNvSpPr/>
          <p:nvPr/>
        </p:nvSpPr>
        <p:spPr>
          <a:xfrm>
            <a:off x="2106778" y="2855671"/>
            <a:ext cx="803758" cy="587959"/>
          </a:xfrm>
          <a:prstGeom prst="rect">
            <a:avLst/>
          </a:prstGeom>
          <a:solidFill>
            <a:srgbClr val="FFFFFF">
              <a:alpha val="688"/>
            </a:srgbClr>
          </a:solidFill>
          <a:ln/>
        </p:spPr>
      </p:sp>
      <p:sp>
        <p:nvSpPr>
          <p:cNvPr id="77" name="Shape 75"/>
          <p:cNvSpPr/>
          <p:nvPr/>
        </p:nvSpPr>
        <p:spPr>
          <a:xfrm>
            <a:off x="2106778" y="3434486"/>
            <a:ext cx="803758" cy="587959"/>
          </a:xfrm>
          <a:prstGeom prst="rect">
            <a:avLst/>
          </a:prstGeom>
          <a:solidFill>
            <a:srgbClr val="FFFFFF">
              <a:alpha val="1031"/>
            </a:srgbClr>
          </a:solidFill>
          <a:ln/>
        </p:spPr>
      </p:sp>
      <p:sp>
        <p:nvSpPr>
          <p:cNvPr id="78" name="Shape 76"/>
          <p:cNvSpPr/>
          <p:nvPr/>
        </p:nvSpPr>
        <p:spPr>
          <a:xfrm>
            <a:off x="2106778" y="4013302"/>
            <a:ext cx="803758" cy="587959"/>
          </a:xfrm>
          <a:prstGeom prst="rect">
            <a:avLst/>
          </a:prstGeom>
          <a:solidFill>
            <a:srgbClr val="FFFFFF">
              <a:alpha val="1375"/>
            </a:srgbClr>
          </a:solidFill>
          <a:ln/>
        </p:spPr>
      </p:sp>
      <p:sp>
        <p:nvSpPr>
          <p:cNvPr id="79" name="Shape 77"/>
          <p:cNvSpPr/>
          <p:nvPr/>
        </p:nvSpPr>
        <p:spPr>
          <a:xfrm>
            <a:off x="2106778" y="4592117"/>
            <a:ext cx="803758" cy="587959"/>
          </a:xfrm>
          <a:prstGeom prst="rect">
            <a:avLst/>
          </a:prstGeom>
          <a:solidFill>
            <a:srgbClr val="FFFFFF">
              <a:alpha val="1719"/>
            </a:srgbClr>
          </a:solidFill>
          <a:ln/>
        </p:spPr>
      </p:sp>
      <p:sp>
        <p:nvSpPr>
          <p:cNvPr id="80" name="Shape 78"/>
          <p:cNvSpPr/>
          <p:nvPr/>
        </p:nvSpPr>
        <p:spPr>
          <a:xfrm>
            <a:off x="2106778" y="5170932"/>
            <a:ext cx="803758" cy="587959"/>
          </a:xfrm>
          <a:prstGeom prst="rect">
            <a:avLst/>
          </a:prstGeom>
          <a:solidFill>
            <a:srgbClr val="FFFFFF">
              <a:alpha val="2063"/>
            </a:srgbClr>
          </a:solidFill>
          <a:ln/>
        </p:spPr>
      </p:sp>
      <p:sp>
        <p:nvSpPr>
          <p:cNvPr id="81" name="Shape 79"/>
          <p:cNvSpPr/>
          <p:nvPr/>
        </p:nvSpPr>
        <p:spPr>
          <a:xfrm>
            <a:off x="2106778" y="5749747"/>
            <a:ext cx="803758" cy="587959"/>
          </a:xfrm>
          <a:prstGeom prst="rect">
            <a:avLst/>
          </a:prstGeom>
          <a:solidFill>
            <a:srgbClr val="FFFFFF">
              <a:alpha val="2406"/>
            </a:srgbClr>
          </a:solidFill>
          <a:ln/>
        </p:spPr>
      </p:sp>
      <p:sp>
        <p:nvSpPr>
          <p:cNvPr id="82" name="Shape 80"/>
          <p:cNvSpPr/>
          <p:nvPr/>
        </p:nvSpPr>
        <p:spPr>
          <a:xfrm>
            <a:off x="2106778" y="6328562"/>
            <a:ext cx="803758" cy="587959"/>
          </a:xfrm>
          <a:prstGeom prst="rect">
            <a:avLst/>
          </a:prstGeom>
          <a:solidFill>
            <a:srgbClr val="FFFFFF">
              <a:alpha val="2750"/>
            </a:srgbClr>
          </a:solidFill>
          <a:ln/>
        </p:spPr>
      </p:sp>
      <p:sp>
        <p:nvSpPr>
          <p:cNvPr id="83" name="Shape 81"/>
          <p:cNvSpPr/>
          <p:nvPr/>
        </p:nvSpPr>
        <p:spPr>
          <a:xfrm>
            <a:off x="3459175" y="2646274"/>
            <a:ext cx="803758" cy="547840"/>
          </a:xfrm>
          <a:prstGeom prst="rect">
            <a:avLst/>
          </a:prstGeom>
          <a:solidFill>
            <a:srgbClr val="FFFFFF">
              <a:alpha val="344"/>
            </a:srgbClr>
          </a:solidFill>
          <a:ln/>
        </p:spPr>
      </p:sp>
      <p:sp>
        <p:nvSpPr>
          <p:cNvPr id="84" name="Shape 82"/>
          <p:cNvSpPr/>
          <p:nvPr/>
        </p:nvSpPr>
        <p:spPr>
          <a:xfrm>
            <a:off x="3459175" y="3184970"/>
            <a:ext cx="803758" cy="547840"/>
          </a:xfrm>
          <a:prstGeom prst="rect">
            <a:avLst/>
          </a:prstGeom>
          <a:solidFill>
            <a:srgbClr val="FFFFFF">
              <a:alpha val="688"/>
            </a:srgbClr>
          </a:solidFill>
          <a:ln/>
        </p:spPr>
      </p:sp>
      <p:sp>
        <p:nvSpPr>
          <p:cNvPr id="85" name="Shape 83"/>
          <p:cNvSpPr/>
          <p:nvPr/>
        </p:nvSpPr>
        <p:spPr>
          <a:xfrm>
            <a:off x="3459175" y="3723665"/>
            <a:ext cx="803758" cy="547840"/>
          </a:xfrm>
          <a:prstGeom prst="rect">
            <a:avLst/>
          </a:prstGeom>
          <a:solidFill>
            <a:srgbClr val="FFFFFF">
              <a:alpha val="1031"/>
            </a:srgbClr>
          </a:solidFill>
          <a:ln/>
        </p:spPr>
      </p:sp>
      <p:sp>
        <p:nvSpPr>
          <p:cNvPr id="86" name="Shape 84"/>
          <p:cNvSpPr/>
          <p:nvPr/>
        </p:nvSpPr>
        <p:spPr>
          <a:xfrm>
            <a:off x="3459175" y="4262361"/>
            <a:ext cx="803758" cy="547840"/>
          </a:xfrm>
          <a:prstGeom prst="rect">
            <a:avLst/>
          </a:prstGeom>
          <a:solidFill>
            <a:srgbClr val="FFFFFF">
              <a:alpha val="1375"/>
            </a:srgbClr>
          </a:solidFill>
          <a:ln/>
        </p:spPr>
      </p:sp>
      <p:sp>
        <p:nvSpPr>
          <p:cNvPr id="87" name="Shape 85"/>
          <p:cNvSpPr/>
          <p:nvPr/>
        </p:nvSpPr>
        <p:spPr>
          <a:xfrm>
            <a:off x="3459175" y="4801057"/>
            <a:ext cx="803758" cy="547840"/>
          </a:xfrm>
          <a:prstGeom prst="rect">
            <a:avLst/>
          </a:prstGeom>
          <a:solidFill>
            <a:srgbClr val="FFFFFF">
              <a:alpha val="1719"/>
            </a:srgbClr>
          </a:solidFill>
          <a:ln/>
        </p:spPr>
      </p:sp>
      <p:sp>
        <p:nvSpPr>
          <p:cNvPr id="88" name="Shape 86"/>
          <p:cNvSpPr/>
          <p:nvPr/>
        </p:nvSpPr>
        <p:spPr>
          <a:xfrm>
            <a:off x="3459175" y="5339753"/>
            <a:ext cx="803758" cy="547840"/>
          </a:xfrm>
          <a:prstGeom prst="rect">
            <a:avLst/>
          </a:prstGeom>
          <a:solidFill>
            <a:srgbClr val="FFFFFF">
              <a:alpha val="2063"/>
            </a:srgbClr>
          </a:solidFill>
          <a:ln/>
        </p:spPr>
      </p:sp>
      <p:sp>
        <p:nvSpPr>
          <p:cNvPr id="89" name="Shape 87"/>
          <p:cNvSpPr/>
          <p:nvPr/>
        </p:nvSpPr>
        <p:spPr>
          <a:xfrm>
            <a:off x="3459175" y="5878449"/>
            <a:ext cx="803758" cy="547840"/>
          </a:xfrm>
          <a:prstGeom prst="rect">
            <a:avLst/>
          </a:prstGeom>
          <a:solidFill>
            <a:srgbClr val="FFFFFF">
              <a:alpha val="2406"/>
            </a:srgbClr>
          </a:solidFill>
          <a:ln/>
        </p:spPr>
      </p:sp>
      <p:sp>
        <p:nvSpPr>
          <p:cNvPr id="90" name="Shape 88"/>
          <p:cNvSpPr/>
          <p:nvPr/>
        </p:nvSpPr>
        <p:spPr>
          <a:xfrm>
            <a:off x="3459175" y="6417145"/>
            <a:ext cx="803758" cy="547840"/>
          </a:xfrm>
          <a:prstGeom prst="rect">
            <a:avLst/>
          </a:prstGeom>
          <a:solidFill>
            <a:srgbClr val="FFFFFF">
              <a:alpha val="2750"/>
            </a:srgbClr>
          </a:solidFill>
          <a:ln/>
        </p:spPr>
      </p:sp>
      <p:sp>
        <p:nvSpPr>
          <p:cNvPr id="91" name="Shape 89"/>
          <p:cNvSpPr/>
          <p:nvPr/>
        </p:nvSpPr>
        <p:spPr>
          <a:xfrm>
            <a:off x="4151376" y="4484218"/>
            <a:ext cx="803758" cy="319126"/>
          </a:xfrm>
          <a:prstGeom prst="rect">
            <a:avLst/>
          </a:prstGeom>
          <a:solidFill>
            <a:srgbClr val="FFFFFF">
              <a:alpha val="138"/>
            </a:srgbClr>
          </a:solidFill>
          <a:ln/>
        </p:spPr>
      </p:sp>
      <p:sp>
        <p:nvSpPr>
          <p:cNvPr id="92" name="Shape 90"/>
          <p:cNvSpPr/>
          <p:nvPr/>
        </p:nvSpPr>
        <p:spPr>
          <a:xfrm>
            <a:off x="4151376" y="4794199"/>
            <a:ext cx="803758" cy="319126"/>
          </a:xfrm>
          <a:prstGeom prst="rect">
            <a:avLst/>
          </a:prstGeom>
          <a:solidFill>
            <a:srgbClr val="FFFFFF">
              <a:alpha val="275"/>
            </a:srgbClr>
          </a:solidFill>
          <a:ln/>
        </p:spPr>
      </p:sp>
      <p:sp>
        <p:nvSpPr>
          <p:cNvPr id="93" name="Shape 91"/>
          <p:cNvSpPr/>
          <p:nvPr/>
        </p:nvSpPr>
        <p:spPr>
          <a:xfrm>
            <a:off x="4151376" y="5104181"/>
            <a:ext cx="803758" cy="319126"/>
          </a:xfrm>
          <a:prstGeom prst="rect">
            <a:avLst/>
          </a:prstGeom>
          <a:solidFill>
            <a:srgbClr val="FFFFFF">
              <a:alpha val="412"/>
            </a:srgbClr>
          </a:solidFill>
          <a:ln/>
        </p:spPr>
      </p:sp>
      <p:sp>
        <p:nvSpPr>
          <p:cNvPr id="94" name="Shape 92"/>
          <p:cNvSpPr/>
          <p:nvPr/>
        </p:nvSpPr>
        <p:spPr>
          <a:xfrm>
            <a:off x="4151376" y="5414162"/>
            <a:ext cx="803758" cy="319126"/>
          </a:xfrm>
          <a:prstGeom prst="rect">
            <a:avLst/>
          </a:prstGeom>
          <a:solidFill>
            <a:srgbClr val="FFFFFF">
              <a:alpha val="550"/>
            </a:srgbClr>
          </a:solidFill>
          <a:ln/>
        </p:spPr>
      </p:sp>
      <p:sp>
        <p:nvSpPr>
          <p:cNvPr id="95" name="Shape 93"/>
          <p:cNvSpPr/>
          <p:nvPr/>
        </p:nvSpPr>
        <p:spPr>
          <a:xfrm>
            <a:off x="4151376" y="5724144"/>
            <a:ext cx="803758" cy="319126"/>
          </a:xfrm>
          <a:prstGeom prst="rect">
            <a:avLst/>
          </a:prstGeom>
          <a:solidFill>
            <a:srgbClr val="FFFFFF">
              <a:alpha val="688"/>
            </a:srgbClr>
          </a:solidFill>
          <a:ln/>
        </p:spPr>
      </p:sp>
      <p:sp>
        <p:nvSpPr>
          <p:cNvPr id="96" name="Shape 94"/>
          <p:cNvSpPr/>
          <p:nvPr/>
        </p:nvSpPr>
        <p:spPr>
          <a:xfrm>
            <a:off x="4151376" y="6034126"/>
            <a:ext cx="803758" cy="319126"/>
          </a:xfrm>
          <a:prstGeom prst="rect">
            <a:avLst/>
          </a:prstGeom>
          <a:solidFill>
            <a:srgbClr val="FFFFFF">
              <a:alpha val="825"/>
            </a:srgbClr>
          </a:solidFill>
          <a:ln/>
        </p:spPr>
      </p:sp>
      <p:sp>
        <p:nvSpPr>
          <p:cNvPr id="97" name="Shape 95"/>
          <p:cNvSpPr/>
          <p:nvPr/>
        </p:nvSpPr>
        <p:spPr>
          <a:xfrm>
            <a:off x="4151376" y="6344107"/>
            <a:ext cx="803758" cy="319126"/>
          </a:xfrm>
          <a:prstGeom prst="rect">
            <a:avLst/>
          </a:prstGeom>
          <a:solidFill>
            <a:srgbClr val="FFFFFF">
              <a:alpha val="963"/>
            </a:srgbClr>
          </a:solidFill>
          <a:ln/>
        </p:spPr>
      </p:sp>
      <p:sp>
        <p:nvSpPr>
          <p:cNvPr id="98" name="Shape 96"/>
          <p:cNvSpPr/>
          <p:nvPr/>
        </p:nvSpPr>
        <p:spPr>
          <a:xfrm>
            <a:off x="4151376" y="6654089"/>
            <a:ext cx="803758" cy="319126"/>
          </a:xfrm>
          <a:prstGeom prst="rect">
            <a:avLst/>
          </a:prstGeom>
          <a:solidFill>
            <a:srgbClr val="FFFFFF">
              <a:alpha val="1100"/>
            </a:srgbClr>
          </a:solidFill>
          <a:ln/>
        </p:spPr>
      </p:sp>
      <p:sp>
        <p:nvSpPr>
          <p:cNvPr id="104" name="Shape 102"/>
          <p:cNvSpPr/>
          <p:nvPr/>
        </p:nvSpPr>
        <p:spPr>
          <a:xfrm>
            <a:off x="11835994" y="1750162"/>
            <a:ext cx="803758" cy="657454"/>
          </a:xfrm>
          <a:prstGeom prst="rect">
            <a:avLst/>
          </a:prstGeom>
          <a:solidFill>
            <a:srgbClr val="FFFFFF">
              <a:alpha val="688"/>
            </a:srgbClr>
          </a:solidFill>
          <a:ln/>
        </p:spPr>
      </p:sp>
      <p:sp>
        <p:nvSpPr>
          <p:cNvPr id="105" name="Shape 103"/>
          <p:cNvSpPr/>
          <p:nvPr/>
        </p:nvSpPr>
        <p:spPr>
          <a:xfrm>
            <a:off x="11835994" y="2398471"/>
            <a:ext cx="803758" cy="657454"/>
          </a:xfrm>
          <a:prstGeom prst="rect">
            <a:avLst/>
          </a:prstGeom>
          <a:solidFill>
            <a:srgbClr val="FFFFFF">
              <a:alpha val="1375"/>
            </a:srgbClr>
          </a:solidFill>
          <a:ln/>
        </p:spPr>
      </p:sp>
      <p:sp>
        <p:nvSpPr>
          <p:cNvPr id="106" name="Shape 104"/>
          <p:cNvSpPr/>
          <p:nvPr/>
        </p:nvSpPr>
        <p:spPr>
          <a:xfrm>
            <a:off x="11835994" y="3046781"/>
            <a:ext cx="803758" cy="657454"/>
          </a:xfrm>
          <a:prstGeom prst="rect">
            <a:avLst/>
          </a:prstGeom>
          <a:solidFill>
            <a:srgbClr val="FFFFFF">
              <a:alpha val="2063"/>
            </a:srgbClr>
          </a:solidFill>
          <a:ln/>
        </p:spPr>
      </p:sp>
      <p:sp>
        <p:nvSpPr>
          <p:cNvPr id="107" name="Shape 105"/>
          <p:cNvSpPr/>
          <p:nvPr/>
        </p:nvSpPr>
        <p:spPr>
          <a:xfrm>
            <a:off x="11835994" y="3695090"/>
            <a:ext cx="803758" cy="657454"/>
          </a:xfrm>
          <a:prstGeom prst="rect">
            <a:avLst/>
          </a:prstGeom>
          <a:solidFill>
            <a:srgbClr val="FFFFFF">
              <a:alpha val="2750"/>
            </a:srgbClr>
          </a:solidFill>
          <a:ln/>
        </p:spPr>
      </p:sp>
      <p:sp>
        <p:nvSpPr>
          <p:cNvPr id="108" name="Shape 106"/>
          <p:cNvSpPr/>
          <p:nvPr/>
        </p:nvSpPr>
        <p:spPr>
          <a:xfrm>
            <a:off x="11835994" y="4343400"/>
            <a:ext cx="803758" cy="657454"/>
          </a:xfrm>
          <a:prstGeom prst="rect">
            <a:avLst/>
          </a:prstGeom>
          <a:solidFill>
            <a:srgbClr val="FFFFFF">
              <a:alpha val="3438"/>
            </a:srgbClr>
          </a:solidFill>
          <a:ln/>
        </p:spPr>
      </p:sp>
      <p:sp>
        <p:nvSpPr>
          <p:cNvPr id="109" name="Shape 107"/>
          <p:cNvSpPr/>
          <p:nvPr/>
        </p:nvSpPr>
        <p:spPr>
          <a:xfrm>
            <a:off x="11835994" y="4991710"/>
            <a:ext cx="803758" cy="657454"/>
          </a:xfrm>
          <a:prstGeom prst="rect">
            <a:avLst/>
          </a:prstGeom>
          <a:solidFill>
            <a:srgbClr val="FFFFFF">
              <a:alpha val="4125"/>
            </a:srgbClr>
          </a:solidFill>
          <a:ln/>
        </p:spPr>
      </p:sp>
      <p:sp>
        <p:nvSpPr>
          <p:cNvPr id="110" name="Shape 108"/>
          <p:cNvSpPr/>
          <p:nvPr/>
        </p:nvSpPr>
        <p:spPr>
          <a:xfrm>
            <a:off x="11835994" y="5640019"/>
            <a:ext cx="803758" cy="657454"/>
          </a:xfrm>
          <a:prstGeom prst="rect">
            <a:avLst/>
          </a:prstGeom>
          <a:solidFill>
            <a:srgbClr val="FFFFFF">
              <a:alpha val="4813"/>
            </a:srgbClr>
          </a:solidFill>
          <a:ln/>
        </p:spPr>
      </p:sp>
      <p:sp>
        <p:nvSpPr>
          <p:cNvPr id="111" name="Shape 109"/>
          <p:cNvSpPr/>
          <p:nvPr/>
        </p:nvSpPr>
        <p:spPr>
          <a:xfrm>
            <a:off x="11835994" y="6288329"/>
            <a:ext cx="803758" cy="657454"/>
          </a:xfrm>
          <a:prstGeom prst="rect">
            <a:avLst/>
          </a:prstGeom>
          <a:solidFill>
            <a:srgbClr val="FFFFFF">
              <a:alpha val="5500"/>
            </a:srgbClr>
          </a:solidFill>
          <a:ln/>
        </p:spPr>
      </p:sp>
      <p:sp>
        <p:nvSpPr>
          <p:cNvPr id="112" name="Shape 110"/>
          <p:cNvSpPr/>
          <p:nvPr/>
        </p:nvSpPr>
        <p:spPr>
          <a:xfrm>
            <a:off x="10465308" y="4358030"/>
            <a:ext cx="803758" cy="331356"/>
          </a:xfrm>
          <a:prstGeom prst="rect">
            <a:avLst/>
          </a:prstGeom>
          <a:solidFill>
            <a:srgbClr val="FFFFFF">
              <a:alpha val="138"/>
            </a:srgbClr>
          </a:solidFill>
          <a:ln/>
        </p:spPr>
      </p:sp>
      <p:sp>
        <p:nvSpPr>
          <p:cNvPr id="113" name="Shape 111"/>
          <p:cNvSpPr/>
          <p:nvPr/>
        </p:nvSpPr>
        <p:spPr>
          <a:xfrm>
            <a:off x="10465308" y="4680242"/>
            <a:ext cx="803758" cy="331356"/>
          </a:xfrm>
          <a:prstGeom prst="rect">
            <a:avLst/>
          </a:prstGeom>
          <a:solidFill>
            <a:srgbClr val="FFFFFF">
              <a:alpha val="275"/>
            </a:srgbClr>
          </a:solidFill>
          <a:ln/>
        </p:spPr>
      </p:sp>
      <p:sp>
        <p:nvSpPr>
          <p:cNvPr id="114" name="Shape 112"/>
          <p:cNvSpPr/>
          <p:nvPr/>
        </p:nvSpPr>
        <p:spPr>
          <a:xfrm>
            <a:off x="10465308" y="5002454"/>
            <a:ext cx="803758" cy="331356"/>
          </a:xfrm>
          <a:prstGeom prst="rect">
            <a:avLst/>
          </a:prstGeom>
          <a:solidFill>
            <a:srgbClr val="FFFFFF">
              <a:alpha val="412"/>
            </a:srgbClr>
          </a:solidFill>
          <a:ln/>
        </p:spPr>
      </p:sp>
      <p:sp>
        <p:nvSpPr>
          <p:cNvPr id="115" name="Shape 113"/>
          <p:cNvSpPr/>
          <p:nvPr/>
        </p:nvSpPr>
        <p:spPr>
          <a:xfrm>
            <a:off x="10465308" y="5324666"/>
            <a:ext cx="803758" cy="331356"/>
          </a:xfrm>
          <a:prstGeom prst="rect">
            <a:avLst/>
          </a:prstGeom>
          <a:solidFill>
            <a:srgbClr val="FFFFFF">
              <a:alpha val="550"/>
            </a:srgbClr>
          </a:solidFill>
          <a:ln/>
        </p:spPr>
      </p:sp>
      <p:sp>
        <p:nvSpPr>
          <p:cNvPr id="116" name="Shape 114"/>
          <p:cNvSpPr/>
          <p:nvPr/>
        </p:nvSpPr>
        <p:spPr>
          <a:xfrm>
            <a:off x="10465308" y="5646877"/>
            <a:ext cx="803758" cy="331356"/>
          </a:xfrm>
          <a:prstGeom prst="rect">
            <a:avLst/>
          </a:prstGeom>
          <a:solidFill>
            <a:srgbClr val="FFFFFF">
              <a:alpha val="688"/>
            </a:srgbClr>
          </a:solidFill>
          <a:ln/>
        </p:spPr>
      </p:sp>
      <p:sp>
        <p:nvSpPr>
          <p:cNvPr id="117" name="Shape 115"/>
          <p:cNvSpPr/>
          <p:nvPr/>
        </p:nvSpPr>
        <p:spPr>
          <a:xfrm>
            <a:off x="10465308" y="5969089"/>
            <a:ext cx="803758" cy="331356"/>
          </a:xfrm>
          <a:prstGeom prst="rect">
            <a:avLst/>
          </a:prstGeom>
          <a:solidFill>
            <a:srgbClr val="FFFFFF">
              <a:alpha val="825"/>
            </a:srgbClr>
          </a:solidFill>
          <a:ln/>
        </p:spPr>
      </p:sp>
      <p:sp>
        <p:nvSpPr>
          <p:cNvPr id="118" name="Shape 116"/>
          <p:cNvSpPr/>
          <p:nvPr/>
        </p:nvSpPr>
        <p:spPr>
          <a:xfrm>
            <a:off x="10465308" y="6291301"/>
            <a:ext cx="803758" cy="331356"/>
          </a:xfrm>
          <a:prstGeom prst="rect">
            <a:avLst/>
          </a:prstGeom>
          <a:solidFill>
            <a:srgbClr val="FFFFFF">
              <a:alpha val="963"/>
            </a:srgbClr>
          </a:solidFill>
          <a:ln/>
        </p:spPr>
      </p:sp>
      <p:sp>
        <p:nvSpPr>
          <p:cNvPr id="119" name="Shape 117"/>
          <p:cNvSpPr/>
          <p:nvPr/>
        </p:nvSpPr>
        <p:spPr>
          <a:xfrm>
            <a:off x="10465308" y="6613512"/>
            <a:ext cx="803758" cy="331356"/>
          </a:xfrm>
          <a:prstGeom prst="rect">
            <a:avLst/>
          </a:prstGeom>
          <a:solidFill>
            <a:srgbClr val="FFFFFF">
              <a:alpha val="1100"/>
            </a:srgbClr>
          </a:solidFill>
          <a:ln/>
        </p:spPr>
      </p:sp>
      <p:sp>
        <p:nvSpPr>
          <p:cNvPr id="120" name="Shape 118"/>
          <p:cNvSpPr/>
          <p:nvPr/>
        </p:nvSpPr>
        <p:spPr>
          <a:xfrm>
            <a:off x="11155680" y="3177540"/>
            <a:ext cx="803758" cy="482117"/>
          </a:xfrm>
          <a:prstGeom prst="rect">
            <a:avLst/>
          </a:prstGeom>
          <a:solidFill>
            <a:srgbClr val="FFFFFF">
              <a:alpha val="344"/>
            </a:srgbClr>
          </a:solidFill>
          <a:ln/>
        </p:spPr>
      </p:sp>
      <p:sp>
        <p:nvSpPr>
          <p:cNvPr id="121" name="Shape 119"/>
          <p:cNvSpPr/>
          <p:nvPr/>
        </p:nvSpPr>
        <p:spPr>
          <a:xfrm>
            <a:off x="11155680" y="3650513"/>
            <a:ext cx="803758" cy="482117"/>
          </a:xfrm>
          <a:prstGeom prst="rect">
            <a:avLst/>
          </a:prstGeom>
          <a:solidFill>
            <a:srgbClr val="FFFFFF">
              <a:alpha val="688"/>
            </a:srgbClr>
          </a:solidFill>
          <a:ln/>
        </p:spPr>
      </p:sp>
      <p:sp>
        <p:nvSpPr>
          <p:cNvPr id="122" name="Shape 120"/>
          <p:cNvSpPr/>
          <p:nvPr/>
        </p:nvSpPr>
        <p:spPr>
          <a:xfrm>
            <a:off x="11155680" y="4123487"/>
            <a:ext cx="803758" cy="482117"/>
          </a:xfrm>
          <a:prstGeom prst="rect">
            <a:avLst/>
          </a:prstGeom>
          <a:solidFill>
            <a:srgbClr val="FFFFFF">
              <a:alpha val="1031"/>
            </a:srgbClr>
          </a:solidFill>
          <a:ln/>
        </p:spPr>
      </p:sp>
      <p:sp>
        <p:nvSpPr>
          <p:cNvPr id="123" name="Shape 121"/>
          <p:cNvSpPr/>
          <p:nvPr/>
        </p:nvSpPr>
        <p:spPr>
          <a:xfrm>
            <a:off x="11155680" y="4596460"/>
            <a:ext cx="803758" cy="482117"/>
          </a:xfrm>
          <a:prstGeom prst="rect">
            <a:avLst/>
          </a:prstGeom>
          <a:solidFill>
            <a:srgbClr val="FFFFFF">
              <a:alpha val="1375"/>
            </a:srgbClr>
          </a:solidFill>
          <a:ln/>
        </p:spPr>
      </p:sp>
      <p:sp>
        <p:nvSpPr>
          <p:cNvPr id="124" name="Shape 122"/>
          <p:cNvSpPr/>
          <p:nvPr/>
        </p:nvSpPr>
        <p:spPr>
          <a:xfrm>
            <a:off x="11155680" y="5069434"/>
            <a:ext cx="803758" cy="482117"/>
          </a:xfrm>
          <a:prstGeom prst="rect">
            <a:avLst/>
          </a:prstGeom>
          <a:solidFill>
            <a:srgbClr val="FFFFFF">
              <a:alpha val="1719"/>
            </a:srgbClr>
          </a:solidFill>
          <a:ln/>
        </p:spPr>
      </p:sp>
      <p:sp>
        <p:nvSpPr>
          <p:cNvPr id="125" name="Shape 123"/>
          <p:cNvSpPr/>
          <p:nvPr/>
        </p:nvSpPr>
        <p:spPr>
          <a:xfrm>
            <a:off x="11155680" y="5542407"/>
            <a:ext cx="803758" cy="482117"/>
          </a:xfrm>
          <a:prstGeom prst="rect">
            <a:avLst/>
          </a:prstGeom>
          <a:solidFill>
            <a:srgbClr val="FFFFFF">
              <a:alpha val="2063"/>
            </a:srgbClr>
          </a:solidFill>
          <a:ln/>
        </p:spPr>
      </p:sp>
      <p:sp>
        <p:nvSpPr>
          <p:cNvPr id="126" name="Shape 124"/>
          <p:cNvSpPr/>
          <p:nvPr/>
        </p:nvSpPr>
        <p:spPr>
          <a:xfrm>
            <a:off x="11155680" y="6015380"/>
            <a:ext cx="803758" cy="482117"/>
          </a:xfrm>
          <a:prstGeom prst="rect">
            <a:avLst/>
          </a:prstGeom>
          <a:solidFill>
            <a:srgbClr val="FFFFFF">
              <a:alpha val="2406"/>
            </a:srgbClr>
          </a:solidFill>
          <a:ln/>
        </p:spPr>
      </p:sp>
      <p:sp>
        <p:nvSpPr>
          <p:cNvPr id="127" name="Shape 125"/>
          <p:cNvSpPr/>
          <p:nvPr/>
        </p:nvSpPr>
        <p:spPr>
          <a:xfrm>
            <a:off x="11155680" y="6488354"/>
            <a:ext cx="803758" cy="482117"/>
          </a:xfrm>
          <a:prstGeom prst="rect">
            <a:avLst/>
          </a:prstGeom>
          <a:solidFill>
            <a:srgbClr val="FFFFFF">
              <a:alpha val="2750"/>
            </a:srgbClr>
          </a:solidFill>
          <a:ln/>
        </p:spPr>
      </p:sp>
      <p:sp>
        <p:nvSpPr>
          <p:cNvPr id="129" name="Text 127"/>
          <p:cNvSpPr/>
          <p:nvPr/>
        </p:nvSpPr>
        <p:spPr>
          <a:xfrm>
            <a:off x="6214262" y="685800"/>
            <a:ext cx="5577840" cy="1188720"/>
          </a:xfrm>
          <a:prstGeom prst="rect">
            <a:avLst/>
          </a:prstGeom>
          <a:noFill/>
          <a:ln/>
        </p:spPr>
        <p:txBody>
          <a:bodyPr wrap="square" rtlCol="0" anchor="t"/>
          <a:lstStyle/>
          <a:p>
            <a:pPr indent="0" marL="0">
              <a:lnSpc>
                <a:spcPct val="90000"/>
              </a:lnSpc>
              <a:buNone/>
            </a:pPr>
            <a:r>
              <a:rPr lang="en-US" sz="3600" spc="-150" kern="0" dirty="0">
                <a:solidFill>
                  <a:srgbClr val="FFFFFF"/>
                </a:solidFill>
                <a:latin typeface="Manrope" pitchFamily="34" charset="0"/>
                <a:ea typeface="Manrope" pitchFamily="34" charset="-122"/>
                <a:cs typeface="Manrope" pitchFamily="34" charset="-120"/>
              </a:rPr>
              <a:t>Stage 8: </a:t>
            </a:r>
            <a:r>
              <a:rPr lang="en-US" sz="3600" spc="-150" kern="0" dirty="0">
                <a:solidFill>
                  <a:srgbClr val="C0DAB4"/>
                </a:solidFill>
                <a:latin typeface="Manrope" pitchFamily="34" charset="0"/>
                <a:ea typeface="Manrope" pitchFamily="34" charset="-122"/>
                <a:cs typeface="Manrope" pitchFamily="34" charset="-120"/>
              </a:rPr>
              <a:t>MCP is like a USB-C port for AI</a:t>
            </a:r>
          </a:p>
        </p:txBody>
      </p:sp>
      <p:sp>
        <p:nvSpPr>
          <p:cNvPr id="130" name="Text 128"/>
          <p:cNvSpPr/>
          <p:nvPr/>
        </p:nvSpPr>
        <p:spPr>
          <a:xfrm>
            <a:off x="6220663" y="1965960"/>
            <a:ext cx="5532120" cy="77724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MCP (Model Context Protocol) is a free open standard. Its website: “Like a USB-C port for AI applications.”</a:t>
            </a:r>
          </a:p>
        </p:txBody>
      </p:sp>
      <p:sp>
        <p:nvSpPr>
          <p:cNvPr id="132" name="Shape 130"/>
          <p:cNvSpPr/>
          <p:nvPr/>
        </p:nvSpPr>
        <p:spPr>
          <a:xfrm>
            <a:off x="3348533" y="3586277"/>
            <a:ext cx="30175" cy="1920240"/>
          </a:xfrm>
          <a:prstGeom prst="rect">
            <a:avLst/>
          </a:prstGeom>
          <a:solidFill>
            <a:srgbClr val="96C182">
              <a:alpha val="12000"/>
            </a:srgbClr>
          </a:solidFill>
          <a:ln/>
        </p:spPr>
      </p:sp>
      <p:sp>
        <p:nvSpPr>
          <p:cNvPr id="133" name="Shape 131"/>
          <p:cNvSpPr/>
          <p:nvPr/>
        </p:nvSpPr>
        <p:spPr>
          <a:xfrm>
            <a:off x="3641141" y="3081528"/>
            <a:ext cx="30175" cy="1920240"/>
          </a:xfrm>
          <a:prstGeom prst="rect">
            <a:avLst/>
          </a:prstGeom>
          <a:solidFill>
            <a:srgbClr val="96C182">
              <a:alpha val="12000"/>
            </a:srgbClr>
          </a:solidFill>
          <a:ln/>
        </p:spPr>
      </p:sp>
      <p:sp>
        <p:nvSpPr>
          <p:cNvPr id="134" name="Shape 132"/>
          <p:cNvSpPr/>
          <p:nvPr/>
        </p:nvSpPr>
        <p:spPr>
          <a:xfrm>
            <a:off x="2388413" y="3845966"/>
            <a:ext cx="30175" cy="1920240"/>
          </a:xfrm>
          <a:prstGeom prst="rect">
            <a:avLst/>
          </a:prstGeom>
          <a:solidFill>
            <a:srgbClr val="96C182">
              <a:alpha val="12000"/>
            </a:srgbClr>
          </a:solidFill>
          <a:ln/>
        </p:spPr>
      </p:sp>
      <p:sp>
        <p:nvSpPr>
          <p:cNvPr id="135" name="Shape 133"/>
          <p:cNvSpPr/>
          <p:nvPr/>
        </p:nvSpPr>
        <p:spPr>
          <a:xfrm>
            <a:off x="2107692" y="3878885"/>
            <a:ext cx="30175" cy="1920240"/>
          </a:xfrm>
          <a:prstGeom prst="rect">
            <a:avLst/>
          </a:prstGeom>
          <a:solidFill>
            <a:srgbClr val="96C182">
              <a:alpha val="12000"/>
            </a:srgbClr>
          </a:solidFill>
          <a:ln/>
        </p:spPr>
      </p:sp>
      <p:sp>
        <p:nvSpPr>
          <p:cNvPr id="136" name="Shape 134"/>
          <p:cNvSpPr/>
          <p:nvPr/>
        </p:nvSpPr>
        <p:spPr>
          <a:xfrm>
            <a:off x="1907438" y="4237330"/>
            <a:ext cx="30175" cy="1920240"/>
          </a:xfrm>
          <a:prstGeom prst="rect">
            <a:avLst/>
          </a:prstGeom>
          <a:solidFill>
            <a:srgbClr val="96C182">
              <a:alpha val="12000"/>
            </a:srgbClr>
          </a:solidFill>
          <a:ln/>
        </p:spPr>
      </p:sp>
      <p:sp>
        <p:nvSpPr>
          <p:cNvPr id="137" name="Shape 135"/>
          <p:cNvSpPr/>
          <p:nvPr/>
        </p:nvSpPr>
        <p:spPr>
          <a:xfrm>
            <a:off x="3954780" y="4073652"/>
            <a:ext cx="30175" cy="1920240"/>
          </a:xfrm>
          <a:prstGeom prst="rect">
            <a:avLst/>
          </a:prstGeom>
          <a:solidFill>
            <a:srgbClr val="96C182">
              <a:alpha val="12000"/>
            </a:srgbClr>
          </a:solidFill>
          <a:ln/>
        </p:spPr>
      </p:sp>
      <p:sp>
        <p:nvSpPr>
          <p:cNvPr id="138" name="Shape 136"/>
          <p:cNvSpPr/>
          <p:nvPr/>
        </p:nvSpPr>
        <p:spPr>
          <a:xfrm>
            <a:off x="1458468" y="3824935"/>
            <a:ext cx="30175" cy="1920240"/>
          </a:xfrm>
          <a:prstGeom prst="rect">
            <a:avLst/>
          </a:prstGeom>
          <a:solidFill>
            <a:srgbClr val="96C182">
              <a:alpha val="12000"/>
            </a:srgbClr>
          </a:solidFill>
          <a:ln/>
        </p:spPr>
      </p:sp>
      <p:sp>
        <p:nvSpPr>
          <p:cNvPr id="141" name="Shape 139"/>
          <p:cNvSpPr/>
          <p:nvPr/>
        </p:nvSpPr>
        <p:spPr>
          <a:xfrm rot="20700000">
            <a:off x="3959352" y="2670048"/>
            <a:ext cx="402336" cy="91440"/>
          </a:xfrm>
          <a:prstGeom prst="rect">
            <a:avLst/>
          </a:prstGeom>
          <a:solidFill>
            <a:srgbClr val="1D1D1D"/>
          </a:solidFill>
          <a:ln/>
        </p:spPr>
      </p:sp>
      <p:sp>
        <p:nvSpPr>
          <p:cNvPr id="142" name="Shape 140"/>
          <p:cNvSpPr/>
          <p:nvPr/>
        </p:nvSpPr>
        <p:spPr>
          <a:xfrm rot="20700000">
            <a:off x="1389888" y="3246120"/>
            <a:ext cx="402336" cy="91440"/>
          </a:xfrm>
          <a:prstGeom prst="rect">
            <a:avLst/>
          </a:prstGeom>
          <a:solidFill>
            <a:srgbClr val="1D1D1D"/>
          </a:solidFill>
          <a:ln/>
        </p:spPr>
      </p:sp>
      <p:sp>
        <p:nvSpPr>
          <p:cNvPr id="143" name="Shape 141"/>
          <p:cNvSpPr/>
          <p:nvPr/>
        </p:nvSpPr>
        <p:spPr>
          <a:xfrm rot="20700000">
            <a:off x="3959352" y="3172968"/>
            <a:ext cx="402336" cy="91440"/>
          </a:xfrm>
          <a:prstGeom prst="rect">
            <a:avLst/>
          </a:prstGeom>
          <a:solidFill>
            <a:srgbClr val="1D1D1D"/>
          </a:solidFill>
          <a:ln/>
        </p:spPr>
      </p:sp>
      <p:sp>
        <p:nvSpPr>
          <p:cNvPr id="144" name="Shape 142"/>
          <p:cNvSpPr/>
          <p:nvPr/>
        </p:nvSpPr>
        <p:spPr>
          <a:xfrm rot="20700000">
            <a:off x="1389888" y="3749040"/>
            <a:ext cx="402336" cy="91440"/>
          </a:xfrm>
          <a:prstGeom prst="rect">
            <a:avLst/>
          </a:prstGeom>
          <a:solidFill>
            <a:srgbClr val="1D1D1D"/>
          </a:solidFill>
          <a:ln/>
        </p:spPr>
      </p:sp>
      <p:sp>
        <p:nvSpPr>
          <p:cNvPr id="145" name="Shape 143"/>
          <p:cNvSpPr/>
          <p:nvPr/>
        </p:nvSpPr>
        <p:spPr>
          <a:xfrm rot="20700000">
            <a:off x="3959352" y="3675888"/>
            <a:ext cx="402336" cy="91440"/>
          </a:xfrm>
          <a:prstGeom prst="rect">
            <a:avLst/>
          </a:prstGeom>
          <a:solidFill>
            <a:srgbClr val="1D1D1D"/>
          </a:solidFill>
          <a:ln/>
        </p:spPr>
      </p:sp>
      <p:sp>
        <p:nvSpPr>
          <p:cNvPr id="146" name="Shape 144"/>
          <p:cNvSpPr/>
          <p:nvPr/>
        </p:nvSpPr>
        <p:spPr>
          <a:xfrm rot="20700000">
            <a:off x="1389888" y="4251960"/>
            <a:ext cx="402336" cy="91440"/>
          </a:xfrm>
          <a:prstGeom prst="rect">
            <a:avLst/>
          </a:prstGeom>
          <a:solidFill>
            <a:srgbClr val="1D1D1D"/>
          </a:solidFill>
          <a:ln/>
        </p:spPr>
      </p:sp>
      <p:sp>
        <p:nvSpPr>
          <p:cNvPr id="147" name="Shape 145"/>
          <p:cNvSpPr/>
          <p:nvPr/>
        </p:nvSpPr>
        <p:spPr>
          <a:xfrm rot="20700000">
            <a:off x="1572768" y="1947672"/>
            <a:ext cx="2441448" cy="2761488"/>
          </a:xfrm>
          <a:prstGeom prst="roundRect">
            <a:avLst>
              <a:gd name="adj" fmla="val 10487"/>
            </a:avLst>
          </a:prstGeom>
          <a:solidFill>
            <a:srgbClr val="FFFFFF">
              <a:alpha val="40000"/>
            </a:srgbClr>
          </a:solidFill>
          <a:ln/>
        </p:spPr>
      </p:sp>
      <p:sp>
        <p:nvSpPr>
          <p:cNvPr id="148" name="Shape 146"/>
          <p:cNvSpPr/>
          <p:nvPr/>
        </p:nvSpPr>
        <p:spPr>
          <a:xfrm rot="20700000">
            <a:off x="1645920" y="2002536"/>
            <a:ext cx="2313432" cy="2615184"/>
          </a:xfrm>
          <a:prstGeom prst="roundRect">
            <a:avLst>
              <a:gd name="adj" fmla="val 9486"/>
            </a:avLst>
          </a:prstGeom>
          <a:solidFill>
            <a:srgbClr val="CFE313"/>
          </a:solidFill>
          <a:ln/>
        </p:spPr>
      </p:sp>
      <p:sp>
        <p:nvSpPr>
          <p:cNvPr id="149" name="Shape 147"/>
          <p:cNvSpPr/>
          <p:nvPr/>
        </p:nvSpPr>
        <p:spPr>
          <a:xfrm rot="20700000">
            <a:off x="1628727" y="2022312"/>
            <a:ext cx="2180410" cy="2464811"/>
          </a:xfrm>
          <a:prstGeom prst="roundRect">
            <a:avLst>
              <a:gd name="adj" fmla="val 10065"/>
            </a:avLst>
          </a:prstGeom>
          <a:solidFill>
            <a:srgbClr val="C4DA16"/>
          </a:solidFill>
          <a:ln/>
        </p:spPr>
      </p:sp>
      <p:sp>
        <p:nvSpPr>
          <p:cNvPr id="150" name="Shape 148"/>
          <p:cNvSpPr/>
          <p:nvPr/>
        </p:nvSpPr>
        <p:spPr>
          <a:xfrm rot="20700000">
            <a:off x="1611533" y="2042089"/>
            <a:ext cx="2047387" cy="2314438"/>
          </a:xfrm>
          <a:prstGeom prst="roundRect">
            <a:avLst>
              <a:gd name="adj" fmla="val 10719"/>
            </a:avLst>
          </a:prstGeom>
          <a:solidFill>
            <a:srgbClr val="B9D118"/>
          </a:solidFill>
          <a:ln/>
        </p:spPr>
      </p:sp>
      <p:sp>
        <p:nvSpPr>
          <p:cNvPr id="151" name="Shape 149"/>
          <p:cNvSpPr/>
          <p:nvPr/>
        </p:nvSpPr>
        <p:spPr>
          <a:xfrm rot="20700000">
            <a:off x="1594340" y="2061865"/>
            <a:ext cx="1914365" cy="2164065"/>
          </a:xfrm>
          <a:prstGeom prst="roundRect">
            <a:avLst>
              <a:gd name="adj" fmla="val 11464"/>
            </a:avLst>
          </a:prstGeom>
          <a:solidFill>
            <a:srgbClr val="AEC81B"/>
          </a:solidFill>
          <a:ln/>
        </p:spPr>
      </p:sp>
      <p:sp>
        <p:nvSpPr>
          <p:cNvPr id="152" name="Shape 150"/>
          <p:cNvSpPr/>
          <p:nvPr/>
        </p:nvSpPr>
        <p:spPr>
          <a:xfrm rot="20700000">
            <a:off x="1577146" y="2081641"/>
            <a:ext cx="1781343" cy="2013692"/>
          </a:xfrm>
          <a:prstGeom prst="roundRect">
            <a:avLst>
              <a:gd name="adj" fmla="val 12320"/>
            </a:avLst>
          </a:prstGeom>
          <a:solidFill>
            <a:srgbClr val="A4BF1E"/>
          </a:solidFill>
          <a:ln/>
        </p:spPr>
      </p:sp>
      <p:sp>
        <p:nvSpPr>
          <p:cNvPr id="153" name="Shape 151"/>
          <p:cNvSpPr/>
          <p:nvPr/>
        </p:nvSpPr>
        <p:spPr>
          <a:xfrm rot="20700000">
            <a:off x="1559953" y="2101417"/>
            <a:ext cx="1648320" cy="1863319"/>
          </a:xfrm>
          <a:prstGeom prst="roundRect">
            <a:avLst>
              <a:gd name="adj" fmla="val 13314"/>
            </a:avLst>
          </a:prstGeom>
          <a:solidFill>
            <a:srgbClr val="99B621"/>
          </a:solidFill>
          <a:ln/>
        </p:spPr>
      </p:sp>
      <p:sp>
        <p:nvSpPr>
          <p:cNvPr id="154" name="Shape 152"/>
          <p:cNvSpPr/>
          <p:nvPr/>
        </p:nvSpPr>
        <p:spPr>
          <a:xfrm rot="20700000">
            <a:off x="1542760" y="2121194"/>
            <a:ext cx="1515298" cy="1712946"/>
          </a:xfrm>
          <a:prstGeom prst="roundRect">
            <a:avLst>
              <a:gd name="adj" fmla="val 14483"/>
            </a:avLst>
          </a:prstGeom>
          <a:solidFill>
            <a:srgbClr val="8EAD23"/>
          </a:solidFill>
          <a:ln/>
        </p:spPr>
      </p:sp>
      <p:sp>
        <p:nvSpPr>
          <p:cNvPr id="155" name="Shape 153"/>
          <p:cNvSpPr/>
          <p:nvPr/>
        </p:nvSpPr>
        <p:spPr>
          <a:xfrm rot="20700000">
            <a:off x="1525566" y="2140970"/>
            <a:ext cx="1382276" cy="1562572"/>
          </a:xfrm>
          <a:prstGeom prst="roundRect">
            <a:avLst>
              <a:gd name="adj" fmla="val 15876"/>
            </a:avLst>
          </a:prstGeom>
          <a:solidFill>
            <a:srgbClr val="83A426"/>
          </a:solidFill>
          <a:ln/>
        </p:spPr>
      </p:sp>
      <p:sp>
        <p:nvSpPr>
          <p:cNvPr id="156" name="Shape 154"/>
          <p:cNvSpPr/>
          <p:nvPr/>
        </p:nvSpPr>
        <p:spPr>
          <a:xfrm rot="20700000">
            <a:off x="1508373" y="2160746"/>
            <a:ext cx="1249253" cy="1412199"/>
          </a:xfrm>
          <a:prstGeom prst="roundRect">
            <a:avLst>
              <a:gd name="adj" fmla="val 17567"/>
            </a:avLst>
          </a:prstGeom>
          <a:solidFill>
            <a:srgbClr val="789B29"/>
          </a:solidFill>
          <a:ln/>
        </p:spPr>
      </p:sp>
      <p:sp>
        <p:nvSpPr>
          <p:cNvPr id="157" name="Shape 155"/>
          <p:cNvSpPr/>
          <p:nvPr/>
        </p:nvSpPr>
        <p:spPr>
          <a:xfrm rot="20700000">
            <a:off x="1491179" y="2180522"/>
            <a:ext cx="1116231" cy="1261826"/>
          </a:xfrm>
          <a:prstGeom prst="roundRect">
            <a:avLst>
              <a:gd name="adj" fmla="val 19660"/>
            </a:avLst>
          </a:prstGeom>
          <a:solidFill>
            <a:srgbClr val="6D922C"/>
          </a:solidFill>
          <a:ln/>
        </p:spPr>
      </p:sp>
      <p:sp>
        <p:nvSpPr>
          <p:cNvPr id="158" name="Shape 156"/>
          <p:cNvSpPr/>
          <p:nvPr/>
        </p:nvSpPr>
        <p:spPr>
          <a:xfrm rot="20700000">
            <a:off x="1473986" y="2200299"/>
            <a:ext cx="983209" cy="1111453"/>
          </a:xfrm>
          <a:prstGeom prst="roundRect">
            <a:avLst>
              <a:gd name="adj" fmla="val 22320"/>
            </a:avLst>
          </a:prstGeom>
          <a:solidFill>
            <a:srgbClr val="62892E"/>
          </a:solidFill>
          <a:ln/>
        </p:spPr>
      </p:sp>
      <p:sp>
        <p:nvSpPr>
          <p:cNvPr id="159" name="Shape 157"/>
          <p:cNvSpPr/>
          <p:nvPr/>
        </p:nvSpPr>
        <p:spPr>
          <a:xfrm rot="20700000">
            <a:off x="1456793" y="2220075"/>
            <a:ext cx="850186" cy="961080"/>
          </a:xfrm>
          <a:prstGeom prst="roundRect">
            <a:avLst>
              <a:gd name="adj" fmla="val 25813"/>
            </a:avLst>
          </a:prstGeom>
          <a:solidFill>
            <a:srgbClr val="578031"/>
          </a:solidFill>
          <a:ln/>
        </p:spPr>
      </p:sp>
      <p:sp>
        <p:nvSpPr>
          <p:cNvPr id="160" name="Shape 158"/>
          <p:cNvSpPr/>
          <p:nvPr/>
        </p:nvSpPr>
        <p:spPr>
          <a:xfrm rot="20700000">
            <a:off x="1439599" y="2239851"/>
            <a:ext cx="717164" cy="810707"/>
          </a:xfrm>
          <a:prstGeom prst="roundRect">
            <a:avLst>
              <a:gd name="adj" fmla="val 30601"/>
            </a:avLst>
          </a:prstGeom>
          <a:solidFill>
            <a:srgbClr val="4D7734"/>
          </a:solidFill>
          <a:ln/>
        </p:spPr>
      </p:sp>
      <p:sp>
        <p:nvSpPr>
          <p:cNvPr id="161" name="Shape 159"/>
          <p:cNvSpPr/>
          <p:nvPr/>
        </p:nvSpPr>
        <p:spPr>
          <a:xfrm rot="20700000">
            <a:off x="1422406" y="2259628"/>
            <a:ext cx="584142" cy="660334"/>
          </a:xfrm>
          <a:prstGeom prst="roundRect">
            <a:avLst>
              <a:gd name="adj" fmla="val 37569"/>
            </a:avLst>
          </a:prstGeom>
          <a:solidFill>
            <a:srgbClr val="426E37"/>
          </a:solidFill>
          <a:ln/>
        </p:spPr>
      </p:sp>
      <p:sp>
        <p:nvSpPr>
          <p:cNvPr id="162" name="Shape 160"/>
          <p:cNvSpPr/>
          <p:nvPr/>
        </p:nvSpPr>
        <p:spPr>
          <a:xfrm rot="20700000">
            <a:off x="1405212" y="2279404"/>
            <a:ext cx="451119" cy="509961"/>
          </a:xfrm>
          <a:prstGeom prst="roundRect">
            <a:avLst>
              <a:gd name="adj" fmla="val 48647"/>
            </a:avLst>
          </a:prstGeom>
          <a:solidFill>
            <a:srgbClr val="376539"/>
          </a:solidFill>
          <a:ln/>
        </p:spPr>
      </p:sp>
      <p:sp>
        <p:nvSpPr>
          <p:cNvPr id="163" name="Shape 161"/>
          <p:cNvSpPr/>
          <p:nvPr/>
        </p:nvSpPr>
        <p:spPr>
          <a:xfrm rot="20700000">
            <a:off x="1388019" y="2299180"/>
            <a:ext cx="318097" cy="359588"/>
          </a:xfrm>
          <a:prstGeom prst="roundRect">
            <a:avLst>
              <a:gd name="adj" fmla="val 68990"/>
            </a:avLst>
          </a:prstGeom>
          <a:solidFill>
            <a:srgbClr val="2C5C3C"/>
          </a:solidFill>
          <a:ln/>
        </p:spPr>
      </p:sp>
      <p:sp>
        <p:nvSpPr>
          <p:cNvPr id="164" name="Shape 162"/>
          <p:cNvSpPr/>
          <p:nvPr/>
        </p:nvSpPr>
        <p:spPr>
          <a:xfrm rot="20700000">
            <a:off x="1755648" y="2121408"/>
            <a:ext cx="2093976" cy="2377440"/>
          </a:xfrm>
          <a:prstGeom prst="roundRect">
            <a:avLst>
              <a:gd name="adj" fmla="val 8734"/>
            </a:avLst>
          </a:prstGeom>
          <a:ln w="6350">
            <a:solidFill>
              <a:srgbClr val="96C182">
                <a:alpha val="60000"/>
              </a:srgbClr>
            </a:solidFill>
            <a:prstDash val="solid"/>
          </a:ln>
        </p:spPr>
      </p:sp>
      <p:sp>
        <p:nvSpPr>
          <p:cNvPr id="165" name="Text 163"/>
          <p:cNvSpPr/>
          <p:nvPr/>
        </p:nvSpPr>
        <p:spPr>
          <a:xfrm rot="20700000">
            <a:off x="1892808" y="2834640"/>
            <a:ext cx="1691640" cy="1097280"/>
          </a:xfrm>
          <a:prstGeom prst="rect">
            <a:avLst/>
          </a:prstGeom>
          <a:noFill/>
          <a:ln/>
        </p:spPr>
        <p:txBody>
          <a:bodyPr wrap="none" rtlCol="0" anchor="t"/>
          <a:lstStyle/>
          <a:p>
            <a:pPr algn="ctr" indent="0" marL="0">
              <a:buNone/>
            </a:pPr>
            <a:r>
              <a:rPr lang="en-US" sz="4400" b="1" dirty="0">
                <a:solidFill>
                  <a:srgbClr val="A9C022"/>
                </a:solidFill>
                <a:latin typeface="Manrope" pitchFamily="34" charset="0"/>
                <a:ea typeface="Manrope" pitchFamily="34" charset="-122"/>
                <a:cs typeface="Manrope" pitchFamily="34" charset="-120"/>
              </a:rPr>
              <a:t>MCP</a:t>
            </a:r>
          </a:p>
        </p:txBody>
      </p:sp>
      <p:sp>
        <p:nvSpPr>
          <p:cNvPr id="166" name="Shape 164"/>
          <p:cNvSpPr/>
          <p:nvPr/>
        </p:nvSpPr>
        <p:spPr>
          <a:xfrm>
            <a:off x="4361688" y="4096512"/>
            <a:ext cx="201168" cy="201168"/>
          </a:xfrm>
          <a:prstGeom prst="ellipse">
            <a:avLst/>
          </a:prstGeom>
          <a:solidFill>
            <a:srgbClr val="FFFFFF">
              <a:alpha val="70000"/>
            </a:srgbClr>
          </a:solidFill>
          <a:ln/>
        </p:spPr>
      </p:sp>
      <p:sp>
        <p:nvSpPr>
          <p:cNvPr id="168" name="Role 0"/>
          <p:cNvSpPr/>
          <p:nvPr/>
        </p:nvSpPr>
        <p:spPr>
          <a:xfrm>
            <a:off x="6217920" y="3017520"/>
            <a:ext cx="1627632" cy="1463040"/>
          </a:xfrm>
          <a:prstGeom prst="roundRect">
            <a:avLst>
              <a:gd name="adj" fmla="val 18000"/>
            </a:avLst>
          </a:prstGeom>
          <a:solidFill>
            <a:srgbClr val="2A3A31"/>
          </a:solidFill>
          <a:ln w="9525">
            <a:solidFill>
              <a:srgbClr val="5C6E5E"/>
            </a:solidFill>
          </a:ln>
        </p:spPr>
        <p:txBody>
          <a:bodyPr wrap="square" lIns="54864" rIns="54864" tIns="0" bIns="0" anchor="ctr" rtlCol="0"/>
          <a:lstStyle/>
          <a:p>
            <a:pPr algn="ctr"/>
            <a:r>
              <a:rPr lang="en-US" sz="1600" b="1" dirty="0">
                <a:solidFill>
                  <a:srgbClr val="A9C022"/>
                </a:solidFill>
                <a:latin typeface="Manrope"/>
                <a:cs typeface="Manrope"/>
              </a:rPr>
              <a:t>Host</a:t>
            </a:r>
            <a:endParaRPr lang="en-US" sz="1600"/>
          </a:p>
          <a:p>
            <a:pPr algn="ctr"/>
            <a:r>
              <a:rPr lang="en-US" sz="1600" b="0" dirty="0">
                <a:solidFill>
                  <a:srgbClr val="FFFFFF"/>
                </a:solidFill>
                <a:latin typeface="Manrope"/>
                <a:cs typeface="Manrope"/>
              </a:rPr>
              <a:t>the AI app you use</a:t>
            </a:r>
            <a:endParaRPr lang="en-US" sz="1600"/>
          </a:p>
        </p:txBody>
      </p:sp>
      <p:sp>
        <p:nvSpPr>
          <p:cNvPr id="169" name="Role link"/>
          <p:cNvSpPr/>
          <p:nvPr/>
        </p:nvSpPr>
        <p:spPr>
          <a:xfrm>
            <a:off x="7872984" y="3749040"/>
            <a:ext cx="274320" cy="0"/>
          </a:xfrm>
          <a:prstGeom prst="straightConnector1">
            <a:avLst/>
          </a:prstGeom>
          <a:noFill/>
          <a:ln w="25400">
            <a:solidFill>
              <a:srgbClr val="A9C022"/>
            </a:solidFill>
            <a:headEnd type="triangle" w="med" len="med"/>
            <a:tailEnd type="triangle" w="med" len="med"/>
          </a:ln>
        </p:spPr>
        <p:txBody>
          <a:bodyPr wrap="square" lIns="73152" rIns="73152" tIns="0" bIns="0" anchor="ctr" rtlCol="0"/>
          <a:lstStyle/>
          <a:p>
            <a:pPr algn="l"/>
            <a:endParaRPr lang="en-US" sz="1600"/>
          </a:p>
        </p:txBody>
      </p:sp>
      <p:sp>
        <p:nvSpPr>
          <p:cNvPr id="170" name="Role 1"/>
          <p:cNvSpPr/>
          <p:nvPr/>
        </p:nvSpPr>
        <p:spPr>
          <a:xfrm>
            <a:off x="8174736" y="3017520"/>
            <a:ext cx="1627632" cy="1463040"/>
          </a:xfrm>
          <a:prstGeom prst="roundRect">
            <a:avLst>
              <a:gd name="adj" fmla="val 18000"/>
            </a:avLst>
          </a:prstGeom>
          <a:solidFill>
            <a:srgbClr val="34452A"/>
          </a:solidFill>
          <a:ln w="15875">
            <a:solidFill>
              <a:srgbClr val="A9C022"/>
            </a:solidFill>
          </a:ln>
        </p:spPr>
        <p:txBody>
          <a:bodyPr wrap="square" lIns="54864" rIns="54864" tIns="0" bIns="0" anchor="ctr" rtlCol="0"/>
          <a:lstStyle/>
          <a:p>
            <a:pPr algn="ctr"/>
            <a:r>
              <a:rPr lang="en-US" sz="1600" b="1" dirty="0">
                <a:solidFill>
                  <a:srgbClr val="A9C022"/>
                </a:solidFill>
                <a:latin typeface="Manrope"/>
                <a:cs typeface="Manrope"/>
              </a:rPr>
              <a:t>MCP client</a:t>
            </a:r>
            <a:endParaRPr lang="en-US" sz="1600"/>
          </a:p>
          <a:p>
            <a:pPr algn="ctr"/>
            <a:r>
              <a:rPr lang="en-US" sz="1600" b="0" dirty="0">
                <a:solidFill>
                  <a:srgbClr val="FFFFFF"/>
                </a:solidFill>
                <a:latin typeface="Manrope"/>
                <a:cs typeface="Manrope"/>
              </a:rPr>
              <a:t>keeps a link to one server</a:t>
            </a:r>
            <a:endParaRPr lang="en-US" sz="1600"/>
          </a:p>
        </p:txBody>
      </p:sp>
      <p:sp>
        <p:nvSpPr>
          <p:cNvPr id="171" name="Role link"/>
          <p:cNvSpPr/>
          <p:nvPr/>
        </p:nvSpPr>
        <p:spPr>
          <a:xfrm>
            <a:off x="9829800" y="3749040"/>
            <a:ext cx="274320" cy="0"/>
          </a:xfrm>
          <a:prstGeom prst="straightConnector1">
            <a:avLst/>
          </a:prstGeom>
          <a:noFill/>
          <a:ln w="25400">
            <a:solidFill>
              <a:srgbClr val="A9C022"/>
            </a:solidFill>
            <a:headEnd type="triangle" w="med" len="med"/>
            <a:tailEnd type="triangle" w="med" len="med"/>
          </a:ln>
        </p:spPr>
        <p:txBody>
          <a:bodyPr wrap="square" lIns="73152" rIns="73152" tIns="0" bIns="0" anchor="ctr" rtlCol="0"/>
          <a:lstStyle/>
          <a:p>
            <a:pPr algn="l"/>
            <a:endParaRPr lang="en-US" sz="1600"/>
          </a:p>
        </p:txBody>
      </p:sp>
      <p:sp>
        <p:nvSpPr>
          <p:cNvPr id="172" name="Role 2"/>
          <p:cNvSpPr/>
          <p:nvPr/>
        </p:nvSpPr>
        <p:spPr>
          <a:xfrm>
            <a:off x="10131552" y="3017520"/>
            <a:ext cx="1627632" cy="1463040"/>
          </a:xfrm>
          <a:prstGeom prst="roundRect">
            <a:avLst>
              <a:gd name="adj" fmla="val 18000"/>
            </a:avLst>
          </a:prstGeom>
          <a:solidFill>
            <a:srgbClr val="2A3A31"/>
          </a:solidFill>
          <a:ln w="9525">
            <a:solidFill>
              <a:srgbClr val="5C6E5E"/>
            </a:solidFill>
          </a:ln>
        </p:spPr>
        <p:txBody>
          <a:bodyPr wrap="square" lIns="54864" rIns="54864" tIns="0" bIns="0" anchor="ctr" rtlCol="0"/>
          <a:lstStyle/>
          <a:p>
            <a:pPr algn="ctr"/>
            <a:r>
              <a:rPr lang="en-US" sz="1600" b="1" dirty="0">
                <a:solidFill>
                  <a:srgbClr val="A9C022"/>
                </a:solidFill>
                <a:latin typeface="Manrope"/>
                <a:cs typeface="Manrope"/>
              </a:rPr>
              <a:t>MCP server</a:t>
            </a:r>
            <a:endParaRPr lang="en-US" sz="1600"/>
          </a:p>
          <a:p>
            <a:pPr algn="ctr"/>
            <a:r>
              <a:rPr lang="en-US" sz="1600" b="0" dirty="0">
                <a:solidFill>
                  <a:srgbClr val="FFFFFF"/>
                </a:solidFill>
                <a:latin typeface="Manrope"/>
                <a:cs typeface="Manrope"/>
              </a:rPr>
              <a:t>provides info and tools</a:t>
            </a:r>
            <a:endParaRPr lang="en-US" sz="1600"/>
          </a:p>
        </p:txBody>
      </p:sp>
      <p:sp>
        <p:nvSpPr>
          <p:cNvPr id="173" name="Plug analogy"/>
          <p:cNvSpPr/>
          <p:nvPr/>
        </p:nvSpPr>
        <p:spPr>
          <a:xfrm>
            <a:off x="6217920" y="4800600"/>
            <a:ext cx="5541264" cy="731520"/>
          </a:xfrm>
          <a:prstGeom prst="roundRect">
            <a:avLst>
              <a:gd name="adj" fmla="val 18000"/>
            </a:avLst>
          </a:prstGeom>
          <a:solidFill>
            <a:srgbClr val="1E2A24"/>
          </a:solidFill>
          <a:ln w="12700">
            <a:solidFill>
              <a:srgbClr val="A9C022"/>
            </a:solidFill>
          </a:ln>
        </p:spPr>
        <p:txBody>
          <a:bodyPr wrap="square" lIns="73152" rIns="73152" tIns="0" bIns="0" anchor="ctr" rtlCol="0"/>
          <a:lstStyle/>
          <a:p>
            <a:pPr algn="ctr"/>
            <a:r>
              <a:rPr lang="en-US" sz="1800" b="1" dirty="0">
                <a:solidFill>
                  <a:srgbClr val="A9C022"/>
                </a:solidFill>
                <a:latin typeface="Manrope"/>
                <a:cs typeface="Manrope"/>
              </a:rPr>
              <a:t>Analogy: </a:t>
            </a:r>
            <a:r>
              <a:rPr lang="en-US" sz="1800" b="0" dirty="0">
                <a:solidFill>
                  <a:srgbClr val="FFFFFF"/>
                </a:solidFill>
                <a:latin typeface="Manrope"/>
                <a:cs typeface="Manrope"/>
              </a:rPr>
              <a:t>one standard plug that many devices can use</a:t>
            </a:r>
            <a:endParaRPr lang="en-US" sz="1800"/>
          </a:p>
        </p:txBody>
      </p:sp>
      <p:sp>
        <p:nvSpPr>
          <p:cNvPr id="174" name="Time"/>
          <p:cNvSpPr/>
          <p:nvPr/>
        </p:nvSpPr>
        <p:spPr>
          <a:xfrm>
            <a:off x="6217920" y="5760720"/>
            <a:ext cx="5541264" cy="640080"/>
          </a:xfrm>
          <a:prstGeom prst="rect">
            <a:avLst/>
          </a:prstGeom>
          <a:noFill/>
          <a:ln w="12700">
            <a:noFill/>
          </a:ln>
        </p:spPr>
        <p:txBody>
          <a:bodyPr wrap="square" lIns="0" rIns="0" tIns="0" bIns="0" anchor="t" rtlCol="0"/>
          <a:lstStyle/>
          <a:p>
            <a:pPr algn="l"/>
            <a:r>
              <a:rPr lang="en-US" sz="1600" b="0" dirty="0">
                <a:solidFill>
                  <a:srgbClr val="D0CFCF"/>
                </a:solidFill>
                <a:latin typeface="Manrope"/>
                <a:cs typeface="Manrope"/>
              </a:rPr>
              <a:t>Advice: learn one framework well, and learn MCP.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0" y="0"/>
            <a:ext cx="5729630" cy="6858000"/>
          </a:xfrm>
          <a:prstGeom prst="rect">
            <a:avLst/>
          </a:prstGeom>
          <a:solidFill>
            <a:srgbClr val="0C4441"/>
          </a:solidFill>
          <a:ln/>
        </p:spPr>
      </p:sp>
      <p:sp>
        <p:nvSpPr>
          <p:cNvPr id="3" name="Shape 1"/>
          <p:cNvSpPr/>
          <p:nvPr/>
        </p:nvSpPr>
        <p:spPr>
          <a:xfrm>
            <a:off x="626364" y="-74066"/>
            <a:ext cx="803758" cy="753809"/>
          </a:xfrm>
          <a:prstGeom prst="rect">
            <a:avLst/>
          </a:prstGeom>
          <a:solidFill>
            <a:srgbClr val="F8FE05">
              <a:alpha val="8250"/>
            </a:srgbClr>
          </a:solidFill>
          <a:ln/>
        </p:spPr>
      </p:sp>
      <p:sp>
        <p:nvSpPr>
          <p:cNvPr id="4" name="Shape 2"/>
          <p:cNvSpPr/>
          <p:nvPr/>
        </p:nvSpPr>
        <p:spPr>
          <a:xfrm>
            <a:off x="626364" y="670598"/>
            <a:ext cx="803758" cy="753809"/>
          </a:xfrm>
          <a:prstGeom prst="rect">
            <a:avLst/>
          </a:prstGeom>
          <a:solidFill>
            <a:srgbClr val="F8FE05">
              <a:alpha val="7219"/>
            </a:srgbClr>
          </a:solidFill>
          <a:ln/>
        </p:spPr>
      </p:sp>
      <p:sp>
        <p:nvSpPr>
          <p:cNvPr id="5" name="Shape 3"/>
          <p:cNvSpPr/>
          <p:nvPr/>
        </p:nvSpPr>
        <p:spPr>
          <a:xfrm>
            <a:off x="626364" y="1415263"/>
            <a:ext cx="803758" cy="753809"/>
          </a:xfrm>
          <a:prstGeom prst="rect">
            <a:avLst/>
          </a:prstGeom>
          <a:solidFill>
            <a:srgbClr val="F8FE05">
              <a:alpha val="6188"/>
            </a:srgbClr>
          </a:solidFill>
          <a:ln/>
        </p:spPr>
      </p:sp>
      <p:sp>
        <p:nvSpPr>
          <p:cNvPr id="6" name="Shape 4"/>
          <p:cNvSpPr/>
          <p:nvPr/>
        </p:nvSpPr>
        <p:spPr>
          <a:xfrm>
            <a:off x="626364" y="2159927"/>
            <a:ext cx="803758" cy="753809"/>
          </a:xfrm>
          <a:prstGeom prst="rect">
            <a:avLst/>
          </a:prstGeom>
          <a:solidFill>
            <a:srgbClr val="F8FE05">
              <a:alpha val="5156"/>
            </a:srgbClr>
          </a:solidFill>
          <a:ln/>
        </p:spPr>
      </p:sp>
      <p:sp>
        <p:nvSpPr>
          <p:cNvPr id="7" name="Shape 5"/>
          <p:cNvSpPr/>
          <p:nvPr/>
        </p:nvSpPr>
        <p:spPr>
          <a:xfrm>
            <a:off x="626364" y="2904592"/>
            <a:ext cx="803758" cy="753809"/>
          </a:xfrm>
          <a:prstGeom prst="rect">
            <a:avLst/>
          </a:prstGeom>
          <a:solidFill>
            <a:srgbClr val="F8FE05">
              <a:alpha val="4125"/>
            </a:srgbClr>
          </a:solidFill>
          <a:ln/>
        </p:spPr>
      </p:sp>
      <p:sp>
        <p:nvSpPr>
          <p:cNvPr id="8" name="Shape 6"/>
          <p:cNvSpPr/>
          <p:nvPr/>
        </p:nvSpPr>
        <p:spPr>
          <a:xfrm>
            <a:off x="626364" y="3649256"/>
            <a:ext cx="803758" cy="753809"/>
          </a:xfrm>
          <a:prstGeom prst="rect">
            <a:avLst/>
          </a:prstGeom>
          <a:solidFill>
            <a:srgbClr val="F8FE05">
              <a:alpha val="3094"/>
            </a:srgbClr>
          </a:solidFill>
          <a:ln/>
        </p:spPr>
      </p:sp>
      <p:sp>
        <p:nvSpPr>
          <p:cNvPr id="9" name="Shape 7"/>
          <p:cNvSpPr/>
          <p:nvPr/>
        </p:nvSpPr>
        <p:spPr>
          <a:xfrm>
            <a:off x="626364" y="4393921"/>
            <a:ext cx="803758" cy="753809"/>
          </a:xfrm>
          <a:prstGeom prst="rect">
            <a:avLst/>
          </a:prstGeom>
          <a:solidFill>
            <a:srgbClr val="F8FE05">
              <a:alpha val="2063"/>
            </a:srgbClr>
          </a:solidFill>
          <a:ln/>
        </p:spPr>
      </p:sp>
      <p:sp>
        <p:nvSpPr>
          <p:cNvPr id="10" name="Shape 8"/>
          <p:cNvSpPr/>
          <p:nvPr/>
        </p:nvSpPr>
        <p:spPr>
          <a:xfrm>
            <a:off x="626364" y="5138585"/>
            <a:ext cx="803758" cy="753809"/>
          </a:xfrm>
          <a:prstGeom prst="rect">
            <a:avLst/>
          </a:prstGeom>
          <a:solidFill>
            <a:srgbClr val="F8FE05">
              <a:alpha val="1031"/>
            </a:srgbClr>
          </a:solidFill>
          <a:ln/>
        </p:spPr>
      </p:sp>
      <p:sp>
        <p:nvSpPr>
          <p:cNvPr id="11" name="Shape 9"/>
          <p:cNvSpPr/>
          <p:nvPr/>
        </p:nvSpPr>
        <p:spPr>
          <a:xfrm>
            <a:off x="1997050" y="-74066"/>
            <a:ext cx="803758" cy="427825"/>
          </a:xfrm>
          <a:prstGeom prst="rect">
            <a:avLst/>
          </a:prstGeom>
          <a:solidFill>
            <a:srgbClr val="F8FE05">
              <a:alpha val="3850"/>
            </a:srgbClr>
          </a:solidFill>
          <a:ln/>
        </p:spPr>
      </p:sp>
      <p:sp>
        <p:nvSpPr>
          <p:cNvPr id="12" name="Shape 10"/>
          <p:cNvSpPr/>
          <p:nvPr/>
        </p:nvSpPr>
        <p:spPr>
          <a:xfrm>
            <a:off x="1997050" y="344614"/>
            <a:ext cx="803758" cy="427825"/>
          </a:xfrm>
          <a:prstGeom prst="rect">
            <a:avLst/>
          </a:prstGeom>
          <a:solidFill>
            <a:srgbClr val="F8FE05">
              <a:alpha val="3369"/>
            </a:srgbClr>
          </a:solidFill>
          <a:ln/>
        </p:spPr>
      </p:sp>
      <p:sp>
        <p:nvSpPr>
          <p:cNvPr id="13" name="Shape 11"/>
          <p:cNvSpPr/>
          <p:nvPr/>
        </p:nvSpPr>
        <p:spPr>
          <a:xfrm>
            <a:off x="1997050" y="763295"/>
            <a:ext cx="803758" cy="427825"/>
          </a:xfrm>
          <a:prstGeom prst="rect">
            <a:avLst/>
          </a:prstGeom>
          <a:solidFill>
            <a:srgbClr val="F8FE05">
              <a:alpha val="2888"/>
            </a:srgbClr>
          </a:solidFill>
          <a:ln/>
        </p:spPr>
      </p:sp>
      <p:sp>
        <p:nvSpPr>
          <p:cNvPr id="14" name="Shape 12"/>
          <p:cNvSpPr/>
          <p:nvPr/>
        </p:nvSpPr>
        <p:spPr>
          <a:xfrm>
            <a:off x="1997050" y="1181976"/>
            <a:ext cx="803758" cy="427825"/>
          </a:xfrm>
          <a:prstGeom prst="rect">
            <a:avLst/>
          </a:prstGeom>
          <a:solidFill>
            <a:srgbClr val="F8FE05">
              <a:alpha val="2406"/>
            </a:srgbClr>
          </a:solidFill>
          <a:ln/>
        </p:spPr>
      </p:sp>
      <p:sp>
        <p:nvSpPr>
          <p:cNvPr id="15" name="Shape 13"/>
          <p:cNvSpPr/>
          <p:nvPr/>
        </p:nvSpPr>
        <p:spPr>
          <a:xfrm>
            <a:off x="1997050" y="1600657"/>
            <a:ext cx="803758" cy="427825"/>
          </a:xfrm>
          <a:prstGeom prst="rect">
            <a:avLst/>
          </a:prstGeom>
          <a:solidFill>
            <a:srgbClr val="F8FE05">
              <a:alpha val="1925"/>
            </a:srgbClr>
          </a:solidFill>
          <a:ln/>
        </p:spPr>
      </p:sp>
      <p:sp>
        <p:nvSpPr>
          <p:cNvPr id="16" name="Shape 14"/>
          <p:cNvSpPr/>
          <p:nvPr/>
        </p:nvSpPr>
        <p:spPr>
          <a:xfrm>
            <a:off x="1997050" y="2019338"/>
            <a:ext cx="803758" cy="427825"/>
          </a:xfrm>
          <a:prstGeom prst="rect">
            <a:avLst/>
          </a:prstGeom>
          <a:solidFill>
            <a:srgbClr val="F8FE05">
              <a:alpha val="1444"/>
            </a:srgbClr>
          </a:solidFill>
          <a:ln/>
        </p:spPr>
      </p:sp>
      <p:sp>
        <p:nvSpPr>
          <p:cNvPr id="17" name="Shape 15"/>
          <p:cNvSpPr/>
          <p:nvPr/>
        </p:nvSpPr>
        <p:spPr>
          <a:xfrm>
            <a:off x="1997050" y="2438019"/>
            <a:ext cx="803758" cy="427825"/>
          </a:xfrm>
          <a:prstGeom prst="rect">
            <a:avLst/>
          </a:prstGeom>
          <a:solidFill>
            <a:srgbClr val="F8FE05">
              <a:alpha val="963"/>
            </a:srgbClr>
          </a:solidFill>
          <a:ln/>
        </p:spPr>
      </p:sp>
      <p:sp>
        <p:nvSpPr>
          <p:cNvPr id="18" name="Shape 16"/>
          <p:cNvSpPr/>
          <p:nvPr/>
        </p:nvSpPr>
        <p:spPr>
          <a:xfrm>
            <a:off x="1997050" y="2856700"/>
            <a:ext cx="803758" cy="427825"/>
          </a:xfrm>
          <a:prstGeom prst="rect">
            <a:avLst/>
          </a:prstGeom>
          <a:solidFill>
            <a:srgbClr val="F8FE05">
              <a:alpha val="481"/>
            </a:srgbClr>
          </a:solidFill>
          <a:ln/>
        </p:spPr>
      </p:sp>
      <p:sp>
        <p:nvSpPr>
          <p:cNvPr id="19" name="Shape 17"/>
          <p:cNvSpPr/>
          <p:nvPr/>
        </p:nvSpPr>
        <p:spPr>
          <a:xfrm>
            <a:off x="1306678" y="-48463"/>
            <a:ext cx="803758" cy="572300"/>
          </a:xfrm>
          <a:prstGeom prst="rect">
            <a:avLst/>
          </a:prstGeom>
          <a:solidFill>
            <a:srgbClr val="F8FE05">
              <a:alpha val="5500"/>
            </a:srgbClr>
          </a:solidFill>
          <a:ln/>
        </p:spPr>
      </p:sp>
      <p:sp>
        <p:nvSpPr>
          <p:cNvPr id="20" name="Shape 18"/>
          <p:cNvSpPr/>
          <p:nvPr/>
        </p:nvSpPr>
        <p:spPr>
          <a:xfrm>
            <a:off x="1306678" y="514693"/>
            <a:ext cx="803758" cy="572300"/>
          </a:xfrm>
          <a:prstGeom prst="rect">
            <a:avLst/>
          </a:prstGeom>
          <a:solidFill>
            <a:srgbClr val="F8FE05">
              <a:alpha val="4813"/>
            </a:srgbClr>
          </a:solidFill>
          <a:ln/>
        </p:spPr>
      </p:sp>
      <p:sp>
        <p:nvSpPr>
          <p:cNvPr id="21" name="Shape 19"/>
          <p:cNvSpPr/>
          <p:nvPr/>
        </p:nvSpPr>
        <p:spPr>
          <a:xfrm>
            <a:off x="1306678" y="1077849"/>
            <a:ext cx="803758" cy="572300"/>
          </a:xfrm>
          <a:prstGeom prst="rect">
            <a:avLst/>
          </a:prstGeom>
          <a:solidFill>
            <a:srgbClr val="F8FE05">
              <a:alpha val="4125"/>
            </a:srgbClr>
          </a:solidFill>
          <a:ln/>
        </p:spPr>
      </p:sp>
      <p:sp>
        <p:nvSpPr>
          <p:cNvPr id="22" name="Shape 20"/>
          <p:cNvSpPr/>
          <p:nvPr/>
        </p:nvSpPr>
        <p:spPr>
          <a:xfrm>
            <a:off x="1306678" y="1641005"/>
            <a:ext cx="803758" cy="572300"/>
          </a:xfrm>
          <a:prstGeom prst="rect">
            <a:avLst/>
          </a:prstGeom>
          <a:solidFill>
            <a:srgbClr val="F8FE05">
              <a:alpha val="3438"/>
            </a:srgbClr>
          </a:solidFill>
          <a:ln/>
        </p:spPr>
      </p:sp>
      <p:sp>
        <p:nvSpPr>
          <p:cNvPr id="23" name="Shape 21"/>
          <p:cNvSpPr/>
          <p:nvPr/>
        </p:nvSpPr>
        <p:spPr>
          <a:xfrm>
            <a:off x="1306678" y="2204161"/>
            <a:ext cx="803758" cy="572300"/>
          </a:xfrm>
          <a:prstGeom prst="rect">
            <a:avLst/>
          </a:prstGeom>
          <a:solidFill>
            <a:srgbClr val="F8FE05">
              <a:alpha val="2750"/>
            </a:srgbClr>
          </a:solidFill>
          <a:ln/>
        </p:spPr>
      </p:sp>
      <p:sp>
        <p:nvSpPr>
          <p:cNvPr id="24" name="Shape 22"/>
          <p:cNvSpPr/>
          <p:nvPr/>
        </p:nvSpPr>
        <p:spPr>
          <a:xfrm>
            <a:off x="1306678" y="2767317"/>
            <a:ext cx="803758" cy="572300"/>
          </a:xfrm>
          <a:prstGeom prst="rect">
            <a:avLst/>
          </a:prstGeom>
          <a:solidFill>
            <a:srgbClr val="F8FE05">
              <a:alpha val="2063"/>
            </a:srgbClr>
          </a:solidFill>
          <a:ln/>
        </p:spPr>
      </p:sp>
      <p:sp>
        <p:nvSpPr>
          <p:cNvPr id="25" name="Shape 23"/>
          <p:cNvSpPr/>
          <p:nvPr/>
        </p:nvSpPr>
        <p:spPr>
          <a:xfrm>
            <a:off x="1306678" y="3330473"/>
            <a:ext cx="803758" cy="572300"/>
          </a:xfrm>
          <a:prstGeom prst="rect">
            <a:avLst/>
          </a:prstGeom>
          <a:solidFill>
            <a:srgbClr val="F8FE05">
              <a:alpha val="1375"/>
            </a:srgbClr>
          </a:solidFill>
          <a:ln/>
        </p:spPr>
      </p:sp>
      <p:sp>
        <p:nvSpPr>
          <p:cNvPr id="26" name="Shape 24"/>
          <p:cNvSpPr/>
          <p:nvPr/>
        </p:nvSpPr>
        <p:spPr>
          <a:xfrm>
            <a:off x="1306678" y="3893629"/>
            <a:ext cx="803758" cy="572300"/>
          </a:xfrm>
          <a:prstGeom prst="rect">
            <a:avLst/>
          </a:prstGeom>
          <a:solidFill>
            <a:srgbClr val="F8FE05">
              <a:alpha val="688"/>
            </a:srgbClr>
          </a:solidFill>
          <a:ln/>
        </p:spPr>
      </p:sp>
      <p:sp>
        <p:nvSpPr>
          <p:cNvPr id="27" name="Shape 25"/>
          <p:cNvSpPr/>
          <p:nvPr/>
        </p:nvSpPr>
        <p:spPr>
          <a:xfrm>
            <a:off x="-60350" y="-48463"/>
            <a:ext cx="803758" cy="526009"/>
          </a:xfrm>
          <a:prstGeom prst="rect">
            <a:avLst/>
          </a:prstGeom>
          <a:solidFill>
            <a:srgbClr val="F8FE05">
              <a:alpha val="5500"/>
            </a:srgbClr>
          </a:solidFill>
          <a:ln/>
        </p:spPr>
      </p:sp>
      <p:sp>
        <p:nvSpPr>
          <p:cNvPr id="28" name="Shape 26"/>
          <p:cNvSpPr/>
          <p:nvPr/>
        </p:nvSpPr>
        <p:spPr>
          <a:xfrm>
            <a:off x="-60350" y="468401"/>
            <a:ext cx="803758" cy="526009"/>
          </a:xfrm>
          <a:prstGeom prst="rect">
            <a:avLst/>
          </a:prstGeom>
          <a:solidFill>
            <a:srgbClr val="F8FE05">
              <a:alpha val="4813"/>
            </a:srgbClr>
          </a:solidFill>
          <a:ln/>
        </p:spPr>
      </p:sp>
      <p:sp>
        <p:nvSpPr>
          <p:cNvPr id="29" name="Shape 27"/>
          <p:cNvSpPr/>
          <p:nvPr/>
        </p:nvSpPr>
        <p:spPr>
          <a:xfrm>
            <a:off x="-60350" y="985266"/>
            <a:ext cx="803758" cy="526009"/>
          </a:xfrm>
          <a:prstGeom prst="rect">
            <a:avLst/>
          </a:prstGeom>
          <a:solidFill>
            <a:srgbClr val="F8FE05">
              <a:alpha val="4125"/>
            </a:srgbClr>
          </a:solidFill>
          <a:ln/>
        </p:spPr>
      </p:sp>
      <p:sp>
        <p:nvSpPr>
          <p:cNvPr id="30" name="Shape 28"/>
          <p:cNvSpPr/>
          <p:nvPr/>
        </p:nvSpPr>
        <p:spPr>
          <a:xfrm>
            <a:off x="-60350" y="1502131"/>
            <a:ext cx="803758" cy="526009"/>
          </a:xfrm>
          <a:prstGeom prst="rect">
            <a:avLst/>
          </a:prstGeom>
          <a:solidFill>
            <a:srgbClr val="F8FE05">
              <a:alpha val="3438"/>
            </a:srgbClr>
          </a:solidFill>
          <a:ln/>
        </p:spPr>
      </p:sp>
      <p:sp>
        <p:nvSpPr>
          <p:cNvPr id="31" name="Shape 29"/>
          <p:cNvSpPr/>
          <p:nvPr/>
        </p:nvSpPr>
        <p:spPr>
          <a:xfrm>
            <a:off x="-60350" y="2018995"/>
            <a:ext cx="803758" cy="526009"/>
          </a:xfrm>
          <a:prstGeom prst="rect">
            <a:avLst/>
          </a:prstGeom>
          <a:solidFill>
            <a:srgbClr val="F8FE05">
              <a:alpha val="2750"/>
            </a:srgbClr>
          </a:solidFill>
          <a:ln/>
        </p:spPr>
      </p:sp>
      <p:sp>
        <p:nvSpPr>
          <p:cNvPr id="32" name="Shape 30"/>
          <p:cNvSpPr/>
          <p:nvPr/>
        </p:nvSpPr>
        <p:spPr>
          <a:xfrm>
            <a:off x="-60350" y="2535860"/>
            <a:ext cx="803758" cy="526009"/>
          </a:xfrm>
          <a:prstGeom prst="rect">
            <a:avLst/>
          </a:prstGeom>
          <a:solidFill>
            <a:srgbClr val="F8FE05">
              <a:alpha val="2063"/>
            </a:srgbClr>
          </a:solidFill>
          <a:ln/>
        </p:spPr>
      </p:sp>
      <p:sp>
        <p:nvSpPr>
          <p:cNvPr id="33" name="Shape 31"/>
          <p:cNvSpPr/>
          <p:nvPr/>
        </p:nvSpPr>
        <p:spPr>
          <a:xfrm>
            <a:off x="-60350" y="3052724"/>
            <a:ext cx="803758" cy="526009"/>
          </a:xfrm>
          <a:prstGeom prst="rect">
            <a:avLst/>
          </a:prstGeom>
          <a:solidFill>
            <a:srgbClr val="F8FE05">
              <a:alpha val="1375"/>
            </a:srgbClr>
          </a:solidFill>
          <a:ln/>
        </p:spPr>
      </p:sp>
      <p:sp>
        <p:nvSpPr>
          <p:cNvPr id="34" name="Shape 32"/>
          <p:cNvSpPr/>
          <p:nvPr/>
        </p:nvSpPr>
        <p:spPr>
          <a:xfrm>
            <a:off x="-60350" y="3569589"/>
            <a:ext cx="803758" cy="526009"/>
          </a:xfrm>
          <a:prstGeom prst="rect">
            <a:avLst/>
          </a:prstGeom>
          <a:solidFill>
            <a:srgbClr val="F8FE05">
              <a:alpha val="688"/>
            </a:srgbClr>
          </a:solidFill>
          <a:ln/>
        </p:spPr>
      </p:sp>
      <p:sp>
        <p:nvSpPr>
          <p:cNvPr id="35" name="Shape 33"/>
          <p:cNvSpPr/>
          <p:nvPr/>
        </p:nvSpPr>
        <p:spPr>
          <a:xfrm>
            <a:off x="4975250" y="-48463"/>
            <a:ext cx="803758" cy="750722"/>
          </a:xfrm>
          <a:prstGeom prst="rect">
            <a:avLst/>
          </a:prstGeom>
          <a:solidFill>
            <a:srgbClr val="F8FE05">
              <a:alpha val="8250"/>
            </a:srgbClr>
          </a:solidFill>
          <a:ln/>
        </p:spPr>
      </p:sp>
      <p:sp>
        <p:nvSpPr>
          <p:cNvPr id="36" name="Shape 34"/>
          <p:cNvSpPr/>
          <p:nvPr/>
        </p:nvSpPr>
        <p:spPr>
          <a:xfrm>
            <a:off x="4975250" y="693115"/>
            <a:ext cx="803758" cy="750722"/>
          </a:xfrm>
          <a:prstGeom prst="rect">
            <a:avLst/>
          </a:prstGeom>
          <a:solidFill>
            <a:srgbClr val="F8FE05">
              <a:alpha val="7219"/>
            </a:srgbClr>
          </a:solidFill>
          <a:ln/>
        </p:spPr>
      </p:sp>
      <p:sp>
        <p:nvSpPr>
          <p:cNvPr id="37" name="Shape 35"/>
          <p:cNvSpPr/>
          <p:nvPr/>
        </p:nvSpPr>
        <p:spPr>
          <a:xfrm>
            <a:off x="4975250" y="1434694"/>
            <a:ext cx="803758" cy="750722"/>
          </a:xfrm>
          <a:prstGeom prst="rect">
            <a:avLst/>
          </a:prstGeom>
          <a:solidFill>
            <a:srgbClr val="F8FE05">
              <a:alpha val="6188"/>
            </a:srgbClr>
          </a:solidFill>
          <a:ln/>
        </p:spPr>
      </p:sp>
      <p:sp>
        <p:nvSpPr>
          <p:cNvPr id="38" name="Shape 36"/>
          <p:cNvSpPr/>
          <p:nvPr/>
        </p:nvSpPr>
        <p:spPr>
          <a:xfrm>
            <a:off x="4975250" y="2176272"/>
            <a:ext cx="803758" cy="750722"/>
          </a:xfrm>
          <a:prstGeom prst="rect">
            <a:avLst/>
          </a:prstGeom>
          <a:solidFill>
            <a:srgbClr val="F8FE05">
              <a:alpha val="5156"/>
            </a:srgbClr>
          </a:solidFill>
          <a:ln/>
        </p:spPr>
      </p:sp>
      <p:sp>
        <p:nvSpPr>
          <p:cNvPr id="39" name="Shape 37"/>
          <p:cNvSpPr/>
          <p:nvPr/>
        </p:nvSpPr>
        <p:spPr>
          <a:xfrm>
            <a:off x="4975250" y="2917850"/>
            <a:ext cx="803758" cy="750722"/>
          </a:xfrm>
          <a:prstGeom prst="rect">
            <a:avLst/>
          </a:prstGeom>
          <a:solidFill>
            <a:srgbClr val="F8FE05">
              <a:alpha val="4125"/>
            </a:srgbClr>
          </a:solidFill>
          <a:ln/>
        </p:spPr>
      </p:sp>
      <p:sp>
        <p:nvSpPr>
          <p:cNvPr id="40" name="Shape 38"/>
          <p:cNvSpPr/>
          <p:nvPr/>
        </p:nvSpPr>
        <p:spPr>
          <a:xfrm>
            <a:off x="4975250" y="3659429"/>
            <a:ext cx="803758" cy="750722"/>
          </a:xfrm>
          <a:prstGeom prst="rect">
            <a:avLst/>
          </a:prstGeom>
          <a:solidFill>
            <a:srgbClr val="F8FE05">
              <a:alpha val="3094"/>
            </a:srgbClr>
          </a:solidFill>
          <a:ln/>
        </p:spPr>
      </p:sp>
      <p:sp>
        <p:nvSpPr>
          <p:cNvPr id="41" name="Shape 39"/>
          <p:cNvSpPr/>
          <p:nvPr/>
        </p:nvSpPr>
        <p:spPr>
          <a:xfrm>
            <a:off x="4975250" y="4401007"/>
            <a:ext cx="803758" cy="750722"/>
          </a:xfrm>
          <a:prstGeom prst="rect">
            <a:avLst/>
          </a:prstGeom>
          <a:solidFill>
            <a:srgbClr val="F8FE05">
              <a:alpha val="2063"/>
            </a:srgbClr>
          </a:solidFill>
          <a:ln/>
        </p:spPr>
      </p:sp>
      <p:sp>
        <p:nvSpPr>
          <p:cNvPr id="42" name="Shape 40"/>
          <p:cNvSpPr/>
          <p:nvPr/>
        </p:nvSpPr>
        <p:spPr>
          <a:xfrm>
            <a:off x="4975250" y="5142586"/>
            <a:ext cx="803758" cy="750722"/>
          </a:xfrm>
          <a:prstGeom prst="rect">
            <a:avLst/>
          </a:prstGeom>
          <a:solidFill>
            <a:srgbClr val="F8FE05">
              <a:alpha val="1031"/>
            </a:srgbClr>
          </a:solidFill>
          <a:ln/>
        </p:spPr>
      </p:sp>
      <p:sp>
        <p:nvSpPr>
          <p:cNvPr id="43" name="Shape 41"/>
          <p:cNvSpPr/>
          <p:nvPr/>
        </p:nvSpPr>
        <p:spPr>
          <a:xfrm>
            <a:off x="4288536" y="-74066"/>
            <a:ext cx="803758" cy="529209"/>
          </a:xfrm>
          <a:prstGeom prst="rect">
            <a:avLst/>
          </a:prstGeom>
          <a:solidFill>
            <a:srgbClr val="F8FE05">
              <a:alpha val="5500"/>
            </a:srgbClr>
          </a:solidFill>
          <a:ln/>
        </p:spPr>
      </p:sp>
      <p:sp>
        <p:nvSpPr>
          <p:cNvPr id="44" name="Shape 42"/>
          <p:cNvSpPr/>
          <p:nvPr/>
        </p:nvSpPr>
        <p:spPr>
          <a:xfrm>
            <a:off x="4288536" y="445999"/>
            <a:ext cx="803758" cy="529209"/>
          </a:xfrm>
          <a:prstGeom prst="rect">
            <a:avLst/>
          </a:prstGeom>
          <a:solidFill>
            <a:srgbClr val="F8FE05">
              <a:alpha val="4813"/>
            </a:srgbClr>
          </a:solidFill>
          <a:ln/>
        </p:spPr>
      </p:sp>
      <p:sp>
        <p:nvSpPr>
          <p:cNvPr id="45" name="Shape 43"/>
          <p:cNvSpPr/>
          <p:nvPr/>
        </p:nvSpPr>
        <p:spPr>
          <a:xfrm>
            <a:off x="4288536" y="966064"/>
            <a:ext cx="803758" cy="529209"/>
          </a:xfrm>
          <a:prstGeom prst="rect">
            <a:avLst/>
          </a:prstGeom>
          <a:solidFill>
            <a:srgbClr val="F8FE05">
              <a:alpha val="4125"/>
            </a:srgbClr>
          </a:solidFill>
          <a:ln/>
        </p:spPr>
      </p:sp>
      <p:sp>
        <p:nvSpPr>
          <p:cNvPr id="46" name="Shape 44"/>
          <p:cNvSpPr/>
          <p:nvPr/>
        </p:nvSpPr>
        <p:spPr>
          <a:xfrm>
            <a:off x="4288536" y="1486129"/>
            <a:ext cx="803758" cy="529209"/>
          </a:xfrm>
          <a:prstGeom prst="rect">
            <a:avLst/>
          </a:prstGeom>
          <a:solidFill>
            <a:srgbClr val="F8FE05">
              <a:alpha val="3438"/>
            </a:srgbClr>
          </a:solidFill>
          <a:ln/>
        </p:spPr>
      </p:sp>
      <p:sp>
        <p:nvSpPr>
          <p:cNvPr id="47" name="Shape 45"/>
          <p:cNvSpPr/>
          <p:nvPr/>
        </p:nvSpPr>
        <p:spPr>
          <a:xfrm>
            <a:off x="4288536" y="2006194"/>
            <a:ext cx="803758" cy="529209"/>
          </a:xfrm>
          <a:prstGeom prst="rect">
            <a:avLst/>
          </a:prstGeom>
          <a:solidFill>
            <a:srgbClr val="F8FE05">
              <a:alpha val="2750"/>
            </a:srgbClr>
          </a:solidFill>
          <a:ln/>
        </p:spPr>
      </p:sp>
      <p:sp>
        <p:nvSpPr>
          <p:cNvPr id="48" name="Shape 46"/>
          <p:cNvSpPr/>
          <p:nvPr/>
        </p:nvSpPr>
        <p:spPr>
          <a:xfrm>
            <a:off x="4288536" y="2526259"/>
            <a:ext cx="803758" cy="529209"/>
          </a:xfrm>
          <a:prstGeom prst="rect">
            <a:avLst/>
          </a:prstGeom>
          <a:solidFill>
            <a:srgbClr val="F8FE05">
              <a:alpha val="2063"/>
            </a:srgbClr>
          </a:solidFill>
          <a:ln/>
        </p:spPr>
      </p:sp>
      <p:sp>
        <p:nvSpPr>
          <p:cNvPr id="49" name="Shape 47"/>
          <p:cNvSpPr/>
          <p:nvPr/>
        </p:nvSpPr>
        <p:spPr>
          <a:xfrm>
            <a:off x="4288536" y="3046324"/>
            <a:ext cx="803758" cy="529209"/>
          </a:xfrm>
          <a:prstGeom prst="rect">
            <a:avLst/>
          </a:prstGeom>
          <a:solidFill>
            <a:srgbClr val="F8FE05">
              <a:alpha val="1375"/>
            </a:srgbClr>
          </a:solidFill>
          <a:ln/>
        </p:spPr>
      </p:sp>
      <p:sp>
        <p:nvSpPr>
          <p:cNvPr id="50" name="Shape 48"/>
          <p:cNvSpPr/>
          <p:nvPr/>
        </p:nvSpPr>
        <p:spPr>
          <a:xfrm>
            <a:off x="4288536" y="3566389"/>
            <a:ext cx="803758" cy="529209"/>
          </a:xfrm>
          <a:prstGeom prst="rect">
            <a:avLst/>
          </a:prstGeom>
          <a:solidFill>
            <a:srgbClr val="F8FE05">
              <a:alpha val="688"/>
            </a:srgbClr>
          </a:solidFill>
          <a:ln/>
        </p:spPr>
      </p:sp>
      <p:sp>
        <p:nvSpPr>
          <p:cNvPr id="51" name="Shape 49"/>
          <p:cNvSpPr/>
          <p:nvPr/>
        </p:nvSpPr>
        <p:spPr>
          <a:xfrm>
            <a:off x="3597250" y="-48463"/>
            <a:ext cx="803758" cy="296380"/>
          </a:xfrm>
          <a:prstGeom prst="rect">
            <a:avLst/>
          </a:prstGeom>
          <a:solidFill>
            <a:srgbClr val="F8FE05">
              <a:alpha val="3850"/>
            </a:srgbClr>
          </a:solidFill>
          <a:ln/>
        </p:spPr>
      </p:sp>
      <p:sp>
        <p:nvSpPr>
          <p:cNvPr id="52" name="Shape 50"/>
          <p:cNvSpPr/>
          <p:nvPr/>
        </p:nvSpPr>
        <p:spPr>
          <a:xfrm>
            <a:off x="3597250" y="238773"/>
            <a:ext cx="803758" cy="296380"/>
          </a:xfrm>
          <a:prstGeom prst="rect">
            <a:avLst/>
          </a:prstGeom>
          <a:solidFill>
            <a:srgbClr val="F8FE05">
              <a:alpha val="3369"/>
            </a:srgbClr>
          </a:solidFill>
          <a:ln/>
        </p:spPr>
      </p:sp>
      <p:sp>
        <p:nvSpPr>
          <p:cNvPr id="53" name="Shape 51"/>
          <p:cNvSpPr/>
          <p:nvPr/>
        </p:nvSpPr>
        <p:spPr>
          <a:xfrm>
            <a:off x="3597250" y="526009"/>
            <a:ext cx="803758" cy="296380"/>
          </a:xfrm>
          <a:prstGeom prst="rect">
            <a:avLst/>
          </a:prstGeom>
          <a:solidFill>
            <a:srgbClr val="F8FE05">
              <a:alpha val="2888"/>
            </a:srgbClr>
          </a:solidFill>
          <a:ln/>
        </p:spPr>
      </p:sp>
      <p:sp>
        <p:nvSpPr>
          <p:cNvPr id="54" name="Shape 52"/>
          <p:cNvSpPr/>
          <p:nvPr/>
        </p:nvSpPr>
        <p:spPr>
          <a:xfrm>
            <a:off x="3597250" y="813244"/>
            <a:ext cx="803758" cy="296380"/>
          </a:xfrm>
          <a:prstGeom prst="rect">
            <a:avLst/>
          </a:prstGeom>
          <a:solidFill>
            <a:srgbClr val="F8FE05">
              <a:alpha val="2406"/>
            </a:srgbClr>
          </a:solidFill>
          <a:ln/>
        </p:spPr>
      </p:sp>
      <p:sp>
        <p:nvSpPr>
          <p:cNvPr id="55" name="Shape 53"/>
          <p:cNvSpPr/>
          <p:nvPr/>
        </p:nvSpPr>
        <p:spPr>
          <a:xfrm>
            <a:off x="3597250" y="1100480"/>
            <a:ext cx="803758" cy="296380"/>
          </a:xfrm>
          <a:prstGeom prst="rect">
            <a:avLst/>
          </a:prstGeom>
          <a:solidFill>
            <a:srgbClr val="F8FE05">
              <a:alpha val="1925"/>
            </a:srgbClr>
          </a:solidFill>
          <a:ln/>
        </p:spPr>
      </p:sp>
      <p:sp>
        <p:nvSpPr>
          <p:cNvPr id="56" name="Shape 54"/>
          <p:cNvSpPr/>
          <p:nvPr/>
        </p:nvSpPr>
        <p:spPr>
          <a:xfrm>
            <a:off x="3597250" y="1387716"/>
            <a:ext cx="803758" cy="296380"/>
          </a:xfrm>
          <a:prstGeom prst="rect">
            <a:avLst/>
          </a:prstGeom>
          <a:solidFill>
            <a:srgbClr val="F8FE05">
              <a:alpha val="1444"/>
            </a:srgbClr>
          </a:solidFill>
          <a:ln/>
        </p:spPr>
      </p:sp>
      <p:sp>
        <p:nvSpPr>
          <p:cNvPr id="57" name="Shape 55"/>
          <p:cNvSpPr/>
          <p:nvPr/>
        </p:nvSpPr>
        <p:spPr>
          <a:xfrm>
            <a:off x="3597250" y="1674952"/>
            <a:ext cx="803758" cy="296380"/>
          </a:xfrm>
          <a:prstGeom prst="rect">
            <a:avLst/>
          </a:prstGeom>
          <a:solidFill>
            <a:srgbClr val="F8FE05">
              <a:alpha val="963"/>
            </a:srgbClr>
          </a:solidFill>
          <a:ln/>
        </p:spPr>
      </p:sp>
      <p:sp>
        <p:nvSpPr>
          <p:cNvPr id="58" name="Shape 56"/>
          <p:cNvSpPr/>
          <p:nvPr/>
        </p:nvSpPr>
        <p:spPr>
          <a:xfrm>
            <a:off x="3597250" y="1962188"/>
            <a:ext cx="803758" cy="296380"/>
          </a:xfrm>
          <a:prstGeom prst="rect">
            <a:avLst/>
          </a:prstGeom>
          <a:solidFill>
            <a:srgbClr val="F8FE05">
              <a:alpha val="481"/>
            </a:srgbClr>
          </a:solidFill>
          <a:ln/>
        </p:spPr>
      </p:sp>
      <p:sp>
        <p:nvSpPr>
          <p:cNvPr id="59" name="Shape 57"/>
          <p:cNvSpPr/>
          <p:nvPr/>
        </p:nvSpPr>
        <p:spPr>
          <a:xfrm>
            <a:off x="2787091" y="849478"/>
            <a:ext cx="803758" cy="769468"/>
          </a:xfrm>
          <a:prstGeom prst="rect">
            <a:avLst/>
          </a:prstGeom>
          <a:solidFill>
            <a:srgbClr val="FFFFFF">
              <a:alpha val="688"/>
            </a:srgbClr>
          </a:solidFill>
          <a:ln/>
        </p:spPr>
      </p:sp>
      <p:sp>
        <p:nvSpPr>
          <p:cNvPr id="60" name="Shape 58"/>
          <p:cNvSpPr/>
          <p:nvPr/>
        </p:nvSpPr>
        <p:spPr>
          <a:xfrm>
            <a:off x="2787091" y="1609801"/>
            <a:ext cx="803758" cy="769468"/>
          </a:xfrm>
          <a:prstGeom prst="rect">
            <a:avLst/>
          </a:prstGeom>
          <a:solidFill>
            <a:srgbClr val="FFFFFF">
              <a:alpha val="1375"/>
            </a:srgbClr>
          </a:solidFill>
          <a:ln/>
        </p:spPr>
      </p:sp>
      <p:sp>
        <p:nvSpPr>
          <p:cNvPr id="61" name="Shape 59"/>
          <p:cNvSpPr/>
          <p:nvPr/>
        </p:nvSpPr>
        <p:spPr>
          <a:xfrm>
            <a:off x="2787091" y="2370125"/>
            <a:ext cx="803758" cy="769468"/>
          </a:xfrm>
          <a:prstGeom prst="rect">
            <a:avLst/>
          </a:prstGeom>
          <a:solidFill>
            <a:srgbClr val="FFFFFF">
              <a:alpha val="2063"/>
            </a:srgbClr>
          </a:solidFill>
          <a:ln/>
        </p:spPr>
      </p:sp>
      <p:sp>
        <p:nvSpPr>
          <p:cNvPr id="62" name="Shape 60"/>
          <p:cNvSpPr/>
          <p:nvPr/>
        </p:nvSpPr>
        <p:spPr>
          <a:xfrm>
            <a:off x="2787091" y="3130448"/>
            <a:ext cx="803758" cy="769468"/>
          </a:xfrm>
          <a:prstGeom prst="rect">
            <a:avLst/>
          </a:prstGeom>
          <a:solidFill>
            <a:srgbClr val="FFFFFF">
              <a:alpha val="2750"/>
            </a:srgbClr>
          </a:solidFill>
          <a:ln/>
        </p:spPr>
      </p:sp>
      <p:sp>
        <p:nvSpPr>
          <p:cNvPr id="63" name="Shape 61"/>
          <p:cNvSpPr/>
          <p:nvPr/>
        </p:nvSpPr>
        <p:spPr>
          <a:xfrm>
            <a:off x="2787091" y="3890772"/>
            <a:ext cx="803758" cy="769468"/>
          </a:xfrm>
          <a:prstGeom prst="rect">
            <a:avLst/>
          </a:prstGeom>
          <a:solidFill>
            <a:srgbClr val="FFFFFF">
              <a:alpha val="3438"/>
            </a:srgbClr>
          </a:solidFill>
          <a:ln/>
        </p:spPr>
      </p:sp>
      <p:sp>
        <p:nvSpPr>
          <p:cNvPr id="64" name="Shape 62"/>
          <p:cNvSpPr/>
          <p:nvPr/>
        </p:nvSpPr>
        <p:spPr>
          <a:xfrm>
            <a:off x="2787091" y="4651096"/>
            <a:ext cx="803758" cy="769468"/>
          </a:xfrm>
          <a:prstGeom prst="rect">
            <a:avLst/>
          </a:prstGeom>
          <a:solidFill>
            <a:srgbClr val="FFFFFF">
              <a:alpha val="4125"/>
            </a:srgbClr>
          </a:solidFill>
          <a:ln/>
        </p:spPr>
      </p:sp>
      <p:sp>
        <p:nvSpPr>
          <p:cNvPr id="65" name="Shape 63"/>
          <p:cNvSpPr/>
          <p:nvPr/>
        </p:nvSpPr>
        <p:spPr>
          <a:xfrm>
            <a:off x="2787091" y="5411419"/>
            <a:ext cx="803758" cy="769468"/>
          </a:xfrm>
          <a:prstGeom prst="rect">
            <a:avLst/>
          </a:prstGeom>
          <a:solidFill>
            <a:srgbClr val="FFFFFF">
              <a:alpha val="4813"/>
            </a:srgbClr>
          </a:solidFill>
          <a:ln/>
        </p:spPr>
      </p:sp>
      <p:sp>
        <p:nvSpPr>
          <p:cNvPr id="66" name="Shape 64"/>
          <p:cNvSpPr/>
          <p:nvPr/>
        </p:nvSpPr>
        <p:spPr>
          <a:xfrm>
            <a:off x="2787091" y="6171743"/>
            <a:ext cx="803758" cy="769468"/>
          </a:xfrm>
          <a:prstGeom prst="rect">
            <a:avLst/>
          </a:prstGeom>
          <a:solidFill>
            <a:srgbClr val="FFFFFF">
              <a:alpha val="5500"/>
            </a:srgbClr>
          </a:solidFill>
          <a:ln/>
        </p:spPr>
      </p:sp>
      <p:sp>
        <p:nvSpPr>
          <p:cNvPr id="67" name="Shape 65"/>
          <p:cNvSpPr/>
          <p:nvPr/>
        </p:nvSpPr>
        <p:spPr>
          <a:xfrm>
            <a:off x="1417320" y="3457346"/>
            <a:ext cx="803758" cy="443484"/>
          </a:xfrm>
          <a:prstGeom prst="rect">
            <a:avLst/>
          </a:prstGeom>
          <a:solidFill>
            <a:srgbClr val="FFFFFF">
              <a:alpha val="138"/>
            </a:srgbClr>
          </a:solidFill>
          <a:ln/>
        </p:spPr>
      </p:sp>
      <p:sp>
        <p:nvSpPr>
          <p:cNvPr id="68" name="Shape 66"/>
          <p:cNvSpPr/>
          <p:nvPr/>
        </p:nvSpPr>
        <p:spPr>
          <a:xfrm>
            <a:off x="1417320" y="3891686"/>
            <a:ext cx="803758" cy="443484"/>
          </a:xfrm>
          <a:prstGeom prst="rect">
            <a:avLst/>
          </a:prstGeom>
          <a:solidFill>
            <a:srgbClr val="FFFFFF">
              <a:alpha val="275"/>
            </a:srgbClr>
          </a:solidFill>
          <a:ln/>
        </p:spPr>
      </p:sp>
      <p:sp>
        <p:nvSpPr>
          <p:cNvPr id="69" name="Shape 67"/>
          <p:cNvSpPr/>
          <p:nvPr/>
        </p:nvSpPr>
        <p:spPr>
          <a:xfrm>
            <a:off x="1417320" y="4326026"/>
            <a:ext cx="803758" cy="443484"/>
          </a:xfrm>
          <a:prstGeom prst="rect">
            <a:avLst/>
          </a:prstGeom>
          <a:solidFill>
            <a:srgbClr val="FFFFFF">
              <a:alpha val="412"/>
            </a:srgbClr>
          </a:solidFill>
          <a:ln/>
        </p:spPr>
      </p:sp>
      <p:sp>
        <p:nvSpPr>
          <p:cNvPr id="70" name="Shape 68"/>
          <p:cNvSpPr/>
          <p:nvPr/>
        </p:nvSpPr>
        <p:spPr>
          <a:xfrm>
            <a:off x="1417320" y="4760366"/>
            <a:ext cx="803758" cy="443484"/>
          </a:xfrm>
          <a:prstGeom prst="rect">
            <a:avLst/>
          </a:prstGeom>
          <a:solidFill>
            <a:srgbClr val="FFFFFF">
              <a:alpha val="550"/>
            </a:srgbClr>
          </a:solidFill>
          <a:ln/>
        </p:spPr>
      </p:sp>
      <p:sp>
        <p:nvSpPr>
          <p:cNvPr id="71" name="Shape 69"/>
          <p:cNvSpPr/>
          <p:nvPr/>
        </p:nvSpPr>
        <p:spPr>
          <a:xfrm>
            <a:off x="1417320" y="5194706"/>
            <a:ext cx="803758" cy="443484"/>
          </a:xfrm>
          <a:prstGeom prst="rect">
            <a:avLst/>
          </a:prstGeom>
          <a:solidFill>
            <a:srgbClr val="FFFFFF">
              <a:alpha val="688"/>
            </a:srgbClr>
          </a:solidFill>
          <a:ln/>
        </p:spPr>
      </p:sp>
      <p:sp>
        <p:nvSpPr>
          <p:cNvPr id="72" name="Shape 70"/>
          <p:cNvSpPr/>
          <p:nvPr/>
        </p:nvSpPr>
        <p:spPr>
          <a:xfrm>
            <a:off x="1417320" y="5629046"/>
            <a:ext cx="803758" cy="443484"/>
          </a:xfrm>
          <a:prstGeom prst="rect">
            <a:avLst/>
          </a:prstGeom>
          <a:solidFill>
            <a:srgbClr val="FFFFFF">
              <a:alpha val="825"/>
            </a:srgbClr>
          </a:solidFill>
          <a:ln/>
        </p:spPr>
      </p:sp>
      <p:sp>
        <p:nvSpPr>
          <p:cNvPr id="73" name="Shape 71"/>
          <p:cNvSpPr/>
          <p:nvPr/>
        </p:nvSpPr>
        <p:spPr>
          <a:xfrm>
            <a:off x="1417320" y="6063386"/>
            <a:ext cx="803758" cy="443484"/>
          </a:xfrm>
          <a:prstGeom prst="rect">
            <a:avLst/>
          </a:prstGeom>
          <a:solidFill>
            <a:srgbClr val="FFFFFF">
              <a:alpha val="963"/>
            </a:srgbClr>
          </a:solidFill>
          <a:ln/>
        </p:spPr>
      </p:sp>
      <p:sp>
        <p:nvSpPr>
          <p:cNvPr id="74" name="Shape 72"/>
          <p:cNvSpPr/>
          <p:nvPr/>
        </p:nvSpPr>
        <p:spPr>
          <a:xfrm>
            <a:off x="1417320" y="6497726"/>
            <a:ext cx="803758" cy="443484"/>
          </a:xfrm>
          <a:prstGeom prst="rect">
            <a:avLst/>
          </a:prstGeom>
          <a:solidFill>
            <a:srgbClr val="FFFFFF">
              <a:alpha val="1100"/>
            </a:srgbClr>
          </a:solidFill>
          <a:ln/>
        </p:spPr>
      </p:sp>
      <p:sp>
        <p:nvSpPr>
          <p:cNvPr id="75" name="Shape 73"/>
          <p:cNvSpPr/>
          <p:nvPr/>
        </p:nvSpPr>
        <p:spPr>
          <a:xfrm>
            <a:off x="2106778" y="2276856"/>
            <a:ext cx="803758" cy="587959"/>
          </a:xfrm>
          <a:prstGeom prst="rect">
            <a:avLst/>
          </a:prstGeom>
          <a:solidFill>
            <a:srgbClr val="FFFFFF">
              <a:alpha val="344"/>
            </a:srgbClr>
          </a:solidFill>
          <a:ln/>
        </p:spPr>
      </p:sp>
      <p:sp>
        <p:nvSpPr>
          <p:cNvPr id="76" name="Shape 74"/>
          <p:cNvSpPr/>
          <p:nvPr/>
        </p:nvSpPr>
        <p:spPr>
          <a:xfrm>
            <a:off x="2106778" y="2855671"/>
            <a:ext cx="803758" cy="587959"/>
          </a:xfrm>
          <a:prstGeom prst="rect">
            <a:avLst/>
          </a:prstGeom>
          <a:solidFill>
            <a:srgbClr val="FFFFFF">
              <a:alpha val="688"/>
            </a:srgbClr>
          </a:solidFill>
          <a:ln/>
        </p:spPr>
      </p:sp>
      <p:sp>
        <p:nvSpPr>
          <p:cNvPr id="77" name="Shape 75"/>
          <p:cNvSpPr/>
          <p:nvPr/>
        </p:nvSpPr>
        <p:spPr>
          <a:xfrm>
            <a:off x="2106778" y="3434486"/>
            <a:ext cx="803758" cy="587959"/>
          </a:xfrm>
          <a:prstGeom prst="rect">
            <a:avLst/>
          </a:prstGeom>
          <a:solidFill>
            <a:srgbClr val="FFFFFF">
              <a:alpha val="1031"/>
            </a:srgbClr>
          </a:solidFill>
          <a:ln/>
        </p:spPr>
      </p:sp>
      <p:sp>
        <p:nvSpPr>
          <p:cNvPr id="78" name="Shape 76"/>
          <p:cNvSpPr/>
          <p:nvPr/>
        </p:nvSpPr>
        <p:spPr>
          <a:xfrm>
            <a:off x="2106778" y="4013302"/>
            <a:ext cx="803758" cy="587959"/>
          </a:xfrm>
          <a:prstGeom prst="rect">
            <a:avLst/>
          </a:prstGeom>
          <a:solidFill>
            <a:srgbClr val="FFFFFF">
              <a:alpha val="1375"/>
            </a:srgbClr>
          </a:solidFill>
          <a:ln/>
        </p:spPr>
      </p:sp>
      <p:sp>
        <p:nvSpPr>
          <p:cNvPr id="79" name="Shape 77"/>
          <p:cNvSpPr/>
          <p:nvPr/>
        </p:nvSpPr>
        <p:spPr>
          <a:xfrm>
            <a:off x="2106778" y="4592117"/>
            <a:ext cx="803758" cy="587959"/>
          </a:xfrm>
          <a:prstGeom prst="rect">
            <a:avLst/>
          </a:prstGeom>
          <a:solidFill>
            <a:srgbClr val="FFFFFF">
              <a:alpha val="1719"/>
            </a:srgbClr>
          </a:solidFill>
          <a:ln/>
        </p:spPr>
      </p:sp>
      <p:sp>
        <p:nvSpPr>
          <p:cNvPr id="80" name="Shape 78"/>
          <p:cNvSpPr/>
          <p:nvPr/>
        </p:nvSpPr>
        <p:spPr>
          <a:xfrm>
            <a:off x="2106778" y="5170932"/>
            <a:ext cx="803758" cy="587959"/>
          </a:xfrm>
          <a:prstGeom prst="rect">
            <a:avLst/>
          </a:prstGeom>
          <a:solidFill>
            <a:srgbClr val="FFFFFF">
              <a:alpha val="2063"/>
            </a:srgbClr>
          </a:solidFill>
          <a:ln/>
        </p:spPr>
      </p:sp>
      <p:sp>
        <p:nvSpPr>
          <p:cNvPr id="81" name="Shape 79"/>
          <p:cNvSpPr/>
          <p:nvPr/>
        </p:nvSpPr>
        <p:spPr>
          <a:xfrm>
            <a:off x="2106778" y="5749747"/>
            <a:ext cx="803758" cy="587959"/>
          </a:xfrm>
          <a:prstGeom prst="rect">
            <a:avLst/>
          </a:prstGeom>
          <a:solidFill>
            <a:srgbClr val="FFFFFF">
              <a:alpha val="2406"/>
            </a:srgbClr>
          </a:solidFill>
          <a:ln/>
        </p:spPr>
      </p:sp>
      <p:sp>
        <p:nvSpPr>
          <p:cNvPr id="82" name="Shape 80"/>
          <p:cNvSpPr/>
          <p:nvPr/>
        </p:nvSpPr>
        <p:spPr>
          <a:xfrm>
            <a:off x="2106778" y="6328562"/>
            <a:ext cx="803758" cy="587959"/>
          </a:xfrm>
          <a:prstGeom prst="rect">
            <a:avLst/>
          </a:prstGeom>
          <a:solidFill>
            <a:srgbClr val="FFFFFF">
              <a:alpha val="2750"/>
            </a:srgbClr>
          </a:solidFill>
          <a:ln/>
        </p:spPr>
      </p:sp>
      <p:sp>
        <p:nvSpPr>
          <p:cNvPr id="83" name="Shape 81"/>
          <p:cNvSpPr/>
          <p:nvPr/>
        </p:nvSpPr>
        <p:spPr>
          <a:xfrm>
            <a:off x="3459175" y="2646274"/>
            <a:ext cx="803758" cy="547840"/>
          </a:xfrm>
          <a:prstGeom prst="rect">
            <a:avLst/>
          </a:prstGeom>
          <a:solidFill>
            <a:srgbClr val="FFFFFF">
              <a:alpha val="344"/>
            </a:srgbClr>
          </a:solidFill>
          <a:ln/>
        </p:spPr>
      </p:sp>
      <p:sp>
        <p:nvSpPr>
          <p:cNvPr id="84" name="Shape 82"/>
          <p:cNvSpPr/>
          <p:nvPr/>
        </p:nvSpPr>
        <p:spPr>
          <a:xfrm>
            <a:off x="3459175" y="3184970"/>
            <a:ext cx="803758" cy="547840"/>
          </a:xfrm>
          <a:prstGeom prst="rect">
            <a:avLst/>
          </a:prstGeom>
          <a:solidFill>
            <a:srgbClr val="FFFFFF">
              <a:alpha val="688"/>
            </a:srgbClr>
          </a:solidFill>
          <a:ln/>
        </p:spPr>
      </p:sp>
      <p:sp>
        <p:nvSpPr>
          <p:cNvPr id="85" name="Shape 83"/>
          <p:cNvSpPr/>
          <p:nvPr/>
        </p:nvSpPr>
        <p:spPr>
          <a:xfrm>
            <a:off x="3459175" y="3723665"/>
            <a:ext cx="803758" cy="547840"/>
          </a:xfrm>
          <a:prstGeom prst="rect">
            <a:avLst/>
          </a:prstGeom>
          <a:solidFill>
            <a:srgbClr val="FFFFFF">
              <a:alpha val="1031"/>
            </a:srgbClr>
          </a:solidFill>
          <a:ln/>
        </p:spPr>
      </p:sp>
      <p:sp>
        <p:nvSpPr>
          <p:cNvPr id="86" name="Shape 84"/>
          <p:cNvSpPr/>
          <p:nvPr/>
        </p:nvSpPr>
        <p:spPr>
          <a:xfrm>
            <a:off x="3459175" y="4262361"/>
            <a:ext cx="803758" cy="547840"/>
          </a:xfrm>
          <a:prstGeom prst="rect">
            <a:avLst/>
          </a:prstGeom>
          <a:solidFill>
            <a:srgbClr val="FFFFFF">
              <a:alpha val="1375"/>
            </a:srgbClr>
          </a:solidFill>
          <a:ln/>
        </p:spPr>
      </p:sp>
      <p:sp>
        <p:nvSpPr>
          <p:cNvPr id="87" name="Shape 85"/>
          <p:cNvSpPr/>
          <p:nvPr/>
        </p:nvSpPr>
        <p:spPr>
          <a:xfrm>
            <a:off x="3459175" y="4801057"/>
            <a:ext cx="803758" cy="547840"/>
          </a:xfrm>
          <a:prstGeom prst="rect">
            <a:avLst/>
          </a:prstGeom>
          <a:solidFill>
            <a:srgbClr val="FFFFFF">
              <a:alpha val="1719"/>
            </a:srgbClr>
          </a:solidFill>
          <a:ln/>
        </p:spPr>
      </p:sp>
      <p:sp>
        <p:nvSpPr>
          <p:cNvPr id="88" name="Shape 86"/>
          <p:cNvSpPr/>
          <p:nvPr/>
        </p:nvSpPr>
        <p:spPr>
          <a:xfrm>
            <a:off x="3459175" y="5339753"/>
            <a:ext cx="803758" cy="547840"/>
          </a:xfrm>
          <a:prstGeom prst="rect">
            <a:avLst/>
          </a:prstGeom>
          <a:solidFill>
            <a:srgbClr val="FFFFFF">
              <a:alpha val="2063"/>
            </a:srgbClr>
          </a:solidFill>
          <a:ln/>
        </p:spPr>
      </p:sp>
      <p:sp>
        <p:nvSpPr>
          <p:cNvPr id="89" name="Shape 87"/>
          <p:cNvSpPr/>
          <p:nvPr/>
        </p:nvSpPr>
        <p:spPr>
          <a:xfrm>
            <a:off x="3459175" y="5878449"/>
            <a:ext cx="803758" cy="547840"/>
          </a:xfrm>
          <a:prstGeom prst="rect">
            <a:avLst/>
          </a:prstGeom>
          <a:solidFill>
            <a:srgbClr val="FFFFFF">
              <a:alpha val="2406"/>
            </a:srgbClr>
          </a:solidFill>
          <a:ln/>
        </p:spPr>
      </p:sp>
      <p:sp>
        <p:nvSpPr>
          <p:cNvPr id="90" name="Shape 88"/>
          <p:cNvSpPr/>
          <p:nvPr/>
        </p:nvSpPr>
        <p:spPr>
          <a:xfrm>
            <a:off x="3459175" y="6417145"/>
            <a:ext cx="803758" cy="547840"/>
          </a:xfrm>
          <a:prstGeom prst="rect">
            <a:avLst/>
          </a:prstGeom>
          <a:solidFill>
            <a:srgbClr val="FFFFFF">
              <a:alpha val="2750"/>
            </a:srgbClr>
          </a:solidFill>
          <a:ln/>
        </p:spPr>
      </p:sp>
      <p:sp>
        <p:nvSpPr>
          <p:cNvPr id="91" name="Shape 89"/>
          <p:cNvSpPr/>
          <p:nvPr/>
        </p:nvSpPr>
        <p:spPr>
          <a:xfrm>
            <a:off x="4151376" y="4484218"/>
            <a:ext cx="803758" cy="319126"/>
          </a:xfrm>
          <a:prstGeom prst="rect">
            <a:avLst/>
          </a:prstGeom>
          <a:solidFill>
            <a:srgbClr val="FFFFFF">
              <a:alpha val="138"/>
            </a:srgbClr>
          </a:solidFill>
          <a:ln/>
        </p:spPr>
      </p:sp>
      <p:sp>
        <p:nvSpPr>
          <p:cNvPr id="92" name="Shape 90"/>
          <p:cNvSpPr/>
          <p:nvPr/>
        </p:nvSpPr>
        <p:spPr>
          <a:xfrm>
            <a:off x="4151376" y="4794199"/>
            <a:ext cx="803758" cy="319126"/>
          </a:xfrm>
          <a:prstGeom prst="rect">
            <a:avLst/>
          </a:prstGeom>
          <a:solidFill>
            <a:srgbClr val="FFFFFF">
              <a:alpha val="275"/>
            </a:srgbClr>
          </a:solidFill>
          <a:ln/>
        </p:spPr>
      </p:sp>
      <p:sp>
        <p:nvSpPr>
          <p:cNvPr id="93" name="Shape 91"/>
          <p:cNvSpPr/>
          <p:nvPr/>
        </p:nvSpPr>
        <p:spPr>
          <a:xfrm>
            <a:off x="4151376" y="5104181"/>
            <a:ext cx="803758" cy="319126"/>
          </a:xfrm>
          <a:prstGeom prst="rect">
            <a:avLst/>
          </a:prstGeom>
          <a:solidFill>
            <a:srgbClr val="FFFFFF">
              <a:alpha val="412"/>
            </a:srgbClr>
          </a:solidFill>
          <a:ln/>
        </p:spPr>
      </p:sp>
      <p:sp>
        <p:nvSpPr>
          <p:cNvPr id="94" name="Shape 92"/>
          <p:cNvSpPr/>
          <p:nvPr/>
        </p:nvSpPr>
        <p:spPr>
          <a:xfrm>
            <a:off x="4151376" y="5414162"/>
            <a:ext cx="803758" cy="319126"/>
          </a:xfrm>
          <a:prstGeom prst="rect">
            <a:avLst/>
          </a:prstGeom>
          <a:solidFill>
            <a:srgbClr val="FFFFFF">
              <a:alpha val="550"/>
            </a:srgbClr>
          </a:solidFill>
          <a:ln/>
        </p:spPr>
      </p:sp>
      <p:sp>
        <p:nvSpPr>
          <p:cNvPr id="95" name="Shape 93"/>
          <p:cNvSpPr/>
          <p:nvPr/>
        </p:nvSpPr>
        <p:spPr>
          <a:xfrm>
            <a:off x="4151376" y="5724144"/>
            <a:ext cx="803758" cy="319126"/>
          </a:xfrm>
          <a:prstGeom prst="rect">
            <a:avLst/>
          </a:prstGeom>
          <a:solidFill>
            <a:srgbClr val="FFFFFF">
              <a:alpha val="688"/>
            </a:srgbClr>
          </a:solidFill>
          <a:ln/>
        </p:spPr>
      </p:sp>
      <p:sp>
        <p:nvSpPr>
          <p:cNvPr id="96" name="Shape 94"/>
          <p:cNvSpPr/>
          <p:nvPr/>
        </p:nvSpPr>
        <p:spPr>
          <a:xfrm>
            <a:off x="4151376" y="6034126"/>
            <a:ext cx="803758" cy="319126"/>
          </a:xfrm>
          <a:prstGeom prst="rect">
            <a:avLst/>
          </a:prstGeom>
          <a:solidFill>
            <a:srgbClr val="FFFFFF">
              <a:alpha val="825"/>
            </a:srgbClr>
          </a:solidFill>
          <a:ln/>
        </p:spPr>
      </p:sp>
      <p:sp>
        <p:nvSpPr>
          <p:cNvPr id="97" name="Shape 95"/>
          <p:cNvSpPr/>
          <p:nvPr/>
        </p:nvSpPr>
        <p:spPr>
          <a:xfrm>
            <a:off x="4151376" y="6344107"/>
            <a:ext cx="803758" cy="319126"/>
          </a:xfrm>
          <a:prstGeom prst="rect">
            <a:avLst/>
          </a:prstGeom>
          <a:solidFill>
            <a:srgbClr val="FFFFFF">
              <a:alpha val="963"/>
            </a:srgbClr>
          </a:solidFill>
          <a:ln/>
        </p:spPr>
      </p:sp>
      <p:sp>
        <p:nvSpPr>
          <p:cNvPr id="98" name="Shape 96"/>
          <p:cNvSpPr/>
          <p:nvPr/>
        </p:nvSpPr>
        <p:spPr>
          <a:xfrm>
            <a:off x="4151376" y="6654089"/>
            <a:ext cx="803758" cy="319126"/>
          </a:xfrm>
          <a:prstGeom prst="rect">
            <a:avLst/>
          </a:prstGeom>
          <a:solidFill>
            <a:srgbClr val="FFFFFF">
              <a:alpha val="1100"/>
            </a:srgbClr>
          </a:solidFill>
          <a:ln/>
        </p:spPr>
      </p:sp>
      <p:sp>
        <p:nvSpPr>
          <p:cNvPr id="104" name="Text 102"/>
          <p:cNvSpPr/>
          <p:nvPr/>
        </p:nvSpPr>
        <p:spPr>
          <a:xfrm>
            <a:off x="6214262" y="960120"/>
            <a:ext cx="5669280" cy="1371600"/>
          </a:xfrm>
          <a:prstGeom prst="rect">
            <a:avLst/>
          </a:prstGeom>
          <a:noFill/>
          <a:ln/>
        </p:spPr>
        <p:txBody>
          <a:bodyPr wrap="square" rtlCol="0" anchor="t"/>
          <a:lstStyle/>
          <a:p>
            <a:pPr indent="0" marL="0">
              <a:lnSpc>
                <a:spcPct val="90000"/>
              </a:lnSpc>
              <a:buNone/>
            </a:pPr>
            <a:r>
              <a:rPr lang="en-US" sz="4000" spc="-150" kern="0" dirty="0">
                <a:solidFill>
                  <a:srgbClr val="FFFFFF"/>
                </a:solidFill>
                <a:latin typeface="Manrope" pitchFamily="34" charset="0"/>
                <a:ea typeface="Manrope" pitchFamily="34" charset="-122"/>
                <a:cs typeface="Manrope" pitchFamily="34" charset="-120"/>
              </a:rPr>
              <a:t>Stage 8: </a:t>
            </a:r>
            <a:r>
              <a:rPr lang="en-US" sz="4000" spc="-150" kern="0" dirty="0">
                <a:solidFill>
                  <a:srgbClr val="D5E6CD"/>
                </a:solidFill>
                <a:latin typeface="Manrope" pitchFamily="34" charset="0"/>
                <a:ea typeface="Manrope" pitchFamily="34" charset="-122"/>
                <a:cs typeface="Manrope" pitchFamily="34" charset="-120"/>
              </a:rPr>
              <a:t>frameworks are like meal kits</a:t>
            </a:r>
          </a:p>
        </p:txBody>
      </p:sp>
      <p:sp>
        <p:nvSpPr>
          <p:cNvPr id="105" name="Shape 103"/>
          <p:cNvSpPr/>
          <p:nvPr/>
        </p:nvSpPr>
        <p:spPr>
          <a:xfrm>
            <a:off x="11835994" y="1750162"/>
            <a:ext cx="803758" cy="657454"/>
          </a:xfrm>
          <a:prstGeom prst="rect">
            <a:avLst/>
          </a:prstGeom>
          <a:solidFill>
            <a:srgbClr val="FFFFFF">
              <a:alpha val="688"/>
            </a:srgbClr>
          </a:solidFill>
          <a:ln/>
        </p:spPr>
      </p:sp>
      <p:sp>
        <p:nvSpPr>
          <p:cNvPr id="106" name="Shape 104"/>
          <p:cNvSpPr/>
          <p:nvPr/>
        </p:nvSpPr>
        <p:spPr>
          <a:xfrm>
            <a:off x="11835994" y="2398471"/>
            <a:ext cx="803758" cy="657454"/>
          </a:xfrm>
          <a:prstGeom prst="rect">
            <a:avLst/>
          </a:prstGeom>
          <a:solidFill>
            <a:srgbClr val="FFFFFF">
              <a:alpha val="1375"/>
            </a:srgbClr>
          </a:solidFill>
          <a:ln/>
        </p:spPr>
      </p:sp>
      <p:sp>
        <p:nvSpPr>
          <p:cNvPr id="107" name="Shape 105"/>
          <p:cNvSpPr/>
          <p:nvPr/>
        </p:nvSpPr>
        <p:spPr>
          <a:xfrm>
            <a:off x="11835994" y="3046781"/>
            <a:ext cx="803758" cy="657454"/>
          </a:xfrm>
          <a:prstGeom prst="rect">
            <a:avLst/>
          </a:prstGeom>
          <a:solidFill>
            <a:srgbClr val="FFFFFF">
              <a:alpha val="2063"/>
            </a:srgbClr>
          </a:solidFill>
          <a:ln/>
        </p:spPr>
      </p:sp>
      <p:sp>
        <p:nvSpPr>
          <p:cNvPr id="108" name="Shape 106"/>
          <p:cNvSpPr/>
          <p:nvPr/>
        </p:nvSpPr>
        <p:spPr>
          <a:xfrm>
            <a:off x="11835994" y="3695090"/>
            <a:ext cx="803758" cy="657454"/>
          </a:xfrm>
          <a:prstGeom prst="rect">
            <a:avLst/>
          </a:prstGeom>
          <a:solidFill>
            <a:srgbClr val="FFFFFF">
              <a:alpha val="2750"/>
            </a:srgbClr>
          </a:solidFill>
          <a:ln/>
        </p:spPr>
      </p:sp>
      <p:sp>
        <p:nvSpPr>
          <p:cNvPr id="109" name="Shape 107"/>
          <p:cNvSpPr/>
          <p:nvPr/>
        </p:nvSpPr>
        <p:spPr>
          <a:xfrm>
            <a:off x="11835994" y="4343400"/>
            <a:ext cx="803758" cy="657454"/>
          </a:xfrm>
          <a:prstGeom prst="rect">
            <a:avLst/>
          </a:prstGeom>
          <a:solidFill>
            <a:srgbClr val="FFFFFF">
              <a:alpha val="3438"/>
            </a:srgbClr>
          </a:solidFill>
          <a:ln/>
        </p:spPr>
      </p:sp>
      <p:sp>
        <p:nvSpPr>
          <p:cNvPr id="110" name="Shape 108"/>
          <p:cNvSpPr/>
          <p:nvPr/>
        </p:nvSpPr>
        <p:spPr>
          <a:xfrm>
            <a:off x="11835994" y="4991710"/>
            <a:ext cx="803758" cy="657454"/>
          </a:xfrm>
          <a:prstGeom prst="rect">
            <a:avLst/>
          </a:prstGeom>
          <a:solidFill>
            <a:srgbClr val="FFFFFF">
              <a:alpha val="4125"/>
            </a:srgbClr>
          </a:solidFill>
          <a:ln/>
        </p:spPr>
      </p:sp>
      <p:sp>
        <p:nvSpPr>
          <p:cNvPr id="111" name="Shape 109"/>
          <p:cNvSpPr/>
          <p:nvPr/>
        </p:nvSpPr>
        <p:spPr>
          <a:xfrm>
            <a:off x="11835994" y="5640019"/>
            <a:ext cx="803758" cy="657454"/>
          </a:xfrm>
          <a:prstGeom prst="rect">
            <a:avLst/>
          </a:prstGeom>
          <a:solidFill>
            <a:srgbClr val="FFFFFF">
              <a:alpha val="4813"/>
            </a:srgbClr>
          </a:solidFill>
          <a:ln/>
        </p:spPr>
      </p:sp>
      <p:sp>
        <p:nvSpPr>
          <p:cNvPr id="112" name="Shape 110"/>
          <p:cNvSpPr/>
          <p:nvPr/>
        </p:nvSpPr>
        <p:spPr>
          <a:xfrm>
            <a:off x="11835994" y="6288329"/>
            <a:ext cx="803758" cy="657454"/>
          </a:xfrm>
          <a:prstGeom prst="rect">
            <a:avLst/>
          </a:prstGeom>
          <a:solidFill>
            <a:srgbClr val="FFFFFF">
              <a:alpha val="5500"/>
            </a:srgbClr>
          </a:solidFill>
          <a:ln/>
        </p:spPr>
      </p:sp>
      <p:sp>
        <p:nvSpPr>
          <p:cNvPr id="113" name="Shape 111"/>
          <p:cNvSpPr/>
          <p:nvPr/>
        </p:nvSpPr>
        <p:spPr>
          <a:xfrm>
            <a:off x="10465308" y="4358030"/>
            <a:ext cx="803758" cy="331356"/>
          </a:xfrm>
          <a:prstGeom prst="rect">
            <a:avLst/>
          </a:prstGeom>
          <a:solidFill>
            <a:srgbClr val="FFFFFF">
              <a:alpha val="138"/>
            </a:srgbClr>
          </a:solidFill>
          <a:ln/>
        </p:spPr>
      </p:sp>
      <p:sp>
        <p:nvSpPr>
          <p:cNvPr id="114" name="Shape 112"/>
          <p:cNvSpPr/>
          <p:nvPr/>
        </p:nvSpPr>
        <p:spPr>
          <a:xfrm>
            <a:off x="10465308" y="4680242"/>
            <a:ext cx="803758" cy="331356"/>
          </a:xfrm>
          <a:prstGeom prst="rect">
            <a:avLst/>
          </a:prstGeom>
          <a:solidFill>
            <a:srgbClr val="FFFFFF">
              <a:alpha val="275"/>
            </a:srgbClr>
          </a:solidFill>
          <a:ln/>
        </p:spPr>
      </p:sp>
      <p:sp>
        <p:nvSpPr>
          <p:cNvPr id="115" name="Shape 113"/>
          <p:cNvSpPr/>
          <p:nvPr/>
        </p:nvSpPr>
        <p:spPr>
          <a:xfrm>
            <a:off x="10465308" y="5002454"/>
            <a:ext cx="803758" cy="331356"/>
          </a:xfrm>
          <a:prstGeom prst="rect">
            <a:avLst/>
          </a:prstGeom>
          <a:solidFill>
            <a:srgbClr val="FFFFFF">
              <a:alpha val="412"/>
            </a:srgbClr>
          </a:solidFill>
          <a:ln/>
        </p:spPr>
      </p:sp>
      <p:sp>
        <p:nvSpPr>
          <p:cNvPr id="116" name="Shape 114"/>
          <p:cNvSpPr/>
          <p:nvPr/>
        </p:nvSpPr>
        <p:spPr>
          <a:xfrm>
            <a:off x="10465308" y="5324666"/>
            <a:ext cx="803758" cy="331356"/>
          </a:xfrm>
          <a:prstGeom prst="rect">
            <a:avLst/>
          </a:prstGeom>
          <a:solidFill>
            <a:srgbClr val="FFFFFF">
              <a:alpha val="550"/>
            </a:srgbClr>
          </a:solidFill>
          <a:ln/>
        </p:spPr>
      </p:sp>
      <p:sp>
        <p:nvSpPr>
          <p:cNvPr id="117" name="Shape 115"/>
          <p:cNvSpPr/>
          <p:nvPr/>
        </p:nvSpPr>
        <p:spPr>
          <a:xfrm>
            <a:off x="10465308" y="5646877"/>
            <a:ext cx="803758" cy="331356"/>
          </a:xfrm>
          <a:prstGeom prst="rect">
            <a:avLst/>
          </a:prstGeom>
          <a:solidFill>
            <a:srgbClr val="FFFFFF">
              <a:alpha val="688"/>
            </a:srgbClr>
          </a:solidFill>
          <a:ln/>
        </p:spPr>
      </p:sp>
      <p:sp>
        <p:nvSpPr>
          <p:cNvPr id="118" name="Shape 116"/>
          <p:cNvSpPr/>
          <p:nvPr/>
        </p:nvSpPr>
        <p:spPr>
          <a:xfrm>
            <a:off x="10465308" y="5969089"/>
            <a:ext cx="803758" cy="331356"/>
          </a:xfrm>
          <a:prstGeom prst="rect">
            <a:avLst/>
          </a:prstGeom>
          <a:solidFill>
            <a:srgbClr val="FFFFFF">
              <a:alpha val="825"/>
            </a:srgbClr>
          </a:solidFill>
          <a:ln/>
        </p:spPr>
      </p:sp>
      <p:sp>
        <p:nvSpPr>
          <p:cNvPr id="119" name="Shape 117"/>
          <p:cNvSpPr/>
          <p:nvPr/>
        </p:nvSpPr>
        <p:spPr>
          <a:xfrm>
            <a:off x="10465308" y="6291301"/>
            <a:ext cx="803758" cy="331356"/>
          </a:xfrm>
          <a:prstGeom prst="rect">
            <a:avLst/>
          </a:prstGeom>
          <a:solidFill>
            <a:srgbClr val="FFFFFF">
              <a:alpha val="963"/>
            </a:srgbClr>
          </a:solidFill>
          <a:ln/>
        </p:spPr>
      </p:sp>
      <p:sp>
        <p:nvSpPr>
          <p:cNvPr id="120" name="Shape 118"/>
          <p:cNvSpPr/>
          <p:nvPr/>
        </p:nvSpPr>
        <p:spPr>
          <a:xfrm>
            <a:off x="10465308" y="6613512"/>
            <a:ext cx="803758" cy="331356"/>
          </a:xfrm>
          <a:prstGeom prst="rect">
            <a:avLst/>
          </a:prstGeom>
          <a:solidFill>
            <a:srgbClr val="FFFFFF">
              <a:alpha val="1100"/>
            </a:srgbClr>
          </a:solidFill>
          <a:ln/>
        </p:spPr>
      </p:sp>
      <p:sp>
        <p:nvSpPr>
          <p:cNvPr id="121" name="Shape 119"/>
          <p:cNvSpPr/>
          <p:nvPr/>
        </p:nvSpPr>
        <p:spPr>
          <a:xfrm>
            <a:off x="11155680" y="3177540"/>
            <a:ext cx="803758" cy="482117"/>
          </a:xfrm>
          <a:prstGeom prst="rect">
            <a:avLst/>
          </a:prstGeom>
          <a:solidFill>
            <a:srgbClr val="FFFFFF">
              <a:alpha val="344"/>
            </a:srgbClr>
          </a:solidFill>
          <a:ln/>
        </p:spPr>
      </p:sp>
      <p:sp>
        <p:nvSpPr>
          <p:cNvPr id="122" name="Shape 120"/>
          <p:cNvSpPr/>
          <p:nvPr/>
        </p:nvSpPr>
        <p:spPr>
          <a:xfrm>
            <a:off x="11155680" y="3650513"/>
            <a:ext cx="803758" cy="482117"/>
          </a:xfrm>
          <a:prstGeom prst="rect">
            <a:avLst/>
          </a:prstGeom>
          <a:solidFill>
            <a:srgbClr val="FFFFFF">
              <a:alpha val="688"/>
            </a:srgbClr>
          </a:solidFill>
          <a:ln/>
        </p:spPr>
      </p:sp>
      <p:sp>
        <p:nvSpPr>
          <p:cNvPr id="123" name="Shape 121"/>
          <p:cNvSpPr/>
          <p:nvPr/>
        </p:nvSpPr>
        <p:spPr>
          <a:xfrm>
            <a:off x="11155680" y="4123487"/>
            <a:ext cx="803758" cy="482117"/>
          </a:xfrm>
          <a:prstGeom prst="rect">
            <a:avLst/>
          </a:prstGeom>
          <a:solidFill>
            <a:srgbClr val="FFFFFF">
              <a:alpha val="1031"/>
            </a:srgbClr>
          </a:solidFill>
          <a:ln/>
        </p:spPr>
      </p:sp>
      <p:sp>
        <p:nvSpPr>
          <p:cNvPr id="124" name="Shape 122"/>
          <p:cNvSpPr/>
          <p:nvPr/>
        </p:nvSpPr>
        <p:spPr>
          <a:xfrm>
            <a:off x="11155680" y="4596460"/>
            <a:ext cx="803758" cy="482117"/>
          </a:xfrm>
          <a:prstGeom prst="rect">
            <a:avLst/>
          </a:prstGeom>
          <a:solidFill>
            <a:srgbClr val="FFFFFF">
              <a:alpha val="1375"/>
            </a:srgbClr>
          </a:solidFill>
          <a:ln/>
        </p:spPr>
      </p:sp>
      <p:sp>
        <p:nvSpPr>
          <p:cNvPr id="125" name="Shape 123"/>
          <p:cNvSpPr/>
          <p:nvPr/>
        </p:nvSpPr>
        <p:spPr>
          <a:xfrm>
            <a:off x="11155680" y="5069434"/>
            <a:ext cx="803758" cy="482117"/>
          </a:xfrm>
          <a:prstGeom prst="rect">
            <a:avLst/>
          </a:prstGeom>
          <a:solidFill>
            <a:srgbClr val="FFFFFF">
              <a:alpha val="1719"/>
            </a:srgbClr>
          </a:solidFill>
          <a:ln/>
        </p:spPr>
      </p:sp>
      <p:sp>
        <p:nvSpPr>
          <p:cNvPr id="126" name="Shape 124"/>
          <p:cNvSpPr/>
          <p:nvPr/>
        </p:nvSpPr>
        <p:spPr>
          <a:xfrm>
            <a:off x="11155680" y="5542407"/>
            <a:ext cx="803758" cy="482117"/>
          </a:xfrm>
          <a:prstGeom prst="rect">
            <a:avLst/>
          </a:prstGeom>
          <a:solidFill>
            <a:srgbClr val="FFFFFF">
              <a:alpha val="2063"/>
            </a:srgbClr>
          </a:solidFill>
          <a:ln/>
        </p:spPr>
      </p:sp>
      <p:sp>
        <p:nvSpPr>
          <p:cNvPr id="127" name="Shape 125"/>
          <p:cNvSpPr/>
          <p:nvPr/>
        </p:nvSpPr>
        <p:spPr>
          <a:xfrm>
            <a:off x="11155680" y="6015380"/>
            <a:ext cx="803758" cy="482117"/>
          </a:xfrm>
          <a:prstGeom prst="rect">
            <a:avLst/>
          </a:prstGeom>
          <a:solidFill>
            <a:srgbClr val="FFFFFF">
              <a:alpha val="2406"/>
            </a:srgbClr>
          </a:solidFill>
          <a:ln/>
        </p:spPr>
      </p:sp>
      <p:sp>
        <p:nvSpPr>
          <p:cNvPr id="128" name="Shape 126"/>
          <p:cNvSpPr/>
          <p:nvPr/>
        </p:nvSpPr>
        <p:spPr>
          <a:xfrm>
            <a:off x="11155680" y="6488354"/>
            <a:ext cx="803758" cy="482117"/>
          </a:xfrm>
          <a:prstGeom prst="rect">
            <a:avLst/>
          </a:prstGeom>
          <a:solidFill>
            <a:srgbClr val="FFFFFF">
              <a:alpha val="2750"/>
            </a:srgbClr>
          </a:solidFill>
          <a:ln/>
        </p:spPr>
      </p:sp>
      <p:sp>
        <p:nvSpPr>
          <p:cNvPr id="129" name="Text 127"/>
          <p:cNvSpPr/>
          <p:nvPr/>
        </p:nvSpPr>
        <p:spPr>
          <a:xfrm>
            <a:off x="7291426" y="2514600"/>
            <a:ext cx="4572000" cy="339242"/>
          </a:xfrm>
          <a:prstGeom prst="rect">
            <a:avLst/>
          </a:prstGeom>
          <a:noFill/>
          <a:ln/>
        </p:spPr>
        <p:txBody>
          <a:bodyPr wrap="square"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Upside: less plumbing</a:t>
            </a:r>
          </a:p>
        </p:txBody>
      </p:sp>
      <p:sp>
        <p:nvSpPr>
          <p:cNvPr id="130" name="Text 128"/>
          <p:cNvSpPr/>
          <p:nvPr/>
        </p:nvSpPr>
        <p:spPr>
          <a:xfrm>
            <a:off x="7291426" y="2858414"/>
            <a:ext cx="4572000" cy="77724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LangGraph, CrewAI, AutoGen and the OpenAI Agents SDK speed up the “plumbing.”</a:t>
            </a:r>
          </a:p>
        </p:txBody>
      </p:sp>
      <p:sp>
        <p:nvSpPr>
          <p:cNvPr id="131" name="Shape 129"/>
          <p:cNvSpPr/>
          <p:nvPr/>
        </p:nvSpPr>
        <p:spPr>
          <a:xfrm>
            <a:off x="6630314" y="2577694"/>
            <a:ext cx="559613" cy="373075"/>
          </a:xfrm>
          <a:prstGeom prst="ellipse">
            <a:avLst/>
          </a:prstGeom>
          <a:ln w="15875">
            <a:solidFill>
              <a:srgbClr val="9FEF9C"/>
            </a:solidFill>
            <a:prstDash val="solid"/>
          </a:ln>
        </p:spPr>
      </p:sp>
      <p:sp>
        <p:nvSpPr>
          <p:cNvPr id="132" name="Shape 130"/>
          <p:cNvSpPr/>
          <p:nvPr/>
        </p:nvSpPr>
        <p:spPr>
          <a:xfrm>
            <a:off x="6814987" y="2700808"/>
            <a:ext cx="190268" cy="126846"/>
          </a:xfrm>
          <a:prstGeom prst="ellipse">
            <a:avLst/>
          </a:prstGeom>
          <a:solidFill>
            <a:srgbClr val="9FEF9C"/>
          </a:solidFill>
          <a:ln/>
        </p:spPr>
      </p:sp>
      <p:sp>
        <p:nvSpPr>
          <p:cNvPr id="133" name="Text 131"/>
          <p:cNvSpPr/>
          <p:nvPr/>
        </p:nvSpPr>
        <p:spPr>
          <a:xfrm>
            <a:off x="7291426" y="3749041"/>
            <a:ext cx="4572000" cy="339241"/>
          </a:xfrm>
          <a:prstGeom prst="rect">
            <a:avLst/>
          </a:prstGeom>
          <a:noFill/>
          <a:ln/>
        </p:spPr>
        <p:txBody>
          <a:bodyPr wrap="square"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Downside: hidden layers</a:t>
            </a:r>
          </a:p>
        </p:txBody>
      </p:sp>
      <p:sp>
        <p:nvSpPr>
          <p:cNvPr id="134" name="Text 132"/>
          <p:cNvSpPr/>
          <p:nvPr/>
        </p:nvSpPr>
        <p:spPr>
          <a:xfrm>
            <a:off x="7291426" y="4092855"/>
            <a:ext cx="4572000" cy="77724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Anthropic: they can hide what reaches the model. Start “by using LLM APIs directly.”</a:t>
            </a:r>
          </a:p>
        </p:txBody>
      </p:sp>
      <p:sp>
        <p:nvSpPr>
          <p:cNvPr id="135" name="Shape 133"/>
          <p:cNvSpPr/>
          <p:nvPr/>
        </p:nvSpPr>
        <p:spPr>
          <a:xfrm>
            <a:off x="6730898" y="3792932"/>
            <a:ext cx="410566" cy="410566"/>
          </a:xfrm>
          <a:prstGeom prst="ellipse">
            <a:avLst/>
          </a:prstGeom>
          <a:ln w="15875">
            <a:solidFill>
              <a:srgbClr val="9FEF9C"/>
            </a:solidFill>
            <a:prstDash val="solid"/>
          </a:ln>
        </p:spPr>
      </p:sp>
      <p:sp>
        <p:nvSpPr>
          <p:cNvPr id="136" name="Shape 134"/>
          <p:cNvSpPr/>
          <p:nvPr/>
        </p:nvSpPr>
        <p:spPr>
          <a:xfrm>
            <a:off x="6866385" y="3928419"/>
            <a:ext cx="139592" cy="139592"/>
          </a:xfrm>
          <a:prstGeom prst="ellipse">
            <a:avLst/>
          </a:prstGeom>
          <a:solidFill>
            <a:srgbClr val="9FEF9C"/>
          </a:solidFill>
          <a:ln/>
        </p:spPr>
      </p:sp>
      <p:sp>
        <p:nvSpPr>
          <p:cNvPr id="137" name="Text 135"/>
          <p:cNvSpPr/>
          <p:nvPr/>
        </p:nvSpPr>
        <p:spPr>
          <a:xfrm>
            <a:off x="7291426" y="4983480"/>
            <a:ext cx="4572000" cy="339241"/>
          </a:xfrm>
          <a:prstGeom prst="rect">
            <a:avLst/>
          </a:prstGeom>
          <a:noFill/>
          <a:ln/>
        </p:spPr>
        <p:txBody>
          <a:bodyPr wrap="square"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Suggested order (editorial)</a:t>
            </a:r>
          </a:p>
        </p:txBody>
      </p:sp>
      <p:sp>
        <p:nvSpPr>
          <p:cNvPr id="138" name="Text 136"/>
          <p:cNvSpPr/>
          <p:nvPr/>
        </p:nvSpPr>
        <p:spPr>
          <a:xfrm>
            <a:off x="7291426" y="5327294"/>
            <a:ext cx="4572000" cy="77724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Raw LLM APIs, then OpenAI Agents SDK or LangChain agents, then LangGraph.</a:t>
            </a:r>
          </a:p>
        </p:txBody>
      </p:sp>
      <p:sp>
        <p:nvSpPr>
          <p:cNvPr id="139" name="Shape 137"/>
          <p:cNvSpPr/>
          <p:nvPr/>
        </p:nvSpPr>
        <p:spPr>
          <a:xfrm>
            <a:off x="6725412" y="4984394"/>
            <a:ext cx="410566" cy="410566"/>
          </a:xfrm>
          <a:prstGeom prst="ellipse">
            <a:avLst/>
          </a:prstGeom>
          <a:ln w="15875">
            <a:solidFill>
              <a:srgbClr val="9FEF9C"/>
            </a:solidFill>
            <a:prstDash val="solid"/>
          </a:ln>
        </p:spPr>
      </p:sp>
      <p:sp>
        <p:nvSpPr>
          <p:cNvPr id="140" name="Shape 138"/>
          <p:cNvSpPr/>
          <p:nvPr/>
        </p:nvSpPr>
        <p:spPr>
          <a:xfrm>
            <a:off x="6860899" y="5119881"/>
            <a:ext cx="139592" cy="139592"/>
          </a:xfrm>
          <a:prstGeom prst="ellipse">
            <a:avLst/>
          </a:prstGeom>
          <a:solidFill>
            <a:srgbClr val="9FEF9C"/>
          </a:solidFill>
          <a:ln/>
        </p:spPr>
      </p:sp>
      <p:sp>
        <p:nvSpPr>
          <p:cNvPr id="142" name="Analogy tag"/>
          <p:cNvSpPr/>
          <p:nvPr/>
        </p:nvSpPr>
        <p:spPr>
          <a:xfrm>
            <a:off x="777240" y="1143000"/>
            <a:ext cx="1325880" cy="384048"/>
          </a:xfrm>
          <a:prstGeom prst="roundRect">
            <a:avLst>
              <a:gd name="adj" fmla="val 18000"/>
            </a:avLst>
          </a:prstGeom>
          <a:solidFill>
            <a:srgbClr val="16302A"/>
          </a:solidFill>
          <a:ln w="12700">
            <a:solidFill>
              <a:srgbClr val="A9C022"/>
            </a:solidFill>
          </a:ln>
        </p:spPr>
        <p:txBody>
          <a:bodyPr wrap="square" lIns="0" rIns="0" tIns="0" bIns="0" anchor="ctr" rtlCol="0"/>
          <a:lstStyle/>
          <a:p>
            <a:pPr algn="ctr"/>
            <a:r>
              <a:rPr lang="en-US" sz="1600" b="1" dirty="0">
                <a:solidFill>
                  <a:srgbClr val="A9C022"/>
                </a:solidFill>
                <a:latin typeface="Manrope"/>
                <a:cs typeface="Manrope"/>
              </a:rPr>
              <a:t>Analogy</a:t>
            </a:r>
            <a:endParaRPr lang="en-US" sz="1600"/>
          </a:p>
        </p:txBody>
      </p:sp>
      <p:sp>
        <p:nvSpPr>
          <p:cNvPr id="143" name="Kit lid"/>
          <p:cNvSpPr/>
          <p:nvPr/>
        </p:nvSpPr>
        <p:spPr>
          <a:xfrm>
            <a:off x="777240" y="1828800"/>
            <a:ext cx="4206240" cy="548640"/>
          </a:xfrm>
          <a:prstGeom prst="rect">
            <a:avLst/>
          </a:prstGeom>
          <a:solidFill>
            <a:srgbClr val="A9C022"/>
          </a:solidFill>
          <a:ln w="12700">
            <a:noFill/>
          </a:ln>
        </p:spPr>
        <p:txBody>
          <a:bodyPr wrap="square" lIns="73152" rIns="73152" tIns="0" bIns="0" anchor="ctr" rtlCol="0"/>
          <a:lstStyle/>
          <a:p>
            <a:pPr algn="ctr"/>
            <a:r>
              <a:rPr lang="en-US" sz="2000" b="1" dirty="0">
                <a:solidFill>
                  <a:srgbClr val="16302A"/>
                </a:solidFill>
                <a:latin typeface="Manrope"/>
                <a:cs typeface="Manrope"/>
              </a:rPr>
              <a:t>Framework = meal kit</a:t>
            </a:r>
            <a:endParaRPr lang="en-US" sz="2000"/>
          </a:p>
        </p:txBody>
      </p:sp>
      <p:sp>
        <p:nvSpPr>
          <p:cNvPr id="144" name="Kit box"/>
          <p:cNvSpPr/>
          <p:nvPr/>
        </p:nvSpPr>
        <p:spPr>
          <a:xfrm>
            <a:off x="777240" y="2377440"/>
            <a:ext cx="4206240" cy="2514600"/>
          </a:xfrm>
          <a:prstGeom prst="rect">
            <a:avLst/>
          </a:prstGeom>
          <a:solidFill>
            <a:srgbClr val="16302A"/>
          </a:solidFill>
          <a:ln w="19050">
            <a:solidFill>
              <a:srgbClr val="A9C022"/>
            </a:solidFill>
          </a:ln>
        </p:spPr>
        <p:txBody>
          <a:bodyPr wrap="square" lIns="73152" rIns="73152" tIns="0" bIns="0" anchor="ctr" rtlCol="0"/>
          <a:lstStyle/>
          <a:p>
            <a:pPr algn="l"/>
            <a:endParaRPr lang="en-US" sz="1600"/>
          </a:p>
        </p:txBody>
      </p:sp>
      <p:sp>
        <p:nvSpPr>
          <p:cNvPr id="145" name="Packet 0"/>
          <p:cNvSpPr/>
          <p:nvPr/>
        </p:nvSpPr>
        <p:spPr>
          <a:xfrm>
            <a:off x="1051560" y="2788920"/>
            <a:ext cx="1097280" cy="1691640"/>
          </a:xfrm>
          <a:prstGeom prst="roundRect">
            <a:avLst>
              <a:gd name="adj" fmla="val 18000"/>
            </a:avLst>
          </a:prstGeom>
          <a:solidFill>
            <a:srgbClr val="2A3A31"/>
          </a:solidFill>
          <a:ln w="9525">
            <a:solidFill>
              <a:srgbClr val="7FA88C"/>
            </a:solidFill>
          </a:ln>
        </p:spPr>
        <p:txBody>
          <a:bodyPr wrap="square" lIns="73152" rIns="73152" tIns="0" bIns="0" anchor="ctr" rtlCol="0"/>
          <a:lstStyle/>
          <a:p>
            <a:pPr algn="ctr"/>
            <a:r>
              <a:rPr lang="en-US" sz="4000" b="1" dirty="0">
                <a:solidFill>
                  <a:srgbClr val="C0DAB4"/>
                </a:solidFill>
                <a:latin typeface="Manrope"/>
                <a:cs typeface="Manrope"/>
              </a:rPr>
              <a:t>?</a:t>
            </a:r>
            <a:endParaRPr lang="en-US" sz="4000"/>
          </a:p>
        </p:txBody>
      </p:sp>
      <p:sp>
        <p:nvSpPr>
          <p:cNvPr id="146" name="Packet 1"/>
          <p:cNvSpPr/>
          <p:nvPr/>
        </p:nvSpPr>
        <p:spPr>
          <a:xfrm>
            <a:off x="2331720" y="2788920"/>
            <a:ext cx="1097280" cy="1691640"/>
          </a:xfrm>
          <a:prstGeom prst="roundRect">
            <a:avLst>
              <a:gd name="adj" fmla="val 18000"/>
            </a:avLst>
          </a:prstGeom>
          <a:solidFill>
            <a:srgbClr val="2A3A31"/>
          </a:solidFill>
          <a:ln w="9525">
            <a:solidFill>
              <a:srgbClr val="7FA88C"/>
            </a:solidFill>
          </a:ln>
        </p:spPr>
        <p:txBody>
          <a:bodyPr wrap="square" lIns="73152" rIns="73152" tIns="0" bIns="0" anchor="ctr" rtlCol="0"/>
          <a:lstStyle/>
          <a:p>
            <a:pPr algn="ctr"/>
            <a:r>
              <a:rPr lang="en-US" sz="4000" b="1" dirty="0">
                <a:solidFill>
                  <a:srgbClr val="C0DAB4"/>
                </a:solidFill>
                <a:latin typeface="Manrope"/>
                <a:cs typeface="Manrope"/>
              </a:rPr>
              <a:t>?</a:t>
            </a:r>
            <a:endParaRPr lang="en-US" sz="4000"/>
          </a:p>
        </p:txBody>
      </p:sp>
      <p:sp>
        <p:nvSpPr>
          <p:cNvPr id="147" name="Packet 2"/>
          <p:cNvSpPr/>
          <p:nvPr/>
        </p:nvSpPr>
        <p:spPr>
          <a:xfrm>
            <a:off x="3611880" y="2788920"/>
            <a:ext cx="1097280" cy="1691640"/>
          </a:xfrm>
          <a:prstGeom prst="roundRect">
            <a:avLst>
              <a:gd name="adj" fmla="val 18000"/>
            </a:avLst>
          </a:prstGeom>
          <a:solidFill>
            <a:srgbClr val="2A3A31"/>
          </a:solidFill>
          <a:ln w="9525">
            <a:solidFill>
              <a:srgbClr val="7FA88C"/>
            </a:solidFill>
          </a:ln>
        </p:spPr>
        <p:txBody>
          <a:bodyPr wrap="square" lIns="73152" rIns="73152" tIns="0" bIns="0" anchor="ctr" rtlCol="0"/>
          <a:lstStyle/>
          <a:p>
            <a:pPr algn="ctr"/>
            <a:r>
              <a:rPr lang="en-US" sz="4000" b="1" dirty="0">
                <a:solidFill>
                  <a:srgbClr val="C0DAB4"/>
                </a:solidFill>
                <a:latin typeface="Manrope"/>
                <a:cs typeface="Manrope"/>
              </a:rPr>
              <a:t>?</a:t>
            </a:r>
            <a:endParaRPr lang="en-US" sz="4000"/>
          </a:p>
        </p:txBody>
      </p:sp>
      <p:sp>
        <p:nvSpPr>
          <p:cNvPr id="148" name="Kit caption"/>
          <p:cNvSpPr/>
          <p:nvPr/>
        </p:nvSpPr>
        <p:spPr>
          <a:xfrm>
            <a:off x="777240" y="5120640"/>
            <a:ext cx="4206240" cy="914400"/>
          </a:xfrm>
          <a:prstGeom prst="rect">
            <a:avLst/>
          </a:prstGeom>
          <a:noFill/>
          <a:ln w="12700">
            <a:noFill/>
          </a:ln>
        </p:spPr>
        <p:txBody>
          <a:bodyPr wrap="square" lIns="0" rIns="0" tIns="0" bIns="0" anchor="t" rtlCol="0"/>
          <a:lstStyle/>
          <a:p>
            <a:pPr algn="l"/>
            <a:r>
              <a:rPr lang="en-US" sz="1800" b="1" dirty="0">
                <a:solidFill>
                  <a:srgbClr val="A9C022"/>
                </a:solidFill>
                <a:latin typeface="Manrope"/>
                <a:cs typeface="Manrope"/>
              </a:rPr>
              <a:t>Saves time, </a:t>
            </a:r>
            <a:r>
              <a:rPr lang="en-US" sz="1800" b="0" dirty="0">
                <a:solidFill>
                  <a:srgbClr val="FFFFFF"/>
                </a:solidFill>
                <a:latin typeface="Manrope"/>
                <a:cs typeface="Manrope"/>
              </a:rPr>
              <a:t>but you don't always see what's in each packet.</a:t>
            </a:r>
            <a:endParaRPr lang="en-US" sz="1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1D1D1D"/>
        </a:solidFill>
      </p:bgPr>
    </p:bg>
    <p:spTree>
      <p:nvGrpSpPr>
        <p:cNvPr id="1" name=""/>
        <p:cNvGrpSpPr/>
        <p:nvPr/>
      </p:nvGrpSpPr>
      <p:grpSpPr>
        <a:xfrm>
          <a:off x="0" y="0"/>
          <a:ext cx="0" cy="0"/>
          <a:chOff x="0" y="0"/>
          <a:chExt cx="0" cy="0"/>
        </a:xfrm>
      </p:grpSpPr>
      <p:sp>
        <p:nvSpPr>
          <p:cNvPr id="7" name="Shape 5"/>
          <p:cNvSpPr/>
          <p:nvPr/>
        </p:nvSpPr>
        <p:spPr>
          <a:xfrm>
            <a:off x="-581558" y="1528877"/>
            <a:ext cx="803758" cy="753809"/>
          </a:xfrm>
          <a:prstGeom prst="rect">
            <a:avLst/>
          </a:prstGeom>
          <a:solidFill>
            <a:srgbClr val="96C182">
              <a:alpha val="1031"/>
            </a:srgbClr>
          </a:solidFill>
          <a:ln/>
        </p:spPr>
      </p:sp>
      <p:sp>
        <p:nvSpPr>
          <p:cNvPr id="8" name="Shape 6"/>
          <p:cNvSpPr/>
          <p:nvPr/>
        </p:nvSpPr>
        <p:spPr>
          <a:xfrm>
            <a:off x="-581558" y="2273541"/>
            <a:ext cx="803758" cy="753809"/>
          </a:xfrm>
          <a:prstGeom prst="rect">
            <a:avLst/>
          </a:prstGeom>
          <a:solidFill>
            <a:srgbClr val="96C182">
              <a:alpha val="2063"/>
            </a:srgbClr>
          </a:solidFill>
          <a:ln/>
        </p:spPr>
      </p:sp>
      <p:sp>
        <p:nvSpPr>
          <p:cNvPr id="9" name="Shape 7"/>
          <p:cNvSpPr/>
          <p:nvPr/>
        </p:nvSpPr>
        <p:spPr>
          <a:xfrm>
            <a:off x="-581558" y="3018206"/>
            <a:ext cx="803758" cy="753809"/>
          </a:xfrm>
          <a:prstGeom prst="rect">
            <a:avLst/>
          </a:prstGeom>
          <a:solidFill>
            <a:srgbClr val="96C182">
              <a:alpha val="3094"/>
            </a:srgbClr>
          </a:solidFill>
          <a:ln/>
        </p:spPr>
      </p:sp>
      <p:sp>
        <p:nvSpPr>
          <p:cNvPr id="10" name="Shape 8"/>
          <p:cNvSpPr/>
          <p:nvPr/>
        </p:nvSpPr>
        <p:spPr>
          <a:xfrm>
            <a:off x="-581558" y="3762870"/>
            <a:ext cx="803758" cy="753809"/>
          </a:xfrm>
          <a:prstGeom prst="rect">
            <a:avLst/>
          </a:prstGeom>
          <a:solidFill>
            <a:srgbClr val="96C182">
              <a:alpha val="4125"/>
            </a:srgbClr>
          </a:solidFill>
          <a:ln/>
        </p:spPr>
      </p:sp>
      <p:sp>
        <p:nvSpPr>
          <p:cNvPr id="11" name="Shape 9"/>
          <p:cNvSpPr/>
          <p:nvPr/>
        </p:nvSpPr>
        <p:spPr>
          <a:xfrm>
            <a:off x="-581558" y="4507535"/>
            <a:ext cx="803758" cy="753809"/>
          </a:xfrm>
          <a:prstGeom prst="rect">
            <a:avLst/>
          </a:prstGeom>
          <a:solidFill>
            <a:srgbClr val="96C182">
              <a:alpha val="5156"/>
            </a:srgbClr>
          </a:solidFill>
          <a:ln/>
        </p:spPr>
      </p:sp>
      <p:sp>
        <p:nvSpPr>
          <p:cNvPr id="12" name="Shape 10"/>
          <p:cNvSpPr/>
          <p:nvPr/>
        </p:nvSpPr>
        <p:spPr>
          <a:xfrm>
            <a:off x="-581558" y="5252199"/>
            <a:ext cx="803758" cy="753809"/>
          </a:xfrm>
          <a:prstGeom prst="rect">
            <a:avLst/>
          </a:prstGeom>
          <a:solidFill>
            <a:srgbClr val="96C182">
              <a:alpha val="6188"/>
            </a:srgbClr>
          </a:solidFill>
          <a:ln/>
        </p:spPr>
      </p:sp>
      <p:sp>
        <p:nvSpPr>
          <p:cNvPr id="13" name="Shape 11"/>
          <p:cNvSpPr/>
          <p:nvPr/>
        </p:nvSpPr>
        <p:spPr>
          <a:xfrm>
            <a:off x="-581558" y="5996864"/>
            <a:ext cx="803758" cy="753809"/>
          </a:xfrm>
          <a:prstGeom prst="rect">
            <a:avLst/>
          </a:prstGeom>
          <a:solidFill>
            <a:srgbClr val="96C182">
              <a:alpha val="7219"/>
            </a:srgbClr>
          </a:solidFill>
          <a:ln/>
        </p:spPr>
      </p:sp>
      <p:sp>
        <p:nvSpPr>
          <p:cNvPr id="14" name="Shape 12"/>
          <p:cNvSpPr/>
          <p:nvPr/>
        </p:nvSpPr>
        <p:spPr>
          <a:xfrm>
            <a:off x="-581558" y="6741528"/>
            <a:ext cx="803758" cy="753809"/>
          </a:xfrm>
          <a:prstGeom prst="rect">
            <a:avLst/>
          </a:prstGeom>
          <a:solidFill>
            <a:srgbClr val="96C182">
              <a:alpha val="8250"/>
            </a:srgbClr>
          </a:solidFill>
          <a:ln/>
        </p:spPr>
      </p:sp>
      <p:sp>
        <p:nvSpPr>
          <p:cNvPr id="21" name="Shape 19"/>
          <p:cNvSpPr/>
          <p:nvPr/>
        </p:nvSpPr>
        <p:spPr>
          <a:xfrm>
            <a:off x="789127" y="6648831"/>
            <a:ext cx="803758" cy="427825"/>
          </a:xfrm>
          <a:prstGeom prst="rect">
            <a:avLst/>
          </a:prstGeom>
          <a:solidFill>
            <a:srgbClr val="96C182">
              <a:alpha val="2406"/>
            </a:srgbClr>
          </a:solidFill>
          <a:ln/>
        </p:spPr>
      </p:sp>
      <p:sp>
        <p:nvSpPr>
          <p:cNvPr id="22" name="Shape 20"/>
          <p:cNvSpPr/>
          <p:nvPr/>
        </p:nvSpPr>
        <p:spPr>
          <a:xfrm>
            <a:off x="789127" y="7067512"/>
            <a:ext cx="803758" cy="427825"/>
          </a:xfrm>
          <a:prstGeom prst="rect">
            <a:avLst/>
          </a:prstGeom>
          <a:solidFill>
            <a:srgbClr val="96C182">
              <a:alpha val="2750"/>
            </a:srgbClr>
          </a:solidFill>
          <a:ln/>
        </p:spPr>
      </p:sp>
      <p:sp>
        <p:nvSpPr>
          <p:cNvPr id="23" name="Shape 21"/>
          <p:cNvSpPr/>
          <p:nvPr/>
        </p:nvSpPr>
        <p:spPr>
          <a:xfrm>
            <a:off x="98755" y="2956255"/>
            <a:ext cx="803758" cy="572300"/>
          </a:xfrm>
          <a:prstGeom prst="rect">
            <a:avLst/>
          </a:prstGeom>
          <a:solidFill>
            <a:srgbClr val="96C182">
              <a:alpha val="688"/>
            </a:srgbClr>
          </a:solidFill>
          <a:ln/>
        </p:spPr>
      </p:sp>
      <p:sp>
        <p:nvSpPr>
          <p:cNvPr id="24" name="Shape 22"/>
          <p:cNvSpPr/>
          <p:nvPr/>
        </p:nvSpPr>
        <p:spPr>
          <a:xfrm>
            <a:off x="98755" y="3519411"/>
            <a:ext cx="803758" cy="572300"/>
          </a:xfrm>
          <a:prstGeom prst="rect">
            <a:avLst/>
          </a:prstGeom>
          <a:solidFill>
            <a:srgbClr val="96C182">
              <a:alpha val="1375"/>
            </a:srgbClr>
          </a:solidFill>
          <a:ln/>
        </p:spPr>
      </p:sp>
      <p:sp>
        <p:nvSpPr>
          <p:cNvPr id="25" name="Shape 23"/>
          <p:cNvSpPr/>
          <p:nvPr/>
        </p:nvSpPr>
        <p:spPr>
          <a:xfrm>
            <a:off x="98755" y="4082567"/>
            <a:ext cx="803758" cy="572300"/>
          </a:xfrm>
          <a:prstGeom prst="rect">
            <a:avLst/>
          </a:prstGeom>
          <a:solidFill>
            <a:srgbClr val="96C182">
              <a:alpha val="2063"/>
            </a:srgbClr>
          </a:solidFill>
          <a:ln/>
        </p:spPr>
      </p:sp>
      <p:sp>
        <p:nvSpPr>
          <p:cNvPr id="26" name="Shape 24"/>
          <p:cNvSpPr/>
          <p:nvPr/>
        </p:nvSpPr>
        <p:spPr>
          <a:xfrm>
            <a:off x="98755" y="4645724"/>
            <a:ext cx="803758" cy="572300"/>
          </a:xfrm>
          <a:prstGeom prst="rect">
            <a:avLst/>
          </a:prstGeom>
          <a:solidFill>
            <a:srgbClr val="96C182">
              <a:alpha val="2750"/>
            </a:srgbClr>
          </a:solidFill>
          <a:ln/>
        </p:spPr>
      </p:sp>
      <p:sp>
        <p:nvSpPr>
          <p:cNvPr id="27" name="Shape 25"/>
          <p:cNvSpPr/>
          <p:nvPr/>
        </p:nvSpPr>
        <p:spPr>
          <a:xfrm>
            <a:off x="98755" y="5208880"/>
            <a:ext cx="803758" cy="572300"/>
          </a:xfrm>
          <a:prstGeom prst="rect">
            <a:avLst/>
          </a:prstGeom>
          <a:solidFill>
            <a:srgbClr val="96C182">
              <a:alpha val="3438"/>
            </a:srgbClr>
          </a:solidFill>
          <a:ln/>
        </p:spPr>
      </p:sp>
      <p:sp>
        <p:nvSpPr>
          <p:cNvPr id="28" name="Shape 26"/>
          <p:cNvSpPr/>
          <p:nvPr/>
        </p:nvSpPr>
        <p:spPr>
          <a:xfrm>
            <a:off x="98755" y="5772036"/>
            <a:ext cx="803758" cy="572300"/>
          </a:xfrm>
          <a:prstGeom prst="rect">
            <a:avLst/>
          </a:prstGeom>
          <a:solidFill>
            <a:srgbClr val="96C182">
              <a:alpha val="4125"/>
            </a:srgbClr>
          </a:solidFill>
          <a:ln/>
        </p:spPr>
      </p:sp>
      <p:sp>
        <p:nvSpPr>
          <p:cNvPr id="29" name="Shape 27"/>
          <p:cNvSpPr/>
          <p:nvPr/>
        </p:nvSpPr>
        <p:spPr>
          <a:xfrm>
            <a:off x="98755" y="6335192"/>
            <a:ext cx="803758" cy="572300"/>
          </a:xfrm>
          <a:prstGeom prst="rect">
            <a:avLst/>
          </a:prstGeom>
          <a:solidFill>
            <a:srgbClr val="96C182">
              <a:alpha val="4813"/>
            </a:srgbClr>
          </a:solidFill>
          <a:ln/>
        </p:spPr>
      </p:sp>
      <p:sp>
        <p:nvSpPr>
          <p:cNvPr id="30" name="Shape 28"/>
          <p:cNvSpPr/>
          <p:nvPr/>
        </p:nvSpPr>
        <p:spPr>
          <a:xfrm>
            <a:off x="98755" y="6898348"/>
            <a:ext cx="803758" cy="572300"/>
          </a:xfrm>
          <a:prstGeom prst="rect">
            <a:avLst/>
          </a:prstGeom>
          <a:solidFill>
            <a:srgbClr val="96C182">
              <a:alpha val="5500"/>
            </a:srgbClr>
          </a:solidFill>
          <a:ln/>
        </p:spPr>
      </p:sp>
      <p:sp>
        <p:nvSpPr>
          <p:cNvPr id="31" name="Text 29"/>
          <p:cNvSpPr/>
          <p:nvPr/>
        </p:nvSpPr>
        <p:spPr>
          <a:xfrm>
            <a:off x="868680" y="731520"/>
            <a:ext cx="10515600" cy="1188720"/>
          </a:xfrm>
          <a:prstGeom prst="rect">
            <a:avLst/>
          </a:prstGeom>
          <a:noFill/>
          <a:ln/>
        </p:spPr>
        <p:txBody>
          <a:bodyPr wrap="square" rtlCol="0" anchor="t"/>
          <a:lstStyle/>
          <a:p>
            <a:pPr indent="0" marL="0">
              <a:lnSpc>
                <a:spcPct val="90000"/>
              </a:lnSpc>
              <a:buNone/>
            </a:pPr>
            <a:r>
              <a:rPr lang="en-US" sz="3400" spc="-150" kern="0" dirty="0">
                <a:solidFill>
                  <a:srgbClr val="FFFFFF"/>
                </a:solidFill>
                <a:latin typeface="Manrope" pitchFamily="34" charset="0"/>
                <a:ea typeface="Manrope" pitchFamily="34" charset="-122"/>
                <a:cs typeface="Manrope" pitchFamily="34" charset="-120"/>
              </a:rPr>
              <a:t>Stage 9: </a:t>
            </a:r>
            <a:r>
              <a:rPr lang="en-US" sz="3400" spc="-150" kern="0" dirty="0">
                <a:solidFill>
                  <a:srgbClr val="D5E6CD"/>
                </a:solidFill>
                <a:latin typeface="Manrope" pitchFamily="34" charset="0"/>
                <a:ea typeface="Manrope" pitchFamily="34" charset="-122"/>
                <a:cs typeface="Manrope" pitchFamily="34" charset="-120"/>
              </a:rPr>
              <a:t>test carefully, and don't trust AI judges blindly</a:t>
            </a:r>
          </a:p>
        </p:txBody>
      </p:sp>
      <p:sp>
        <p:nvSpPr>
          <p:cNvPr id="313" name="Shape 311"/>
          <p:cNvSpPr/>
          <p:nvPr/>
        </p:nvSpPr>
        <p:spPr>
          <a:xfrm>
            <a:off x="11835994" y="1750162"/>
            <a:ext cx="803758" cy="657454"/>
          </a:xfrm>
          <a:prstGeom prst="rect">
            <a:avLst/>
          </a:prstGeom>
          <a:solidFill>
            <a:srgbClr val="FFFFFF">
              <a:alpha val="688"/>
            </a:srgbClr>
          </a:solidFill>
          <a:ln/>
        </p:spPr>
      </p:sp>
      <p:sp>
        <p:nvSpPr>
          <p:cNvPr id="314" name="Shape 312"/>
          <p:cNvSpPr/>
          <p:nvPr/>
        </p:nvSpPr>
        <p:spPr>
          <a:xfrm>
            <a:off x="11835994" y="2398471"/>
            <a:ext cx="803758" cy="657454"/>
          </a:xfrm>
          <a:prstGeom prst="rect">
            <a:avLst/>
          </a:prstGeom>
          <a:solidFill>
            <a:srgbClr val="FFFFFF">
              <a:alpha val="1375"/>
            </a:srgbClr>
          </a:solidFill>
          <a:ln/>
        </p:spPr>
      </p:sp>
      <p:sp>
        <p:nvSpPr>
          <p:cNvPr id="315" name="Shape 313"/>
          <p:cNvSpPr/>
          <p:nvPr/>
        </p:nvSpPr>
        <p:spPr>
          <a:xfrm>
            <a:off x="11835994" y="3046781"/>
            <a:ext cx="803758" cy="657454"/>
          </a:xfrm>
          <a:prstGeom prst="rect">
            <a:avLst/>
          </a:prstGeom>
          <a:solidFill>
            <a:srgbClr val="FFFFFF">
              <a:alpha val="2063"/>
            </a:srgbClr>
          </a:solidFill>
          <a:ln/>
        </p:spPr>
      </p:sp>
      <p:sp>
        <p:nvSpPr>
          <p:cNvPr id="316" name="Shape 314"/>
          <p:cNvSpPr/>
          <p:nvPr/>
        </p:nvSpPr>
        <p:spPr>
          <a:xfrm>
            <a:off x="11835994" y="3695090"/>
            <a:ext cx="803758" cy="657454"/>
          </a:xfrm>
          <a:prstGeom prst="rect">
            <a:avLst/>
          </a:prstGeom>
          <a:solidFill>
            <a:srgbClr val="FFFFFF">
              <a:alpha val="2750"/>
            </a:srgbClr>
          </a:solidFill>
          <a:ln/>
        </p:spPr>
      </p:sp>
      <p:sp>
        <p:nvSpPr>
          <p:cNvPr id="317" name="Shape 315"/>
          <p:cNvSpPr/>
          <p:nvPr/>
        </p:nvSpPr>
        <p:spPr>
          <a:xfrm>
            <a:off x="11835994" y="4343400"/>
            <a:ext cx="803758" cy="657454"/>
          </a:xfrm>
          <a:prstGeom prst="rect">
            <a:avLst/>
          </a:prstGeom>
          <a:solidFill>
            <a:srgbClr val="FFFFFF">
              <a:alpha val="3438"/>
            </a:srgbClr>
          </a:solidFill>
          <a:ln/>
        </p:spPr>
      </p:sp>
      <p:sp>
        <p:nvSpPr>
          <p:cNvPr id="318" name="Shape 316"/>
          <p:cNvSpPr/>
          <p:nvPr/>
        </p:nvSpPr>
        <p:spPr>
          <a:xfrm>
            <a:off x="11835994" y="4991710"/>
            <a:ext cx="803758" cy="657454"/>
          </a:xfrm>
          <a:prstGeom prst="rect">
            <a:avLst/>
          </a:prstGeom>
          <a:solidFill>
            <a:srgbClr val="FFFFFF">
              <a:alpha val="4125"/>
            </a:srgbClr>
          </a:solidFill>
          <a:ln/>
        </p:spPr>
      </p:sp>
      <p:sp>
        <p:nvSpPr>
          <p:cNvPr id="319" name="Shape 317"/>
          <p:cNvSpPr/>
          <p:nvPr/>
        </p:nvSpPr>
        <p:spPr>
          <a:xfrm>
            <a:off x="11835994" y="5640019"/>
            <a:ext cx="803758" cy="657454"/>
          </a:xfrm>
          <a:prstGeom prst="rect">
            <a:avLst/>
          </a:prstGeom>
          <a:solidFill>
            <a:srgbClr val="FFFFFF">
              <a:alpha val="4813"/>
            </a:srgbClr>
          </a:solidFill>
          <a:ln/>
        </p:spPr>
      </p:sp>
      <p:sp>
        <p:nvSpPr>
          <p:cNvPr id="320" name="Shape 318"/>
          <p:cNvSpPr/>
          <p:nvPr/>
        </p:nvSpPr>
        <p:spPr>
          <a:xfrm>
            <a:off x="11835994" y="6288329"/>
            <a:ext cx="803758" cy="657454"/>
          </a:xfrm>
          <a:prstGeom prst="rect">
            <a:avLst/>
          </a:prstGeom>
          <a:solidFill>
            <a:srgbClr val="FFFFFF">
              <a:alpha val="5500"/>
            </a:srgbClr>
          </a:solidFill>
          <a:ln/>
        </p:spPr>
      </p:sp>
      <p:sp>
        <p:nvSpPr>
          <p:cNvPr id="328" name="Shape 326"/>
          <p:cNvSpPr/>
          <p:nvPr/>
        </p:nvSpPr>
        <p:spPr>
          <a:xfrm>
            <a:off x="10465308" y="6613512"/>
            <a:ext cx="803758" cy="331356"/>
          </a:xfrm>
          <a:prstGeom prst="rect">
            <a:avLst/>
          </a:prstGeom>
          <a:solidFill>
            <a:srgbClr val="FFFFFF">
              <a:alpha val="1100"/>
            </a:srgbClr>
          </a:solidFill>
          <a:ln/>
        </p:spPr>
      </p:sp>
      <p:sp>
        <p:nvSpPr>
          <p:cNvPr id="336" name="Shape 334"/>
          <p:cNvSpPr/>
          <p:nvPr/>
        </p:nvSpPr>
        <p:spPr>
          <a:xfrm>
            <a:off x="11155680" y="6488354"/>
            <a:ext cx="803758" cy="482117"/>
          </a:xfrm>
          <a:prstGeom prst="rect">
            <a:avLst/>
          </a:prstGeom>
          <a:solidFill>
            <a:srgbClr val="FFFFFF">
              <a:alpha val="2750"/>
            </a:srgbClr>
          </a:solidFill>
          <a:ln/>
        </p:spPr>
      </p:sp>
      <p:sp>
        <p:nvSpPr>
          <p:cNvPr id="338" name="Intro"/>
          <p:cNvSpPr/>
          <p:nvPr/>
        </p:nvSpPr>
        <p:spPr>
          <a:xfrm>
            <a:off x="868680" y="2011680"/>
            <a:ext cx="10515600" cy="685800"/>
          </a:xfrm>
          <a:prstGeom prst="rect">
            <a:avLst/>
          </a:prstGeom>
          <a:noFill/>
          <a:ln w="12700">
            <a:noFill/>
          </a:ln>
        </p:spPr>
        <p:txBody>
          <a:bodyPr wrap="square" lIns="0" rIns="0" tIns="0" bIns="0" anchor="t" rtlCol="0"/>
          <a:lstStyle/>
          <a:p>
            <a:pPr algn="l"/>
            <a:r>
              <a:rPr lang="en-US" sz="1800" b="1" dirty="0">
                <a:solidFill>
                  <a:srgbClr val="A9C022"/>
                </a:solidFill>
                <a:latin typeface="Manrope"/>
                <a:cs typeface="Manrope"/>
              </a:rPr>
              <a:t>A cautionary tale: ChemCrow, </a:t>
            </a:r>
            <a:r>
              <a:rPr lang="en-US" sz="1800" b="0" dirty="0">
                <a:solidFill>
                  <a:srgbClr val="FFFFFF"/>
                </a:solidFill>
                <a:latin typeface="Manrope"/>
                <a:cs typeface="Manrope"/>
              </a:rPr>
              <a:t>an LLM given 13 expert-designed tools for chemistry work, was compared with GPT-4.</a:t>
            </a:r>
            <a:endParaRPr lang="en-US" sz="1800"/>
          </a:p>
        </p:txBody>
      </p:sp>
      <p:sp>
        <p:nvSpPr>
          <p:cNvPr id="339" name="Judge 0"/>
          <p:cNvSpPr/>
          <p:nvPr/>
        </p:nvSpPr>
        <p:spPr>
          <a:xfrm>
            <a:off x="868680" y="2834640"/>
            <a:ext cx="5074920" cy="1920240"/>
          </a:xfrm>
          <a:prstGeom prst="roundRect">
            <a:avLst>
              <a:gd name="adj" fmla="val 18000"/>
            </a:avLst>
          </a:prstGeom>
          <a:solidFill>
            <a:srgbClr val="2A3A31"/>
          </a:solidFill>
          <a:ln w="15875">
            <a:solidFill>
              <a:srgbClr val="5C6E5E"/>
            </a:solidFill>
          </a:ln>
        </p:spPr>
        <p:txBody>
          <a:bodyPr wrap="square" lIns="73152" rIns="73152" tIns="0" bIns="0" anchor="ctr" rtlCol="0"/>
          <a:lstStyle/>
          <a:p>
            <a:pPr algn="l"/>
            <a:endParaRPr lang="en-US" sz="1600"/>
          </a:p>
        </p:txBody>
      </p:sp>
      <p:sp>
        <p:nvSpPr>
          <p:cNvPr id="340" name="Judge head 0"/>
          <p:cNvSpPr/>
          <p:nvPr/>
        </p:nvSpPr>
        <p:spPr>
          <a:xfrm>
            <a:off x="1188720" y="3017520"/>
            <a:ext cx="4434840" cy="457200"/>
          </a:xfrm>
          <a:prstGeom prst="rect">
            <a:avLst/>
          </a:prstGeom>
          <a:noFill/>
          <a:ln w="12700">
            <a:noFill/>
          </a:ln>
        </p:spPr>
        <p:txBody>
          <a:bodyPr wrap="square" lIns="0" rIns="0" tIns="0" bIns="0" anchor="ctr" rtlCol="0"/>
          <a:lstStyle/>
          <a:p>
            <a:pPr algn="l"/>
            <a:r>
              <a:rPr lang="en-US" sz="1800" b="0" dirty="0">
                <a:solidFill>
                  <a:srgbClr val="C0DAB4"/>
                </a:solidFill>
                <a:latin typeface="Manrope"/>
                <a:cs typeface="Manrope"/>
              </a:rPr>
              <a:t>When AI judges graded both</a:t>
            </a:r>
            <a:endParaRPr lang="en-US" sz="1800"/>
          </a:p>
        </p:txBody>
      </p:sp>
      <p:sp>
        <p:nvSpPr>
          <p:cNvPr id="341" name="Judge big 0"/>
          <p:cNvSpPr/>
          <p:nvPr/>
        </p:nvSpPr>
        <p:spPr>
          <a:xfrm>
            <a:off x="1188720" y="3566160"/>
            <a:ext cx="4434840" cy="914400"/>
          </a:xfrm>
          <a:prstGeom prst="rect">
            <a:avLst/>
          </a:prstGeom>
          <a:noFill/>
          <a:ln w="12700">
            <a:noFill/>
          </a:ln>
        </p:spPr>
        <p:txBody>
          <a:bodyPr wrap="square" lIns="0" rIns="0" tIns="0" bIns="0" anchor="ctr" rtlCol="0"/>
          <a:lstStyle/>
          <a:p>
            <a:pPr algn="l"/>
            <a:r>
              <a:rPr lang="en-US" sz="3200" b="1" dirty="0">
                <a:solidFill>
                  <a:srgbClr val="FFFFFF"/>
                </a:solidFill>
                <a:latin typeface="Manrope"/>
                <a:cs typeface="Manrope"/>
              </a:rPr>
              <a:t>“About the same”</a:t>
            </a:r>
            <a:endParaRPr lang="en-US" sz="3200"/>
          </a:p>
        </p:txBody>
      </p:sp>
      <p:sp>
        <p:nvSpPr>
          <p:cNvPr id="342" name="Judge 1"/>
          <p:cNvSpPr/>
          <p:nvPr/>
        </p:nvSpPr>
        <p:spPr>
          <a:xfrm>
            <a:off x="6309360" y="2834640"/>
            <a:ext cx="5074920" cy="1920240"/>
          </a:xfrm>
          <a:prstGeom prst="roundRect">
            <a:avLst>
              <a:gd name="adj" fmla="val 18000"/>
            </a:avLst>
          </a:prstGeom>
          <a:solidFill>
            <a:srgbClr val="34452A"/>
          </a:solidFill>
          <a:ln w="15875">
            <a:solidFill>
              <a:srgbClr val="A9C022"/>
            </a:solidFill>
          </a:ln>
        </p:spPr>
        <p:txBody>
          <a:bodyPr wrap="square" lIns="73152" rIns="73152" tIns="0" bIns="0" anchor="ctr" rtlCol="0"/>
          <a:lstStyle/>
          <a:p>
            <a:pPr algn="l"/>
            <a:endParaRPr lang="en-US" sz="1600"/>
          </a:p>
        </p:txBody>
      </p:sp>
      <p:sp>
        <p:nvSpPr>
          <p:cNvPr id="343" name="Judge head 1"/>
          <p:cNvSpPr/>
          <p:nvPr/>
        </p:nvSpPr>
        <p:spPr>
          <a:xfrm>
            <a:off x="6629400" y="3017520"/>
            <a:ext cx="4434840" cy="457200"/>
          </a:xfrm>
          <a:prstGeom prst="rect">
            <a:avLst/>
          </a:prstGeom>
          <a:noFill/>
          <a:ln w="12700">
            <a:noFill/>
          </a:ln>
        </p:spPr>
        <p:txBody>
          <a:bodyPr wrap="square" lIns="0" rIns="0" tIns="0" bIns="0" anchor="ctr" rtlCol="0"/>
          <a:lstStyle/>
          <a:p>
            <a:pPr algn="l"/>
            <a:r>
              <a:rPr lang="en-US" sz="1800" b="0" dirty="0">
                <a:solidFill>
                  <a:srgbClr val="C0DAB4"/>
                </a:solidFill>
                <a:latin typeface="Manrope"/>
                <a:cs typeface="Manrope"/>
              </a:rPr>
              <a:t>When human experts graded them</a:t>
            </a:r>
            <a:endParaRPr lang="en-US" sz="1800"/>
          </a:p>
        </p:txBody>
      </p:sp>
      <p:sp>
        <p:nvSpPr>
          <p:cNvPr id="344" name="Judge big 1"/>
          <p:cNvSpPr/>
          <p:nvPr/>
        </p:nvSpPr>
        <p:spPr>
          <a:xfrm>
            <a:off x="6629400" y="3566160"/>
            <a:ext cx="4434840" cy="914400"/>
          </a:xfrm>
          <a:prstGeom prst="rect">
            <a:avLst/>
          </a:prstGeom>
          <a:noFill/>
          <a:ln w="12700">
            <a:noFill/>
          </a:ln>
        </p:spPr>
        <p:txBody>
          <a:bodyPr wrap="square" lIns="0" rIns="0" tIns="0" bIns="0" anchor="ctr" rtlCol="0"/>
          <a:lstStyle/>
          <a:p>
            <a:pPr algn="l"/>
            <a:r>
              <a:rPr lang="en-US" sz="3200" b="1" dirty="0">
                <a:solidFill>
                  <a:srgbClr val="A9C022"/>
                </a:solidFill>
                <a:latin typeface="Manrope"/>
                <a:cs typeface="Manrope"/>
              </a:rPr>
              <a:t>ChemCrow did far better</a:t>
            </a:r>
            <a:endParaRPr lang="en-US" sz="3200"/>
          </a:p>
        </p:txBody>
      </p:sp>
      <p:sp>
        <p:nvSpPr>
          <p:cNvPr id="345" name="vs"/>
          <p:cNvSpPr/>
          <p:nvPr/>
        </p:nvSpPr>
        <p:spPr>
          <a:xfrm>
            <a:off x="5760720" y="3474720"/>
            <a:ext cx="640080" cy="640080"/>
          </a:xfrm>
          <a:prstGeom prst="ellipse">
            <a:avLst/>
          </a:prstGeom>
          <a:solidFill>
            <a:srgbClr val="16302A"/>
          </a:solidFill>
          <a:ln w="15875">
            <a:solidFill>
              <a:srgbClr val="A9C022"/>
            </a:solidFill>
          </a:ln>
        </p:spPr>
        <p:txBody>
          <a:bodyPr wrap="square" lIns="0" rIns="0" tIns="0" bIns="0" anchor="ctr" rtlCol="0"/>
          <a:lstStyle/>
          <a:p>
            <a:pPr algn="ctr"/>
            <a:r>
              <a:rPr lang="en-US" sz="1600" b="1" dirty="0">
                <a:solidFill>
                  <a:srgbClr val="A9C022"/>
                </a:solidFill>
                <a:latin typeface="Manrope"/>
                <a:cs typeface="Manrope"/>
              </a:rPr>
              <a:t>vs</a:t>
            </a:r>
            <a:endParaRPr lang="en-US" sz="1600"/>
          </a:p>
        </p:txBody>
      </p:sp>
      <p:sp>
        <p:nvSpPr>
          <p:cNvPr id="346" name="Lesson"/>
          <p:cNvSpPr/>
          <p:nvPr/>
        </p:nvSpPr>
        <p:spPr>
          <a:xfrm>
            <a:off x="868680" y="4983480"/>
            <a:ext cx="10515600" cy="822960"/>
          </a:xfrm>
          <a:prstGeom prst="rect">
            <a:avLst/>
          </a:prstGeom>
          <a:noFill/>
          <a:ln w="12700">
            <a:noFill/>
          </a:ln>
        </p:spPr>
        <p:txBody>
          <a:bodyPr wrap="square" lIns="0" rIns="0" tIns="0" bIns="0" anchor="t" rtlCol="0"/>
          <a:lstStyle/>
          <a:p>
            <a:pPr algn="l"/>
            <a:r>
              <a:rPr lang="en-US" sz="1800" b="1" dirty="0">
                <a:solidFill>
                  <a:srgbClr val="A9C022"/>
                </a:solidFill>
                <a:latin typeface="Manrope"/>
                <a:cs typeface="Manrope"/>
              </a:rPr>
              <a:t>Analogy: </a:t>
            </a:r>
            <a:r>
              <a:rPr lang="en-US" sz="1800" b="0" dirty="0">
                <a:solidFill>
                  <a:srgbClr val="FFFFFF"/>
                </a:solidFill>
                <a:latin typeface="Manrope"/>
                <a:cs typeface="Manrope"/>
              </a:rPr>
              <a:t>a non-expert judging a cooking contest. Professional chefs might rank the dishes very differently.</a:t>
            </a:r>
            <a:endParaRPr lang="en-US" sz="1800"/>
          </a:p>
        </p:txBody>
      </p:sp>
      <p:sp>
        <p:nvSpPr>
          <p:cNvPr id="347" name="Time"/>
          <p:cNvSpPr/>
          <p:nvPr/>
        </p:nvSpPr>
        <p:spPr>
          <a:xfrm>
            <a:off x="868680" y="5897880"/>
            <a:ext cx="10515600" cy="548640"/>
          </a:xfrm>
          <a:prstGeom prst="rect">
            <a:avLst/>
          </a:prstGeom>
          <a:noFill/>
          <a:ln w="12700">
            <a:noFill/>
          </a:ln>
        </p:spPr>
        <p:txBody>
          <a:bodyPr wrap="square" lIns="0" rIns="0" tIns="0" bIns="0" anchor="t" rtlCol="0"/>
          <a:lstStyle/>
          <a:p>
            <a:pPr algn="l"/>
            <a:r>
              <a:rPr lang="en-US" sz="1600" b="0" dirty="0">
                <a:solidFill>
                  <a:srgbClr val="D0CFCF"/>
                </a:solidFill>
                <a:latin typeface="Manrope"/>
                <a:cs typeface="Manrope"/>
              </a:rPr>
              <a:t>Anthropic recommends “extensive testing in sandboxed environments.”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4441"/>
          </a:solidFill>
          <a:ln/>
        </p:spPr>
      </p:sp>
      <p:sp>
        <p:nvSpPr>
          <p:cNvPr id="3" name="Shape 1"/>
          <p:cNvSpPr/>
          <p:nvPr/>
        </p:nvSpPr>
        <p:spPr>
          <a:xfrm>
            <a:off x="-10058400" y="-21488400"/>
            <a:ext cx="43525440" cy="43525440"/>
          </a:xfrm>
          <a:prstGeom prst="ellipse">
            <a:avLst/>
          </a:prstGeom>
          <a:solidFill>
            <a:srgbClr val="4B6041">
              <a:alpha val="5333"/>
            </a:srgbClr>
          </a:solidFill>
          <a:ln/>
        </p:spPr>
      </p:sp>
      <p:sp>
        <p:nvSpPr>
          <p:cNvPr id="4" name="Shape 2"/>
          <p:cNvSpPr/>
          <p:nvPr/>
        </p:nvSpPr>
        <p:spPr>
          <a:xfrm>
            <a:off x="-8046720" y="-19476720"/>
            <a:ext cx="39502080" cy="39502080"/>
          </a:xfrm>
          <a:prstGeom prst="ellipse">
            <a:avLst/>
          </a:prstGeom>
          <a:solidFill>
            <a:srgbClr val="4B6041">
              <a:alpha val="6000"/>
            </a:srgbClr>
          </a:solidFill>
          <a:ln/>
        </p:spPr>
      </p:sp>
      <p:sp>
        <p:nvSpPr>
          <p:cNvPr id="5" name="Shape 3"/>
          <p:cNvSpPr/>
          <p:nvPr/>
        </p:nvSpPr>
        <p:spPr>
          <a:xfrm>
            <a:off x="-6035040" y="-17465040"/>
            <a:ext cx="35478720" cy="35478720"/>
          </a:xfrm>
          <a:prstGeom prst="ellipse">
            <a:avLst/>
          </a:prstGeom>
          <a:solidFill>
            <a:srgbClr val="4B6041">
              <a:alpha val="6857"/>
            </a:srgbClr>
          </a:solidFill>
          <a:ln/>
        </p:spPr>
      </p:sp>
      <p:sp>
        <p:nvSpPr>
          <p:cNvPr id="6" name="Shape 4"/>
          <p:cNvSpPr/>
          <p:nvPr/>
        </p:nvSpPr>
        <p:spPr>
          <a:xfrm>
            <a:off x="-4023360" y="-15453360"/>
            <a:ext cx="31455360" cy="31455360"/>
          </a:xfrm>
          <a:prstGeom prst="ellipse">
            <a:avLst/>
          </a:prstGeom>
          <a:solidFill>
            <a:srgbClr val="4B6041">
              <a:alpha val="8000"/>
            </a:srgbClr>
          </a:solidFill>
          <a:ln/>
        </p:spPr>
      </p:sp>
      <p:sp>
        <p:nvSpPr>
          <p:cNvPr id="7" name="Shape 5"/>
          <p:cNvSpPr/>
          <p:nvPr/>
        </p:nvSpPr>
        <p:spPr>
          <a:xfrm>
            <a:off x="-2011680" y="-13441680"/>
            <a:ext cx="27432000" cy="27432000"/>
          </a:xfrm>
          <a:prstGeom prst="ellipse">
            <a:avLst/>
          </a:prstGeom>
          <a:solidFill>
            <a:srgbClr val="4B6041">
              <a:alpha val="9600"/>
            </a:srgbClr>
          </a:solidFill>
          <a:ln/>
        </p:spPr>
      </p:sp>
      <p:sp>
        <p:nvSpPr>
          <p:cNvPr id="8" name="Shape 6"/>
          <p:cNvSpPr/>
          <p:nvPr/>
        </p:nvSpPr>
        <p:spPr>
          <a:xfrm>
            <a:off x="0" y="-11430000"/>
            <a:ext cx="23408640" cy="23408640"/>
          </a:xfrm>
          <a:prstGeom prst="ellipse">
            <a:avLst/>
          </a:prstGeom>
          <a:solidFill>
            <a:srgbClr val="4B6041">
              <a:alpha val="12000"/>
            </a:srgbClr>
          </a:solidFill>
          <a:ln/>
        </p:spPr>
      </p:sp>
      <p:sp>
        <p:nvSpPr>
          <p:cNvPr id="9" name="Shape 7"/>
          <p:cNvSpPr/>
          <p:nvPr/>
        </p:nvSpPr>
        <p:spPr>
          <a:xfrm>
            <a:off x="2011680" y="-9418320"/>
            <a:ext cx="19385280" cy="19385280"/>
          </a:xfrm>
          <a:prstGeom prst="ellipse">
            <a:avLst/>
          </a:prstGeom>
          <a:solidFill>
            <a:srgbClr val="4B6041">
              <a:alpha val="16000"/>
            </a:srgbClr>
          </a:solidFill>
          <a:ln/>
        </p:spPr>
      </p:sp>
      <p:sp>
        <p:nvSpPr>
          <p:cNvPr id="10" name="Shape 8"/>
          <p:cNvSpPr/>
          <p:nvPr/>
        </p:nvSpPr>
        <p:spPr>
          <a:xfrm>
            <a:off x="4023360" y="-7406640"/>
            <a:ext cx="15361920" cy="15361920"/>
          </a:xfrm>
          <a:prstGeom prst="ellipse">
            <a:avLst/>
          </a:prstGeom>
          <a:solidFill>
            <a:srgbClr val="4B6041">
              <a:alpha val="24000"/>
            </a:srgbClr>
          </a:solidFill>
          <a:ln/>
        </p:spPr>
      </p:sp>
      <p:sp>
        <p:nvSpPr>
          <p:cNvPr id="11" name="Shape 9"/>
          <p:cNvSpPr/>
          <p:nvPr/>
        </p:nvSpPr>
        <p:spPr>
          <a:xfrm>
            <a:off x="6035040" y="-5394960"/>
            <a:ext cx="11338560" cy="11338560"/>
          </a:xfrm>
          <a:prstGeom prst="ellipse">
            <a:avLst/>
          </a:prstGeom>
          <a:solidFill>
            <a:srgbClr val="4B6041">
              <a:alpha val="48000"/>
            </a:srgbClr>
          </a:solidFill>
          <a:ln/>
        </p:spPr>
      </p:sp>
      <p:sp>
        <p:nvSpPr>
          <p:cNvPr id="17" name="Shape 15"/>
          <p:cNvSpPr/>
          <p:nvPr/>
        </p:nvSpPr>
        <p:spPr>
          <a:xfrm>
            <a:off x="7651699" y="1720901"/>
            <a:ext cx="803758" cy="849706"/>
          </a:xfrm>
          <a:prstGeom prst="rect">
            <a:avLst/>
          </a:prstGeom>
          <a:solidFill>
            <a:srgbClr val="FFFFFF">
              <a:alpha val="688"/>
            </a:srgbClr>
          </a:solidFill>
          <a:ln/>
        </p:spPr>
      </p:sp>
      <p:sp>
        <p:nvSpPr>
          <p:cNvPr id="18" name="Shape 16"/>
          <p:cNvSpPr/>
          <p:nvPr/>
        </p:nvSpPr>
        <p:spPr>
          <a:xfrm>
            <a:off x="7651699" y="2561463"/>
            <a:ext cx="803758" cy="849706"/>
          </a:xfrm>
          <a:prstGeom prst="rect">
            <a:avLst/>
          </a:prstGeom>
          <a:solidFill>
            <a:srgbClr val="FFFFFF">
              <a:alpha val="1375"/>
            </a:srgbClr>
          </a:solidFill>
          <a:ln/>
        </p:spPr>
      </p:sp>
      <p:sp>
        <p:nvSpPr>
          <p:cNvPr id="19" name="Shape 17"/>
          <p:cNvSpPr/>
          <p:nvPr/>
        </p:nvSpPr>
        <p:spPr>
          <a:xfrm>
            <a:off x="7651699" y="3402025"/>
            <a:ext cx="803758" cy="849706"/>
          </a:xfrm>
          <a:prstGeom prst="rect">
            <a:avLst/>
          </a:prstGeom>
          <a:solidFill>
            <a:srgbClr val="FFFFFF">
              <a:alpha val="2063"/>
            </a:srgbClr>
          </a:solidFill>
          <a:ln/>
        </p:spPr>
      </p:sp>
      <p:sp>
        <p:nvSpPr>
          <p:cNvPr id="20" name="Shape 18"/>
          <p:cNvSpPr/>
          <p:nvPr/>
        </p:nvSpPr>
        <p:spPr>
          <a:xfrm>
            <a:off x="7651699" y="4242587"/>
            <a:ext cx="803758" cy="849706"/>
          </a:xfrm>
          <a:prstGeom prst="rect">
            <a:avLst/>
          </a:prstGeom>
          <a:solidFill>
            <a:srgbClr val="FFFFFF">
              <a:alpha val="2750"/>
            </a:srgbClr>
          </a:solidFill>
          <a:ln/>
        </p:spPr>
      </p:sp>
      <p:sp>
        <p:nvSpPr>
          <p:cNvPr id="21" name="Shape 19"/>
          <p:cNvSpPr/>
          <p:nvPr/>
        </p:nvSpPr>
        <p:spPr>
          <a:xfrm>
            <a:off x="7651699" y="5083150"/>
            <a:ext cx="803758" cy="849706"/>
          </a:xfrm>
          <a:prstGeom prst="rect">
            <a:avLst/>
          </a:prstGeom>
          <a:solidFill>
            <a:srgbClr val="FFFFFF">
              <a:alpha val="3438"/>
            </a:srgbClr>
          </a:solidFill>
          <a:ln/>
        </p:spPr>
      </p:sp>
      <p:sp>
        <p:nvSpPr>
          <p:cNvPr id="22" name="Shape 20"/>
          <p:cNvSpPr/>
          <p:nvPr/>
        </p:nvSpPr>
        <p:spPr>
          <a:xfrm>
            <a:off x="7651699" y="5923712"/>
            <a:ext cx="803758" cy="849706"/>
          </a:xfrm>
          <a:prstGeom prst="rect">
            <a:avLst/>
          </a:prstGeom>
          <a:solidFill>
            <a:srgbClr val="FFFFFF">
              <a:alpha val="4125"/>
            </a:srgbClr>
          </a:solidFill>
          <a:ln/>
        </p:spPr>
      </p:sp>
      <p:sp>
        <p:nvSpPr>
          <p:cNvPr id="23" name="Shape 21"/>
          <p:cNvSpPr/>
          <p:nvPr/>
        </p:nvSpPr>
        <p:spPr>
          <a:xfrm>
            <a:off x="7651699" y="6764274"/>
            <a:ext cx="803758" cy="849706"/>
          </a:xfrm>
          <a:prstGeom prst="rect">
            <a:avLst/>
          </a:prstGeom>
          <a:solidFill>
            <a:srgbClr val="FFFFFF">
              <a:alpha val="4813"/>
            </a:srgbClr>
          </a:solidFill>
          <a:ln/>
        </p:spPr>
      </p:sp>
      <p:sp>
        <p:nvSpPr>
          <p:cNvPr id="24" name="Shape 22"/>
          <p:cNvSpPr/>
          <p:nvPr/>
        </p:nvSpPr>
        <p:spPr>
          <a:xfrm>
            <a:off x="7651699" y="7604836"/>
            <a:ext cx="803758" cy="849706"/>
          </a:xfrm>
          <a:prstGeom prst="rect">
            <a:avLst/>
          </a:prstGeom>
          <a:solidFill>
            <a:srgbClr val="FFFFFF">
              <a:alpha val="5500"/>
            </a:srgbClr>
          </a:solidFill>
          <a:ln/>
        </p:spPr>
      </p:sp>
      <p:sp>
        <p:nvSpPr>
          <p:cNvPr id="25" name="Shape 23"/>
          <p:cNvSpPr/>
          <p:nvPr/>
        </p:nvSpPr>
        <p:spPr>
          <a:xfrm>
            <a:off x="6281928" y="4329684"/>
            <a:ext cx="803758" cy="523723"/>
          </a:xfrm>
          <a:prstGeom prst="rect">
            <a:avLst/>
          </a:prstGeom>
          <a:solidFill>
            <a:srgbClr val="FFFFFF">
              <a:alpha val="138"/>
            </a:srgbClr>
          </a:solidFill>
          <a:ln/>
        </p:spPr>
      </p:sp>
      <p:sp>
        <p:nvSpPr>
          <p:cNvPr id="26" name="Shape 24"/>
          <p:cNvSpPr/>
          <p:nvPr/>
        </p:nvSpPr>
        <p:spPr>
          <a:xfrm>
            <a:off x="6281928" y="4844263"/>
            <a:ext cx="803758" cy="523723"/>
          </a:xfrm>
          <a:prstGeom prst="rect">
            <a:avLst/>
          </a:prstGeom>
          <a:solidFill>
            <a:srgbClr val="FFFFFF">
              <a:alpha val="275"/>
            </a:srgbClr>
          </a:solidFill>
          <a:ln/>
        </p:spPr>
      </p:sp>
      <p:sp>
        <p:nvSpPr>
          <p:cNvPr id="27" name="Shape 25"/>
          <p:cNvSpPr/>
          <p:nvPr/>
        </p:nvSpPr>
        <p:spPr>
          <a:xfrm>
            <a:off x="6281928" y="5358841"/>
            <a:ext cx="803758" cy="523723"/>
          </a:xfrm>
          <a:prstGeom prst="rect">
            <a:avLst/>
          </a:prstGeom>
          <a:solidFill>
            <a:srgbClr val="FFFFFF">
              <a:alpha val="412"/>
            </a:srgbClr>
          </a:solidFill>
          <a:ln/>
        </p:spPr>
      </p:sp>
      <p:sp>
        <p:nvSpPr>
          <p:cNvPr id="28" name="Shape 26"/>
          <p:cNvSpPr/>
          <p:nvPr/>
        </p:nvSpPr>
        <p:spPr>
          <a:xfrm>
            <a:off x="6281928" y="5873420"/>
            <a:ext cx="803758" cy="523723"/>
          </a:xfrm>
          <a:prstGeom prst="rect">
            <a:avLst/>
          </a:prstGeom>
          <a:solidFill>
            <a:srgbClr val="FFFFFF">
              <a:alpha val="550"/>
            </a:srgbClr>
          </a:solidFill>
          <a:ln/>
        </p:spPr>
      </p:sp>
      <p:sp>
        <p:nvSpPr>
          <p:cNvPr id="29" name="Shape 27"/>
          <p:cNvSpPr/>
          <p:nvPr/>
        </p:nvSpPr>
        <p:spPr>
          <a:xfrm>
            <a:off x="6281928" y="6387998"/>
            <a:ext cx="803758" cy="523723"/>
          </a:xfrm>
          <a:prstGeom prst="rect">
            <a:avLst/>
          </a:prstGeom>
          <a:solidFill>
            <a:srgbClr val="FFFFFF">
              <a:alpha val="688"/>
            </a:srgbClr>
          </a:solidFill>
          <a:ln/>
        </p:spPr>
      </p:sp>
      <p:sp>
        <p:nvSpPr>
          <p:cNvPr id="30" name="Shape 28"/>
          <p:cNvSpPr/>
          <p:nvPr/>
        </p:nvSpPr>
        <p:spPr>
          <a:xfrm>
            <a:off x="6281928" y="6902577"/>
            <a:ext cx="803758" cy="523723"/>
          </a:xfrm>
          <a:prstGeom prst="rect">
            <a:avLst/>
          </a:prstGeom>
          <a:solidFill>
            <a:srgbClr val="FFFFFF">
              <a:alpha val="825"/>
            </a:srgbClr>
          </a:solidFill>
          <a:ln/>
        </p:spPr>
      </p:sp>
      <p:sp>
        <p:nvSpPr>
          <p:cNvPr id="31" name="Shape 29"/>
          <p:cNvSpPr/>
          <p:nvPr/>
        </p:nvSpPr>
        <p:spPr>
          <a:xfrm>
            <a:off x="6281928" y="7417156"/>
            <a:ext cx="803758" cy="523723"/>
          </a:xfrm>
          <a:prstGeom prst="rect">
            <a:avLst/>
          </a:prstGeom>
          <a:solidFill>
            <a:srgbClr val="FFFFFF">
              <a:alpha val="963"/>
            </a:srgbClr>
          </a:solidFill>
          <a:ln/>
        </p:spPr>
      </p:sp>
      <p:sp>
        <p:nvSpPr>
          <p:cNvPr id="32" name="Shape 30"/>
          <p:cNvSpPr/>
          <p:nvPr/>
        </p:nvSpPr>
        <p:spPr>
          <a:xfrm>
            <a:off x="6281928" y="7931734"/>
            <a:ext cx="803758" cy="523723"/>
          </a:xfrm>
          <a:prstGeom prst="rect">
            <a:avLst/>
          </a:prstGeom>
          <a:solidFill>
            <a:srgbClr val="FFFFFF">
              <a:alpha val="1100"/>
            </a:srgbClr>
          </a:solidFill>
          <a:ln/>
        </p:spPr>
      </p:sp>
      <p:sp>
        <p:nvSpPr>
          <p:cNvPr id="33" name="Shape 31"/>
          <p:cNvSpPr/>
          <p:nvPr/>
        </p:nvSpPr>
        <p:spPr>
          <a:xfrm>
            <a:off x="6971386" y="3148279"/>
            <a:ext cx="803758" cy="671284"/>
          </a:xfrm>
          <a:prstGeom prst="rect">
            <a:avLst/>
          </a:prstGeom>
          <a:solidFill>
            <a:srgbClr val="FFFFFF">
              <a:alpha val="344"/>
            </a:srgbClr>
          </a:solidFill>
          <a:ln/>
        </p:spPr>
      </p:sp>
      <p:sp>
        <p:nvSpPr>
          <p:cNvPr id="34" name="Shape 32"/>
          <p:cNvSpPr/>
          <p:nvPr/>
        </p:nvSpPr>
        <p:spPr>
          <a:xfrm>
            <a:off x="6971386" y="3810419"/>
            <a:ext cx="803758" cy="671284"/>
          </a:xfrm>
          <a:prstGeom prst="rect">
            <a:avLst/>
          </a:prstGeom>
          <a:solidFill>
            <a:srgbClr val="FFFFFF">
              <a:alpha val="688"/>
            </a:srgbClr>
          </a:solidFill>
          <a:ln/>
        </p:spPr>
      </p:sp>
      <p:sp>
        <p:nvSpPr>
          <p:cNvPr id="35" name="Shape 33"/>
          <p:cNvSpPr/>
          <p:nvPr/>
        </p:nvSpPr>
        <p:spPr>
          <a:xfrm>
            <a:off x="6971386" y="4472559"/>
            <a:ext cx="803758" cy="671284"/>
          </a:xfrm>
          <a:prstGeom prst="rect">
            <a:avLst/>
          </a:prstGeom>
          <a:solidFill>
            <a:srgbClr val="FFFFFF">
              <a:alpha val="1031"/>
            </a:srgbClr>
          </a:solidFill>
          <a:ln/>
        </p:spPr>
      </p:sp>
      <p:sp>
        <p:nvSpPr>
          <p:cNvPr id="36" name="Shape 34"/>
          <p:cNvSpPr/>
          <p:nvPr/>
        </p:nvSpPr>
        <p:spPr>
          <a:xfrm>
            <a:off x="6971386" y="5134699"/>
            <a:ext cx="803758" cy="671284"/>
          </a:xfrm>
          <a:prstGeom prst="rect">
            <a:avLst/>
          </a:prstGeom>
          <a:solidFill>
            <a:srgbClr val="FFFFFF">
              <a:alpha val="1375"/>
            </a:srgbClr>
          </a:solidFill>
          <a:ln/>
        </p:spPr>
      </p:sp>
      <p:sp>
        <p:nvSpPr>
          <p:cNvPr id="37" name="Shape 35"/>
          <p:cNvSpPr/>
          <p:nvPr/>
        </p:nvSpPr>
        <p:spPr>
          <a:xfrm>
            <a:off x="6971386" y="5796839"/>
            <a:ext cx="803758" cy="671284"/>
          </a:xfrm>
          <a:prstGeom prst="rect">
            <a:avLst/>
          </a:prstGeom>
          <a:solidFill>
            <a:srgbClr val="FFFFFF">
              <a:alpha val="1719"/>
            </a:srgbClr>
          </a:solidFill>
          <a:ln/>
        </p:spPr>
      </p:sp>
      <p:sp>
        <p:nvSpPr>
          <p:cNvPr id="38" name="Shape 36"/>
          <p:cNvSpPr/>
          <p:nvPr/>
        </p:nvSpPr>
        <p:spPr>
          <a:xfrm>
            <a:off x="6971386" y="6458979"/>
            <a:ext cx="803758" cy="671284"/>
          </a:xfrm>
          <a:prstGeom prst="rect">
            <a:avLst/>
          </a:prstGeom>
          <a:solidFill>
            <a:srgbClr val="FFFFFF">
              <a:alpha val="2063"/>
            </a:srgbClr>
          </a:solidFill>
          <a:ln/>
        </p:spPr>
      </p:sp>
      <p:sp>
        <p:nvSpPr>
          <p:cNvPr id="39" name="Shape 37"/>
          <p:cNvSpPr/>
          <p:nvPr/>
        </p:nvSpPr>
        <p:spPr>
          <a:xfrm>
            <a:off x="6971386" y="7121119"/>
            <a:ext cx="803758" cy="671284"/>
          </a:xfrm>
          <a:prstGeom prst="rect">
            <a:avLst/>
          </a:prstGeom>
          <a:solidFill>
            <a:srgbClr val="FFFFFF">
              <a:alpha val="2406"/>
            </a:srgbClr>
          </a:solidFill>
          <a:ln/>
        </p:spPr>
      </p:sp>
      <p:sp>
        <p:nvSpPr>
          <p:cNvPr id="40" name="Shape 38"/>
          <p:cNvSpPr/>
          <p:nvPr/>
        </p:nvSpPr>
        <p:spPr>
          <a:xfrm>
            <a:off x="6971386" y="7783259"/>
            <a:ext cx="803758" cy="671284"/>
          </a:xfrm>
          <a:prstGeom prst="rect">
            <a:avLst/>
          </a:prstGeom>
          <a:solidFill>
            <a:srgbClr val="FFFFFF">
              <a:alpha val="2750"/>
            </a:srgbClr>
          </a:solidFill>
          <a:ln/>
        </p:spPr>
      </p:sp>
      <p:sp>
        <p:nvSpPr>
          <p:cNvPr id="41" name="Shape 39"/>
          <p:cNvSpPr/>
          <p:nvPr/>
        </p:nvSpPr>
        <p:spPr>
          <a:xfrm>
            <a:off x="8323783" y="3517697"/>
            <a:ext cx="803758" cy="625107"/>
          </a:xfrm>
          <a:prstGeom prst="rect">
            <a:avLst/>
          </a:prstGeom>
          <a:solidFill>
            <a:srgbClr val="FFFFFF">
              <a:alpha val="344"/>
            </a:srgbClr>
          </a:solidFill>
          <a:ln/>
        </p:spPr>
      </p:sp>
      <p:sp>
        <p:nvSpPr>
          <p:cNvPr id="42" name="Shape 40"/>
          <p:cNvSpPr/>
          <p:nvPr/>
        </p:nvSpPr>
        <p:spPr>
          <a:xfrm>
            <a:off x="8323783" y="4133660"/>
            <a:ext cx="803758" cy="625107"/>
          </a:xfrm>
          <a:prstGeom prst="rect">
            <a:avLst/>
          </a:prstGeom>
          <a:solidFill>
            <a:srgbClr val="FFFFFF">
              <a:alpha val="688"/>
            </a:srgbClr>
          </a:solidFill>
          <a:ln/>
        </p:spPr>
      </p:sp>
      <p:sp>
        <p:nvSpPr>
          <p:cNvPr id="43" name="Shape 41"/>
          <p:cNvSpPr/>
          <p:nvPr/>
        </p:nvSpPr>
        <p:spPr>
          <a:xfrm>
            <a:off x="8323783" y="4749622"/>
            <a:ext cx="803758" cy="625107"/>
          </a:xfrm>
          <a:prstGeom prst="rect">
            <a:avLst/>
          </a:prstGeom>
          <a:solidFill>
            <a:srgbClr val="FFFFFF">
              <a:alpha val="1031"/>
            </a:srgbClr>
          </a:solidFill>
          <a:ln/>
        </p:spPr>
      </p:sp>
      <p:sp>
        <p:nvSpPr>
          <p:cNvPr id="44" name="Shape 42"/>
          <p:cNvSpPr/>
          <p:nvPr/>
        </p:nvSpPr>
        <p:spPr>
          <a:xfrm>
            <a:off x="8323783" y="5365585"/>
            <a:ext cx="803758" cy="625107"/>
          </a:xfrm>
          <a:prstGeom prst="rect">
            <a:avLst/>
          </a:prstGeom>
          <a:solidFill>
            <a:srgbClr val="FFFFFF">
              <a:alpha val="1375"/>
            </a:srgbClr>
          </a:solidFill>
          <a:ln/>
        </p:spPr>
      </p:sp>
      <p:sp>
        <p:nvSpPr>
          <p:cNvPr id="45" name="Shape 43"/>
          <p:cNvSpPr/>
          <p:nvPr/>
        </p:nvSpPr>
        <p:spPr>
          <a:xfrm>
            <a:off x="8323783" y="5981548"/>
            <a:ext cx="803758" cy="625107"/>
          </a:xfrm>
          <a:prstGeom prst="rect">
            <a:avLst/>
          </a:prstGeom>
          <a:solidFill>
            <a:srgbClr val="FFFFFF">
              <a:alpha val="1719"/>
            </a:srgbClr>
          </a:solidFill>
          <a:ln/>
        </p:spPr>
      </p:sp>
      <p:sp>
        <p:nvSpPr>
          <p:cNvPr id="46" name="Shape 44"/>
          <p:cNvSpPr/>
          <p:nvPr/>
        </p:nvSpPr>
        <p:spPr>
          <a:xfrm>
            <a:off x="8323783" y="6597510"/>
            <a:ext cx="803758" cy="625107"/>
          </a:xfrm>
          <a:prstGeom prst="rect">
            <a:avLst/>
          </a:prstGeom>
          <a:solidFill>
            <a:srgbClr val="FFFFFF">
              <a:alpha val="2063"/>
            </a:srgbClr>
          </a:solidFill>
          <a:ln/>
        </p:spPr>
      </p:sp>
      <p:sp>
        <p:nvSpPr>
          <p:cNvPr id="47" name="Shape 45"/>
          <p:cNvSpPr/>
          <p:nvPr/>
        </p:nvSpPr>
        <p:spPr>
          <a:xfrm>
            <a:off x="8323783" y="7213473"/>
            <a:ext cx="803758" cy="625107"/>
          </a:xfrm>
          <a:prstGeom prst="rect">
            <a:avLst/>
          </a:prstGeom>
          <a:solidFill>
            <a:srgbClr val="FFFFFF">
              <a:alpha val="2406"/>
            </a:srgbClr>
          </a:solidFill>
          <a:ln/>
        </p:spPr>
      </p:sp>
      <p:sp>
        <p:nvSpPr>
          <p:cNvPr id="48" name="Shape 46"/>
          <p:cNvSpPr/>
          <p:nvPr/>
        </p:nvSpPr>
        <p:spPr>
          <a:xfrm>
            <a:off x="8323783" y="7829436"/>
            <a:ext cx="803758" cy="625107"/>
          </a:xfrm>
          <a:prstGeom prst="rect">
            <a:avLst/>
          </a:prstGeom>
          <a:solidFill>
            <a:srgbClr val="FFFFFF">
              <a:alpha val="2750"/>
            </a:srgbClr>
          </a:solidFill>
          <a:ln/>
        </p:spPr>
      </p:sp>
      <p:sp>
        <p:nvSpPr>
          <p:cNvPr id="49" name="Shape 47"/>
          <p:cNvSpPr/>
          <p:nvPr/>
        </p:nvSpPr>
        <p:spPr>
          <a:xfrm>
            <a:off x="9015070" y="5355641"/>
            <a:ext cx="803758" cy="395364"/>
          </a:xfrm>
          <a:prstGeom prst="rect">
            <a:avLst/>
          </a:prstGeom>
          <a:solidFill>
            <a:srgbClr val="FFFFFF">
              <a:alpha val="138"/>
            </a:srgbClr>
          </a:solidFill>
          <a:ln/>
        </p:spPr>
      </p:sp>
      <p:sp>
        <p:nvSpPr>
          <p:cNvPr id="50" name="Shape 48"/>
          <p:cNvSpPr/>
          <p:nvPr/>
        </p:nvSpPr>
        <p:spPr>
          <a:xfrm>
            <a:off x="9015070" y="5741861"/>
            <a:ext cx="803758" cy="395364"/>
          </a:xfrm>
          <a:prstGeom prst="rect">
            <a:avLst/>
          </a:prstGeom>
          <a:solidFill>
            <a:srgbClr val="FFFFFF">
              <a:alpha val="275"/>
            </a:srgbClr>
          </a:solidFill>
          <a:ln/>
        </p:spPr>
      </p:sp>
      <p:sp>
        <p:nvSpPr>
          <p:cNvPr id="51" name="Shape 49"/>
          <p:cNvSpPr/>
          <p:nvPr/>
        </p:nvSpPr>
        <p:spPr>
          <a:xfrm>
            <a:off x="9015070" y="6128080"/>
            <a:ext cx="803758" cy="395364"/>
          </a:xfrm>
          <a:prstGeom prst="rect">
            <a:avLst/>
          </a:prstGeom>
          <a:solidFill>
            <a:srgbClr val="FFFFFF">
              <a:alpha val="412"/>
            </a:srgbClr>
          </a:solidFill>
          <a:ln/>
        </p:spPr>
      </p:sp>
      <p:sp>
        <p:nvSpPr>
          <p:cNvPr id="52" name="Shape 50"/>
          <p:cNvSpPr/>
          <p:nvPr/>
        </p:nvSpPr>
        <p:spPr>
          <a:xfrm>
            <a:off x="9015070" y="6514300"/>
            <a:ext cx="803758" cy="395364"/>
          </a:xfrm>
          <a:prstGeom prst="rect">
            <a:avLst/>
          </a:prstGeom>
          <a:solidFill>
            <a:srgbClr val="FFFFFF">
              <a:alpha val="550"/>
            </a:srgbClr>
          </a:solidFill>
          <a:ln/>
        </p:spPr>
      </p:sp>
      <p:sp>
        <p:nvSpPr>
          <p:cNvPr id="53" name="Shape 51"/>
          <p:cNvSpPr/>
          <p:nvPr/>
        </p:nvSpPr>
        <p:spPr>
          <a:xfrm>
            <a:off x="9015070" y="6900520"/>
            <a:ext cx="803758" cy="395364"/>
          </a:xfrm>
          <a:prstGeom prst="rect">
            <a:avLst/>
          </a:prstGeom>
          <a:solidFill>
            <a:srgbClr val="FFFFFF">
              <a:alpha val="688"/>
            </a:srgbClr>
          </a:solidFill>
          <a:ln/>
        </p:spPr>
      </p:sp>
      <p:sp>
        <p:nvSpPr>
          <p:cNvPr id="54" name="Shape 52"/>
          <p:cNvSpPr/>
          <p:nvPr/>
        </p:nvSpPr>
        <p:spPr>
          <a:xfrm>
            <a:off x="9015070" y="7286739"/>
            <a:ext cx="803758" cy="395364"/>
          </a:xfrm>
          <a:prstGeom prst="rect">
            <a:avLst/>
          </a:prstGeom>
          <a:solidFill>
            <a:srgbClr val="FFFFFF">
              <a:alpha val="825"/>
            </a:srgbClr>
          </a:solidFill>
          <a:ln/>
        </p:spPr>
      </p:sp>
      <p:sp>
        <p:nvSpPr>
          <p:cNvPr id="55" name="Shape 53"/>
          <p:cNvSpPr/>
          <p:nvPr/>
        </p:nvSpPr>
        <p:spPr>
          <a:xfrm>
            <a:off x="9015070" y="7672959"/>
            <a:ext cx="803758" cy="395364"/>
          </a:xfrm>
          <a:prstGeom prst="rect">
            <a:avLst/>
          </a:prstGeom>
          <a:solidFill>
            <a:srgbClr val="FFFFFF">
              <a:alpha val="963"/>
            </a:srgbClr>
          </a:solidFill>
          <a:ln/>
        </p:spPr>
      </p:sp>
      <p:sp>
        <p:nvSpPr>
          <p:cNvPr id="56" name="Shape 54"/>
          <p:cNvSpPr/>
          <p:nvPr/>
        </p:nvSpPr>
        <p:spPr>
          <a:xfrm>
            <a:off x="9015070" y="8059179"/>
            <a:ext cx="803758" cy="395364"/>
          </a:xfrm>
          <a:prstGeom prst="rect">
            <a:avLst/>
          </a:prstGeom>
          <a:solidFill>
            <a:srgbClr val="FFFFFF">
              <a:alpha val="1100"/>
            </a:srgbClr>
          </a:solidFill>
          <a:ln/>
        </p:spPr>
      </p:sp>
      <p:sp>
        <p:nvSpPr>
          <p:cNvPr id="57" name="Shape 55"/>
          <p:cNvSpPr/>
          <p:nvPr/>
        </p:nvSpPr>
        <p:spPr>
          <a:xfrm>
            <a:off x="11793931" y="1728216"/>
            <a:ext cx="803758" cy="849706"/>
          </a:xfrm>
          <a:prstGeom prst="rect">
            <a:avLst/>
          </a:prstGeom>
          <a:solidFill>
            <a:srgbClr val="FFFFFF">
              <a:alpha val="688"/>
            </a:srgbClr>
          </a:solidFill>
          <a:ln/>
        </p:spPr>
      </p:sp>
      <p:sp>
        <p:nvSpPr>
          <p:cNvPr id="58" name="Shape 56"/>
          <p:cNvSpPr/>
          <p:nvPr/>
        </p:nvSpPr>
        <p:spPr>
          <a:xfrm>
            <a:off x="11793931" y="2568778"/>
            <a:ext cx="803758" cy="849706"/>
          </a:xfrm>
          <a:prstGeom prst="rect">
            <a:avLst/>
          </a:prstGeom>
          <a:solidFill>
            <a:srgbClr val="FFFFFF">
              <a:alpha val="1375"/>
            </a:srgbClr>
          </a:solidFill>
          <a:ln/>
        </p:spPr>
      </p:sp>
      <p:sp>
        <p:nvSpPr>
          <p:cNvPr id="59" name="Shape 57"/>
          <p:cNvSpPr/>
          <p:nvPr/>
        </p:nvSpPr>
        <p:spPr>
          <a:xfrm>
            <a:off x="11793931" y="3409340"/>
            <a:ext cx="803758" cy="849706"/>
          </a:xfrm>
          <a:prstGeom prst="rect">
            <a:avLst/>
          </a:prstGeom>
          <a:solidFill>
            <a:srgbClr val="FFFFFF">
              <a:alpha val="2063"/>
            </a:srgbClr>
          </a:solidFill>
          <a:ln/>
        </p:spPr>
      </p:sp>
      <p:sp>
        <p:nvSpPr>
          <p:cNvPr id="60" name="Shape 58"/>
          <p:cNvSpPr/>
          <p:nvPr/>
        </p:nvSpPr>
        <p:spPr>
          <a:xfrm>
            <a:off x="11793931" y="4249903"/>
            <a:ext cx="803758" cy="849706"/>
          </a:xfrm>
          <a:prstGeom prst="rect">
            <a:avLst/>
          </a:prstGeom>
          <a:solidFill>
            <a:srgbClr val="FFFFFF">
              <a:alpha val="2750"/>
            </a:srgbClr>
          </a:solidFill>
          <a:ln/>
        </p:spPr>
      </p:sp>
      <p:sp>
        <p:nvSpPr>
          <p:cNvPr id="61" name="Shape 59"/>
          <p:cNvSpPr/>
          <p:nvPr/>
        </p:nvSpPr>
        <p:spPr>
          <a:xfrm>
            <a:off x="11793931" y="5090465"/>
            <a:ext cx="803758" cy="849706"/>
          </a:xfrm>
          <a:prstGeom prst="rect">
            <a:avLst/>
          </a:prstGeom>
          <a:solidFill>
            <a:srgbClr val="FFFFFF">
              <a:alpha val="3438"/>
            </a:srgbClr>
          </a:solidFill>
          <a:ln/>
        </p:spPr>
      </p:sp>
      <p:sp>
        <p:nvSpPr>
          <p:cNvPr id="62" name="Shape 60"/>
          <p:cNvSpPr/>
          <p:nvPr/>
        </p:nvSpPr>
        <p:spPr>
          <a:xfrm>
            <a:off x="11793931" y="5931027"/>
            <a:ext cx="803758" cy="849706"/>
          </a:xfrm>
          <a:prstGeom prst="rect">
            <a:avLst/>
          </a:prstGeom>
          <a:solidFill>
            <a:srgbClr val="FFFFFF">
              <a:alpha val="4125"/>
            </a:srgbClr>
          </a:solidFill>
          <a:ln/>
        </p:spPr>
      </p:sp>
      <p:sp>
        <p:nvSpPr>
          <p:cNvPr id="63" name="Shape 61"/>
          <p:cNvSpPr/>
          <p:nvPr/>
        </p:nvSpPr>
        <p:spPr>
          <a:xfrm>
            <a:off x="11793931" y="6771589"/>
            <a:ext cx="803758" cy="849706"/>
          </a:xfrm>
          <a:prstGeom prst="rect">
            <a:avLst/>
          </a:prstGeom>
          <a:solidFill>
            <a:srgbClr val="FFFFFF">
              <a:alpha val="4813"/>
            </a:srgbClr>
          </a:solidFill>
          <a:ln/>
        </p:spPr>
      </p:sp>
      <p:sp>
        <p:nvSpPr>
          <p:cNvPr id="64" name="Shape 62"/>
          <p:cNvSpPr/>
          <p:nvPr/>
        </p:nvSpPr>
        <p:spPr>
          <a:xfrm>
            <a:off x="11793931" y="7612151"/>
            <a:ext cx="803758" cy="849706"/>
          </a:xfrm>
          <a:prstGeom prst="rect">
            <a:avLst/>
          </a:prstGeom>
          <a:solidFill>
            <a:srgbClr val="FFFFFF">
              <a:alpha val="5500"/>
            </a:srgbClr>
          </a:solidFill>
          <a:ln/>
        </p:spPr>
      </p:sp>
      <p:sp>
        <p:nvSpPr>
          <p:cNvPr id="65" name="Shape 63"/>
          <p:cNvSpPr/>
          <p:nvPr/>
        </p:nvSpPr>
        <p:spPr>
          <a:xfrm>
            <a:off x="10424160" y="4336999"/>
            <a:ext cx="803758" cy="523723"/>
          </a:xfrm>
          <a:prstGeom prst="rect">
            <a:avLst/>
          </a:prstGeom>
          <a:solidFill>
            <a:srgbClr val="FFFFFF">
              <a:alpha val="138"/>
            </a:srgbClr>
          </a:solidFill>
          <a:ln/>
        </p:spPr>
      </p:sp>
      <p:sp>
        <p:nvSpPr>
          <p:cNvPr id="66" name="Shape 64"/>
          <p:cNvSpPr/>
          <p:nvPr/>
        </p:nvSpPr>
        <p:spPr>
          <a:xfrm>
            <a:off x="10424160" y="4851578"/>
            <a:ext cx="803758" cy="523723"/>
          </a:xfrm>
          <a:prstGeom prst="rect">
            <a:avLst/>
          </a:prstGeom>
          <a:solidFill>
            <a:srgbClr val="FFFFFF">
              <a:alpha val="275"/>
            </a:srgbClr>
          </a:solidFill>
          <a:ln/>
        </p:spPr>
      </p:sp>
      <p:sp>
        <p:nvSpPr>
          <p:cNvPr id="67" name="Shape 65"/>
          <p:cNvSpPr/>
          <p:nvPr/>
        </p:nvSpPr>
        <p:spPr>
          <a:xfrm>
            <a:off x="10424160" y="5366156"/>
            <a:ext cx="803758" cy="523723"/>
          </a:xfrm>
          <a:prstGeom prst="rect">
            <a:avLst/>
          </a:prstGeom>
          <a:solidFill>
            <a:srgbClr val="FFFFFF">
              <a:alpha val="412"/>
            </a:srgbClr>
          </a:solidFill>
          <a:ln/>
        </p:spPr>
      </p:sp>
      <p:sp>
        <p:nvSpPr>
          <p:cNvPr id="68" name="Shape 66"/>
          <p:cNvSpPr/>
          <p:nvPr/>
        </p:nvSpPr>
        <p:spPr>
          <a:xfrm>
            <a:off x="10424160" y="5880735"/>
            <a:ext cx="803758" cy="523723"/>
          </a:xfrm>
          <a:prstGeom prst="rect">
            <a:avLst/>
          </a:prstGeom>
          <a:solidFill>
            <a:srgbClr val="FFFFFF">
              <a:alpha val="550"/>
            </a:srgbClr>
          </a:solidFill>
          <a:ln/>
        </p:spPr>
      </p:sp>
      <p:sp>
        <p:nvSpPr>
          <p:cNvPr id="69" name="Shape 67"/>
          <p:cNvSpPr/>
          <p:nvPr/>
        </p:nvSpPr>
        <p:spPr>
          <a:xfrm>
            <a:off x="10424160" y="6395314"/>
            <a:ext cx="803758" cy="523723"/>
          </a:xfrm>
          <a:prstGeom prst="rect">
            <a:avLst/>
          </a:prstGeom>
          <a:solidFill>
            <a:srgbClr val="FFFFFF">
              <a:alpha val="688"/>
            </a:srgbClr>
          </a:solidFill>
          <a:ln/>
        </p:spPr>
      </p:sp>
      <p:sp>
        <p:nvSpPr>
          <p:cNvPr id="70" name="Shape 68"/>
          <p:cNvSpPr/>
          <p:nvPr/>
        </p:nvSpPr>
        <p:spPr>
          <a:xfrm>
            <a:off x="10424160" y="6909892"/>
            <a:ext cx="803758" cy="523723"/>
          </a:xfrm>
          <a:prstGeom prst="rect">
            <a:avLst/>
          </a:prstGeom>
          <a:solidFill>
            <a:srgbClr val="FFFFFF">
              <a:alpha val="825"/>
            </a:srgbClr>
          </a:solidFill>
          <a:ln/>
        </p:spPr>
      </p:sp>
      <p:sp>
        <p:nvSpPr>
          <p:cNvPr id="71" name="Shape 69"/>
          <p:cNvSpPr/>
          <p:nvPr/>
        </p:nvSpPr>
        <p:spPr>
          <a:xfrm>
            <a:off x="10424160" y="7424471"/>
            <a:ext cx="803758" cy="523723"/>
          </a:xfrm>
          <a:prstGeom prst="rect">
            <a:avLst/>
          </a:prstGeom>
          <a:solidFill>
            <a:srgbClr val="FFFFFF">
              <a:alpha val="963"/>
            </a:srgbClr>
          </a:solidFill>
          <a:ln/>
        </p:spPr>
      </p:sp>
      <p:sp>
        <p:nvSpPr>
          <p:cNvPr id="72" name="Shape 70"/>
          <p:cNvSpPr/>
          <p:nvPr/>
        </p:nvSpPr>
        <p:spPr>
          <a:xfrm>
            <a:off x="10424160" y="7939049"/>
            <a:ext cx="803758" cy="523723"/>
          </a:xfrm>
          <a:prstGeom prst="rect">
            <a:avLst/>
          </a:prstGeom>
          <a:solidFill>
            <a:srgbClr val="FFFFFF">
              <a:alpha val="1100"/>
            </a:srgbClr>
          </a:solidFill>
          <a:ln/>
        </p:spPr>
      </p:sp>
      <p:sp>
        <p:nvSpPr>
          <p:cNvPr id="73" name="Shape 71"/>
          <p:cNvSpPr/>
          <p:nvPr/>
        </p:nvSpPr>
        <p:spPr>
          <a:xfrm>
            <a:off x="11113618" y="3155594"/>
            <a:ext cx="803758" cy="671284"/>
          </a:xfrm>
          <a:prstGeom prst="rect">
            <a:avLst/>
          </a:prstGeom>
          <a:solidFill>
            <a:srgbClr val="FFFFFF">
              <a:alpha val="344"/>
            </a:srgbClr>
          </a:solidFill>
          <a:ln/>
        </p:spPr>
      </p:sp>
      <p:sp>
        <p:nvSpPr>
          <p:cNvPr id="74" name="Shape 72"/>
          <p:cNvSpPr/>
          <p:nvPr/>
        </p:nvSpPr>
        <p:spPr>
          <a:xfrm>
            <a:off x="11113618" y="3817734"/>
            <a:ext cx="803758" cy="671284"/>
          </a:xfrm>
          <a:prstGeom prst="rect">
            <a:avLst/>
          </a:prstGeom>
          <a:solidFill>
            <a:srgbClr val="FFFFFF">
              <a:alpha val="688"/>
            </a:srgbClr>
          </a:solidFill>
          <a:ln/>
        </p:spPr>
      </p:sp>
      <p:sp>
        <p:nvSpPr>
          <p:cNvPr id="75" name="Shape 73"/>
          <p:cNvSpPr/>
          <p:nvPr/>
        </p:nvSpPr>
        <p:spPr>
          <a:xfrm>
            <a:off x="11113618" y="4479874"/>
            <a:ext cx="803758" cy="671284"/>
          </a:xfrm>
          <a:prstGeom prst="rect">
            <a:avLst/>
          </a:prstGeom>
          <a:solidFill>
            <a:srgbClr val="FFFFFF">
              <a:alpha val="1031"/>
            </a:srgbClr>
          </a:solidFill>
          <a:ln/>
        </p:spPr>
      </p:sp>
      <p:sp>
        <p:nvSpPr>
          <p:cNvPr id="76" name="Shape 74"/>
          <p:cNvSpPr/>
          <p:nvPr/>
        </p:nvSpPr>
        <p:spPr>
          <a:xfrm>
            <a:off x="11113618" y="5142014"/>
            <a:ext cx="803758" cy="671284"/>
          </a:xfrm>
          <a:prstGeom prst="rect">
            <a:avLst/>
          </a:prstGeom>
          <a:solidFill>
            <a:srgbClr val="FFFFFF">
              <a:alpha val="1375"/>
            </a:srgbClr>
          </a:solidFill>
          <a:ln/>
        </p:spPr>
      </p:sp>
      <p:sp>
        <p:nvSpPr>
          <p:cNvPr id="77" name="Shape 75"/>
          <p:cNvSpPr/>
          <p:nvPr/>
        </p:nvSpPr>
        <p:spPr>
          <a:xfrm>
            <a:off x="11113618" y="5804154"/>
            <a:ext cx="803758" cy="671284"/>
          </a:xfrm>
          <a:prstGeom prst="rect">
            <a:avLst/>
          </a:prstGeom>
          <a:solidFill>
            <a:srgbClr val="FFFFFF">
              <a:alpha val="1719"/>
            </a:srgbClr>
          </a:solidFill>
          <a:ln/>
        </p:spPr>
      </p:sp>
      <p:sp>
        <p:nvSpPr>
          <p:cNvPr id="78" name="Shape 76"/>
          <p:cNvSpPr/>
          <p:nvPr/>
        </p:nvSpPr>
        <p:spPr>
          <a:xfrm>
            <a:off x="11113618" y="6466294"/>
            <a:ext cx="803758" cy="671284"/>
          </a:xfrm>
          <a:prstGeom prst="rect">
            <a:avLst/>
          </a:prstGeom>
          <a:solidFill>
            <a:srgbClr val="FFFFFF">
              <a:alpha val="2063"/>
            </a:srgbClr>
          </a:solidFill>
          <a:ln/>
        </p:spPr>
      </p:sp>
      <p:sp>
        <p:nvSpPr>
          <p:cNvPr id="79" name="Shape 77"/>
          <p:cNvSpPr/>
          <p:nvPr/>
        </p:nvSpPr>
        <p:spPr>
          <a:xfrm>
            <a:off x="11113618" y="7128434"/>
            <a:ext cx="803758" cy="671284"/>
          </a:xfrm>
          <a:prstGeom prst="rect">
            <a:avLst/>
          </a:prstGeom>
          <a:solidFill>
            <a:srgbClr val="FFFFFF">
              <a:alpha val="2406"/>
            </a:srgbClr>
          </a:solidFill>
          <a:ln/>
        </p:spPr>
      </p:sp>
      <p:sp>
        <p:nvSpPr>
          <p:cNvPr id="80" name="Shape 78"/>
          <p:cNvSpPr/>
          <p:nvPr/>
        </p:nvSpPr>
        <p:spPr>
          <a:xfrm>
            <a:off x="11113618" y="7790574"/>
            <a:ext cx="803758" cy="671284"/>
          </a:xfrm>
          <a:prstGeom prst="rect">
            <a:avLst/>
          </a:prstGeom>
          <a:solidFill>
            <a:srgbClr val="FFFFFF">
              <a:alpha val="2750"/>
            </a:srgbClr>
          </a:solidFill>
          <a:ln/>
        </p:spPr>
      </p:sp>
      <p:sp>
        <p:nvSpPr>
          <p:cNvPr id="81" name="Shape 79"/>
          <p:cNvSpPr/>
          <p:nvPr/>
        </p:nvSpPr>
        <p:spPr>
          <a:xfrm>
            <a:off x="3628339" y="1728216"/>
            <a:ext cx="803758" cy="849706"/>
          </a:xfrm>
          <a:prstGeom prst="rect">
            <a:avLst/>
          </a:prstGeom>
          <a:solidFill>
            <a:srgbClr val="FFFFFF">
              <a:alpha val="1031"/>
            </a:srgbClr>
          </a:solidFill>
          <a:ln/>
        </p:spPr>
      </p:sp>
      <p:sp>
        <p:nvSpPr>
          <p:cNvPr id="82" name="Shape 80"/>
          <p:cNvSpPr/>
          <p:nvPr/>
        </p:nvSpPr>
        <p:spPr>
          <a:xfrm>
            <a:off x="3628339" y="2568778"/>
            <a:ext cx="803758" cy="849706"/>
          </a:xfrm>
          <a:prstGeom prst="rect">
            <a:avLst/>
          </a:prstGeom>
          <a:solidFill>
            <a:srgbClr val="FFFFFF">
              <a:alpha val="2063"/>
            </a:srgbClr>
          </a:solidFill>
          <a:ln/>
        </p:spPr>
      </p:sp>
      <p:sp>
        <p:nvSpPr>
          <p:cNvPr id="83" name="Shape 81"/>
          <p:cNvSpPr/>
          <p:nvPr/>
        </p:nvSpPr>
        <p:spPr>
          <a:xfrm>
            <a:off x="3628339" y="3409340"/>
            <a:ext cx="803758" cy="849706"/>
          </a:xfrm>
          <a:prstGeom prst="rect">
            <a:avLst/>
          </a:prstGeom>
          <a:solidFill>
            <a:srgbClr val="FFFFFF">
              <a:alpha val="3094"/>
            </a:srgbClr>
          </a:solidFill>
          <a:ln/>
        </p:spPr>
      </p:sp>
      <p:sp>
        <p:nvSpPr>
          <p:cNvPr id="84" name="Shape 82"/>
          <p:cNvSpPr/>
          <p:nvPr/>
        </p:nvSpPr>
        <p:spPr>
          <a:xfrm>
            <a:off x="3628339" y="4249903"/>
            <a:ext cx="803758" cy="849706"/>
          </a:xfrm>
          <a:prstGeom prst="rect">
            <a:avLst/>
          </a:prstGeom>
          <a:solidFill>
            <a:srgbClr val="FFFFFF">
              <a:alpha val="4125"/>
            </a:srgbClr>
          </a:solidFill>
          <a:ln/>
        </p:spPr>
      </p:sp>
      <p:sp>
        <p:nvSpPr>
          <p:cNvPr id="85" name="Shape 83"/>
          <p:cNvSpPr/>
          <p:nvPr/>
        </p:nvSpPr>
        <p:spPr>
          <a:xfrm>
            <a:off x="3628339" y="5090465"/>
            <a:ext cx="803758" cy="849706"/>
          </a:xfrm>
          <a:prstGeom prst="rect">
            <a:avLst/>
          </a:prstGeom>
          <a:solidFill>
            <a:srgbClr val="FFFFFF">
              <a:alpha val="5156"/>
            </a:srgbClr>
          </a:solidFill>
          <a:ln/>
        </p:spPr>
      </p:sp>
      <p:sp>
        <p:nvSpPr>
          <p:cNvPr id="86" name="Shape 84"/>
          <p:cNvSpPr/>
          <p:nvPr/>
        </p:nvSpPr>
        <p:spPr>
          <a:xfrm>
            <a:off x="3628339" y="5931027"/>
            <a:ext cx="803758" cy="849706"/>
          </a:xfrm>
          <a:prstGeom prst="rect">
            <a:avLst/>
          </a:prstGeom>
          <a:solidFill>
            <a:srgbClr val="FFFFFF">
              <a:alpha val="6188"/>
            </a:srgbClr>
          </a:solidFill>
          <a:ln/>
        </p:spPr>
      </p:sp>
      <p:sp>
        <p:nvSpPr>
          <p:cNvPr id="87" name="Shape 85"/>
          <p:cNvSpPr/>
          <p:nvPr/>
        </p:nvSpPr>
        <p:spPr>
          <a:xfrm>
            <a:off x="3628339" y="6771589"/>
            <a:ext cx="803758" cy="849706"/>
          </a:xfrm>
          <a:prstGeom prst="rect">
            <a:avLst/>
          </a:prstGeom>
          <a:solidFill>
            <a:srgbClr val="FFFFFF">
              <a:alpha val="7219"/>
            </a:srgbClr>
          </a:solidFill>
          <a:ln/>
        </p:spPr>
      </p:sp>
      <p:sp>
        <p:nvSpPr>
          <p:cNvPr id="88" name="Shape 86"/>
          <p:cNvSpPr/>
          <p:nvPr/>
        </p:nvSpPr>
        <p:spPr>
          <a:xfrm>
            <a:off x="3628339" y="7612151"/>
            <a:ext cx="803758" cy="849706"/>
          </a:xfrm>
          <a:prstGeom prst="rect">
            <a:avLst/>
          </a:prstGeom>
          <a:solidFill>
            <a:srgbClr val="FFFFFF">
              <a:alpha val="8250"/>
            </a:srgbClr>
          </a:solidFill>
          <a:ln/>
        </p:spPr>
      </p:sp>
      <p:sp>
        <p:nvSpPr>
          <p:cNvPr id="89" name="Shape 87"/>
          <p:cNvSpPr/>
          <p:nvPr/>
        </p:nvSpPr>
        <p:spPr>
          <a:xfrm>
            <a:off x="2258568" y="4336999"/>
            <a:ext cx="803758" cy="523723"/>
          </a:xfrm>
          <a:prstGeom prst="rect">
            <a:avLst/>
          </a:prstGeom>
          <a:solidFill>
            <a:srgbClr val="FFFFFF">
              <a:alpha val="344"/>
            </a:srgbClr>
          </a:solidFill>
          <a:ln/>
        </p:spPr>
      </p:sp>
      <p:sp>
        <p:nvSpPr>
          <p:cNvPr id="90" name="Shape 88"/>
          <p:cNvSpPr/>
          <p:nvPr/>
        </p:nvSpPr>
        <p:spPr>
          <a:xfrm>
            <a:off x="2258568" y="4851578"/>
            <a:ext cx="803758" cy="523723"/>
          </a:xfrm>
          <a:prstGeom prst="rect">
            <a:avLst/>
          </a:prstGeom>
          <a:solidFill>
            <a:srgbClr val="FFFFFF">
              <a:alpha val="688"/>
            </a:srgbClr>
          </a:solidFill>
          <a:ln/>
        </p:spPr>
      </p:sp>
      <p:sp>
        <p:nvSpPr>
          <p:cNvPr id="91" name="Shape 89"/>
          <p:cNvSpPr/>
          <p:nvPr/>
        </p:nvSpPr>
        <p:spPr>
          <a:xfrm>
            <a:off x="2258568" y="5366156"/>
            <a:ext cx="803758" cy="523723"/>
          </a:xfrm>
          <a:prstGeom prst="rect">
            <a:avLst/>
          </a:prstGeom>
          <a:solidFill>
            <a:srgbClr val="FFFFFF">
              <a:alpha val="1031"/>
            </a:srgbClr>
          </a:solidFill>
          <a:ln/>
        </p:spPr>
      </p:sp>
      <p:sp>
        <p:nvSpPr>
          <p:cNvPr id="92" name="Shape 90"/>
          <p:cNvSpPr/>
          <p:nvPr/>
        </p:nvSpPr>
        <p:spPr>
          <a:xfrm>
            <a:off x="2258568" y="5880735"/>
            <a:ext cx="803758" cy="523723"/>
          </a:xfrm>
          <a:prstGeom prst="rect">
            <a:avLst/>
          </a:prstGeom>
          <a:solidFill>
            <a:srgbClr val="FFFFFF">
              <a:alpha val="1375"/>
            </a:srgbClr>
          </a:solidFill>
          <a:ln/>
        </p:spPr>
      </p:sp>
      <p:sp>
        <p:nvSpPr>
          <p:cNvPr id="93" name="Shape 91"/>
          <p:cNvSpPr/>
          <p:nvPr/>
        </p:nvSpPr>
        <p:spPr>
          <a:xfrm>
            <a:off x="2258568" y="6395314"/>
            <a:ext cx="803758" cy="523723"/>
          </a:xfrm>
          <a:prstGeom prst="rect">
            <a:avLst/>
          </a:prstGeom>
          <a:solidFill>
            <a:srgbClr val="FFFFFF">
              <a:alpha val="1719"/>
            </a:srgbClr>
          </a:solidFill>
          <a:ln/>
        </p:spPr>
      </p:sp>
      <p:sp>
        <p:nvSpPr>
          <p:cNvPr id="94" name="Shape 92"/>
          <p:cNvSpPr/>
          <p:nvPr/>
        </p:nvSpPr>
        <p:spPr>
          <a:xfrm>
            <a:off x="2258568" y="6909892"/>
            <a:ext cx="803758" cy="523723"/>
          </a:xfrm>
          <a:prstGeom prst="rect">
            <a:avLst/>
          </a:prstGeom>
          <a:solidFill>
            <a:srgbClr val="FFFFFF">
              <a:alpha val="2063"/>
            </a:srgbClr>
          </a:solidFill>
          <a:ln/>
        </p:spPr>
      </p:sp>
      <p:sp>
        <p:nvSpPr>
          <p:cNvPr id="95" name="Shape 93"/>
          <p:cNvSpPr/>
          <p:nvPr/>
        </p:nvSpPr>
        <p:spPr>
          <a:xfrm>
            <a:off x="2258568" y="7424471"/>
            <a:ext cx="803758" cy="523723"/>
          </a:xfrm>
          <a:prstGeom prst="rect">
            <a:avLst/>
          </a:prstGeom>
          <a:solidFill>
            <a:srgbClr val="FFFFFF">
              <a:alpha val="2406"/>
            </a:srgbClr>
          </a:solidFill>
          <a:ln/>
        </p:spPr>
      </p:sp>
      <p:sp>
        <p:nvSpPr>
          <p:cNvPr id="96" name="Shape 94"/>
          <p:cNvSpPr/>
          <p:nvPr/>
        </p:nvSpPr>
        <p:spPr>
          <a:xfrm>
            <a:off x="2258568" y="7939049"/>
            <a:ext cx="803758" cy="523723"/>
          </a:xfrm>
          <a:prstGeom prst="rect">
            <a:avLst/>
          </a:prstGeom>
          <a:solidFill>
            <a:srgbClr val="FFFFFF">
              <a:alpha val="2750"/>
            </a:srgbClr>
          </a:solidFill>
          <a:ln/>
        </p:spPr>
      </p:sp>
      <p:sp>
        <p:nvSpPr>
          <p:cNvPr id="97" name="Shape 95"/>
          <p:cNvSpPr/>
          <p:nvPr/>
        </p:nvSpPr>
        <p:spPr>
          <a:xfrm>
            <a:off x="2948026" y="3155594"/>
            <a:ext cx="803758" cy="671284"/>
          </a:xfrm>
          <a:prstGeom prst="rect">
            <a:avLst/>
          </a:prstGeom>
          <a:solidFill>
            <a:srgbClr val="FFFFFF">
              <a:alpha val="688"/>
            </a:srgbClr>
          </a:solidFill>
          <a:ln/>
        </p:spPr>
      </p:sp>
      <p:sp>
        <p:nvSpPr>
          <p:cNvPr id="98" name="Shape 96"/>
          <p:cNvSpPr/>
          <p:nvPr/>
        </p:nvSpPr>
        <p:spPr>
          <a:xfrm>
            <a:off x="2948026" y="3817734"/>
            <a:ext cx="803758" cy="671284"/>
          </a:xfrm>
          <a:prstGeom prst="rect">
            <a:avLst/>
          </a:prstGeom>
          <a:solidFill>
            <a:srgbClr val="FFFFFF">
              <a:alpha val="1375"/>
            </a:srgbClr>
          </a:solidFill>
          <a:ln/>
        </p:spPr>
      </p:sp>
      <p:sp>
        <p:nvSpPr>
          <p:cNvPr id="99" name="Shape 97"/>
          <p:cNvSpPr/>
          <p:nvPr/>
        </p:nvSpPr>
        <p:spPr>
          <a:xfrm>
            <a:off x="2948026" y="4479874"/>
            <a:ext cx="803758" cy="671284"/>
          </a:xfrm>
          <a:prstGeom prst="rect">
            <a:avLst/>
          </a:prstGeom>
          <a:solidFill>
            <a:srgbClr val="FFFFFF">
              <a:alpha val="2063"/>
            </a:srgbClr>
          </a:solidFill>
          <a:ln/>
        </p:spPr>
      </p:sp>
      <p:sp>
        <p:nvSpPr>
          <p:cNvPr id="100" name="Shape 98"/>
          <p:cNvSpPr/>
          <p:nvPr/>
        </p:nvSpPr>
        <p:spPr>
          <a:xfrm>
            <a:off x="2948026" y="5142014"/>
            <a:ext cx="803758" cy="671284"/>
          </a:xfrm>
          <a:prstGeom prst="rect">
            <a:avLst/>
          </a:prstGeom>
          <a:solidFill>
            <a:srgbClr val="FFFFFF">
              <a:alpha val="2750"/>
            </a:srgbClr>
          </a:solidFill>
          <a:ln/>
        </p:spPr>
      </p:sp>
      <p:sp>
        <p:nvSpPr>
          <p:cNvPr id="101" name="Shape 99"/>
          <p:cNvSpPr/>
          <p:nvPr/>
        </p:nvSpPr>
        <p:spPr>
          <a:xfrm>
            <a:off x="2948026" y="5804154"/>
            <a:ext cx="803758" cy="671284"/>
          </a:xfrm>
          <a:prstGeom prst="rect">
            <a:avLst/>
          </a:prstGeom>
          <a:solidFill>
            <a:srgbClr val="FFFFFF">
              <a:alpha val="3438"/>
            </a:srgbClr>
          </a:solidFill>
          <a:ln/>
        </p:spPr>
      </p:sp>
      <p:sp>
        <p:nvSpPr>
          <p:cNvPr id="102" name="Shape 100"/>
          <p:cNvSpPr/>
          <p:nvPr/>
        </p:nvSpPr>
        <p:spPr>
          <a:xfrm>
            <a:off x="2948026" y="6466294"/>
            <a:ext cx="803758" cy="671284"/>
          </a:xfrm>
          <a:prstGeom prst="rect">
            <a:avLst/>
          </a:prstGeom>
          <a:solidFill>
            <a:srgbClr val="FFFFFF">
              <a:alpha val="4125"/>
            </a:srgbClr>
          </a:solidFill>
          <a:ln/>
        </p:spPr>
      </p:sp>
      <p:sp>
        <p:nvSpPr>
          <p:cNvPr id="103" name="Shape 101"/>
          <p:cNvSpPr/>
          <p:nvPr/>
        </p:nvSpPr>
        <p:spPr>
          <a:xfrm>
            <a:off x="2948026" y="7128434"/>
            <a:ext cx="803758" cy="671284"/>
          </a:xfrm>
          <a:prstGeom prst="rect">
            <a:avLst/>
          </a:prstGeom>
          <a:solidFill>
            <a:srgbClr val="FFFFFF">
              <a:alpha val="4813"/>
            </a:srgbClr>
          </a:solidFill>
          <a:ln/>
        </p:spPr>
      </p:sp>
      <p:sp>
        <p:nvSpPr>
          <p:cNvPr id="104" name="Shape 102"/>
          <p:cNvSpPr/>
          <p:nvPr/>
        </p:nvSpPr>
        <p:spPr>
          <a:xfrm>
            <a:off x="2948026" y="7790574"/>
            <a:ext cx="803758" cy="671284"/>
          </a:xfrm>
          <a:prstGeom prst="rect">
            <a:avLst/>
          </a:prstGeom>
          <a:solidFill>
            <a:srgbClr val="FFFFFF">
              <a:alpha val="5500"/>
            </a:srgbClr>
          </a:solidFill>
          <a:ln/>
        </p:spPr>
      </p:sp>
      <p:sp>
        <p:nvSpPr>
          <p:cNvPr id="105" name="Shape 103"/>
          <p:cNvSpPr/>
          <p:nvPr/>
        </p:nvSpPr>
        <p:spPr>
          <a:xfrm>
            <a:off x="4300423" y="3525926"/>
            <a:ext cx="803758" cy="625107"/>
          </a:xfrm>
          <a:prstGeom prst="rect">
            <a:avLst/>
          </a:prstGeom>
          <a:solidFill>
            <a:srgbClr val="FFFFFF">
              <a:alpha val="688"/>
            </a:srgbClr>
          </a:solidFill>
          <a:ln/>
        </p:spPr>
      </p:sp>
      <p:sp>
        <p:nvSpPr>
          <p:cNvPr id="106" name="Shape 104"/>
          <p:cNvSpPr/>
          <p:nvPr/>
        </p:nvSpPr>
        <p:spPr>
          <a:xfrm>
            <a:off x="4300423" y="4141889"/>
            <a:ext cx="803758" cy="625107"/>
          </a:xfrm>
          <a:prstGeom prst="rect">
            <a:avLst/>
          </a:prstGeom>
          <a:solidFill>
            <a:srgbClr val="FFFFFF">
              <a:alpha val="1375"/>
            </a:srgbClr>
          </a:solidFill>
          <a:ln/>
        </p:spPr>
      </p:sp>
      <p:sp>
        <p:nvSpPr>
          <p:cNvPr id="107" name="Shape 105"/>
          <p:cNvSpPr/>
          <p:nvPr/>
        </p:nvSpPr>
        <p:spPr>
          <a:xfrm>
            <a:off x="4300423" y="4757852"/>
            <a:ext cx="803758" cy="625107"/>
          </a:xfrm>
          <a:prstGeom prst="rect">
            <a:avLst/>
          </a:prstGeom>
          <a:solidFill>
            <a:srgbClr val="FFFFFF">
              <a:alpha val="2063"/>
            </a:srgbClr>
          </a:solidFill>
          <a:ln/>
        </p:spPr>
      </p:sp>
      <p:sp>
        <p:nvSpPr>
          <p:cNvPr id="108" name="Shape 106"/>
          <p:cNvSpPr/>
          <p:nvPr/>
        </p:nvSpPr>
        <p:spPr>
          <a:xfrm>
            <a:off x="4300423" y="5373815"/>
            <a:ext cx="803758" cy="625107"/>
          </a:xfrm>
          <a:prstGeom prst="rect">
            <a:avLst/>
          </a:prstGeom>
          <a:solidFill>
            <a:srgbClr val="FFFFFF">
              <a:alpha val="2750"/>
            </a:srgbClr>
          </a:solidFill>
          <a:ln/>
        </p:spPr>
      </p:sp>
      <p:sp>
        <p:nvSpPr>
          <p:cNvPr id="109" name="Shape 107"/>
          <p:cNvSpPr/>
          <p:nvPr/>
        </p:nvSpPr>
        <p:spPr>
          <a:xfrm>
            <a:off x="4300423" y="5989777"/>
            <a:ext cx="803758" cy="625107"/>
          </a:xfrm>
          <a:prstGeom prst="rect">
            <a:avLst/>
          </a:prstGeom>
          <a:solidFill>
            <a:srgbClr val="FFFFFF">
              <a:alpha val="3438"/>
            </a:srgbClr>
          </a:solidFill>
          <a:ln/>
        </p:spPr>
      </p:sp>
      <p:sp>
        <p:nvSpPr>
          <p:cNvPr id="110" name="Shape 108"/>
          <p:cNvSpPr/>
          <p:nvPr/>
        </p:nvSpPr>
        <p:spPr>
          <a:xfrm>
            <a:off x="4300423" y="6605740"/>
            <a:ext cx="803758" cy="625107"/>
          </a:xfrm>
          <a:prstGeom prst="rect">
            <a:avLst/>
          </a:prstGeom>
          <a:solidFill>
            <a:srgbClr val="FFFFFF">
              <a:alpha val="4125"/>
            </a:srgbClr>
          </a:solidFill>
          <a:ln/>
        </p:spPr>
      </p:sp>
      <p:sp>
        <p:nvSpPr>
          <p:cNvPr id="111" name="Shape 109"/>
          <p:cNvSpPr/>
          <p:nvPr/>
        </p:nvSpPr>
        <p:spPr>
          <a:xfrm>
            <a:off x="4300423" y="7221703"/>
            <a:ext cx="803758" cy="625107"/>
          </a:xfrm>
          <a:prstGeom prst="rect">
            <a:avLst/>
          </a:prstGeom>
          <a:solidFill>
            <a:srgbClr val="FFFFFF">
              <a:alpha val="4813"/>
            </a:srgbClr>
          </a:solidFill>
          <a:ln/>
        </p:spPr>
      </p:sp>
      <p:sp>
        <p:nvSpPr>
          <p:cNvPr id="112" name="Shape 110"/>
          <p:cNvSpPr/>
          <p:nvPr/>
        </p:nvSpPr>
        <p:spPr>
          <a:xfrm>
            <a:off x="4300423" y="7837665"/>
            <a:ext cx="803758" cy="625107"/>
          </a:xfrm>
          <a:prstGeom prst="rect">
            <a:avLst/>
          </a:prstGeom>
          <a:solidFill>
            <a:srgbClr val="FFFFFF">
              <a:alpha val="5500"/>
            </a:srgbClr>
          </a:solidFill>
          <a:ln/>
        </p:spPr>
      </p:sp>
      <p:sp>
        <p:nvSpPr>
          <p:cNvPr id="113" name="Shape 111"/>
          <p:cNvSpPr/>
          <p:nvPr/>
        </p:nvSpPr>
        <p:spPr>
          <a:xfrm>
            <a:off x="4992624" y="5362956"/>
            <a:ext cx="803758" cy="395364"/>
          </a:xfrm>
          <a:prstGeom prst="rect">
            <a:avLst/>
          </a:prstGeom>
          <a:solidFill>
            <a:srgbClr val="FFFFFF">
              <a:alpha val="344"/>
            </a:srgbClr>
          </a:solidFill>
          <a:ln/>
        </p:spPr>
      </p:sp>
      <p:sp>
        <p:nvSpPr>
          <p:cNvPr id="114" name="Shape 112"/>
          <p:cNvSpPr/>
          <p:nvPr/>
        </p:nvSpPr>
        <p:spPr>
          <a:xfrm>
            <a:off x="4992624" y="5749176"/>
            <a:ext cx="803758" cy="395364"/>
          </a:xfrm>
          <a:prstGeom prst="rect">
            <a:avLst/>
          </a:prstGeom>
          <a:solidFill>
            <a:srgbClr val="FFFFFF">
              <a:alpha val="688"/>
            </a:srgbClr>
          </a:solidFill>
          <a:ln/>
        </p:spPr>
      </p:sp>
      <p:sp>
        <p:nvSpPr>
          <p:cNvPr id="115" name="Shape 113"/>
          <p:cNvSpPr/>
          <p:nvPr/>
        </p:nvSpPr>
        <p:spPr>
          <a:xfrm>
            <a:off x="4992624" y="6135395"/>
            <a:ext cx="803758" cy="395364"/>
          </a:xfrm>
          <a:prstGeom prst="rect">
            <a:avLst/>
          </a:prstGeom>
          <a:solidFill>
            <a:srgbClr val="FFFFFF">
              <a:alpha val="1031"/>
            </a:srgbClr>
          </a:solidFill>
          <a:ln/>
        </p:spPr>
      </p:sp>
      <p:sp>
        <p:nvSpPr>
          <p:cNvPr id="116" name="Shape 114"/>
          <p:cNvSpPr/>
          <p:nvPr/>
        </p:nvSpPr>
        <p:spPr>
          <a:xfrm>
            <a:off x="4992624" y="6521615"/>
            <a:ext cx="803758" cy="395364"/>
          </a:xfrm>
          <a:prstGeom prst="rect">
            <a:avLst/>
          </a:prstGeom>
          <a:solidFill>
            <a:srgbClr val="FFFFFF">
              <a:alpha val="1375"/>
            </a:srgbClr>
          </a:solidFill>
          <a:ln/>
        </p:spPr>
      </p:sp>
      <p:sp>
        <p:nvSpPr>
          <p:cNvPr id="117" name="Shape 115"/>
          <p:cNvSpPr/>
          <p:nvPr/>
        </p:nvSpPr>
        <p:spPr>
          <a:xfrm>
            <a:off x="4992624" y="6907835"/>
            <a:ext cx="803758" cy="395364"/>
          </a:xfrm>
          <a:prstGeom prst="rect">
            <a:avLst/>
          </a:prstGeom>
          <a:solidFill>
            <a:srgbClr val="FFFFFF">
              <a:alpha val="1719"/>
            </a:srgbClr>
          </a:solidFill>
          <a:ln/>
        </p:spPr>
      </p:sp>
      <p:sp>
        <p:nvSpPr>
          <p:cNvPr id="118" name="Shape 116"/>
          <p:cNvSpPr/>
          <p:nvPr/>
        </p:nvSpPr>
        <p:spPr>
          <a:xfrm>
            <a:off x="4992624" y="7294055"/>
            <a:ext cx="803758" cy="395364"/>
          </a:xfrm>
          <a:prstGeom prst="rect">
            <a:avLst/>
          </a:prstGeom>
          <a:solidFill>
            <a:srgbClr val="FFFFFF">
              <a:alpha val="2063"/>
            </a:srgbClr>
          </a:solidFill>
          <a:ln/>
        </p:spPr>
      </p:sp>
      <p:sp>
        <p:nvSpPr>
          <p:cNvPr id="119" name="Shape 117"/>
          <p:cNvSpPr/>
          <p:nvPr/>
        </p:nvSpPr>
        <p:spPr>
          <a:xfrm>
            <a:off x="4992624" y="7680274"/>
            <a:ext cx="803758" cy="395364"/>
          </a:xfrm>
          <a:prstGeom prst="rect">
            <a:avLst/>
          </a:prstGeom>
          <a:solidFill>
            <a:srgbClr val="FFFFFF">
              <a:alpha val="2406"/>
            </a:srgbClr>
          </a:solidFill>
          <a:ln/>
        </p:spPr>
      </p:sp>
      <p:sp>
        <p:nvSpPr>
          <p:cNvPr id="120" name="Shape 118"/>
          <p:cNvSpPr/>
          <p:nvPr/>
        </p:nvSpPr>
        <p:spPr>
          <a:xfrm>
            <a:off x="4992624" y="8066494"/>
            <a:ext cx="803758" cy="395364"/>
          </a:xfrm>
          <a:prstGeom prst="rect">
            <a:avLst/>
          </a:prstGeom>
          <a:solidFill>
            <a:srgbClr val="FFFFFF">
              <a:alpha val="2750"/>
            </a:srgbClr>
          </a:solidFill>
          <a:ln/>
        </p:spPr>
      </p:sp>
      <p:sp>
        <p:nvSpPr>
          <p:cNvPr id="121" name="Shape 119"/>
          <p:cNvSpPr/>
          <p:nvPr/>
        </p:nvSpPr>
        <p:spPr>
          <a:xfrm>
            <a:off x="-515722" y="1728216"/>
            <a:ext cx="803758" cy="849706"/>
          </a:xfrm>
          <a:prstGeom prst="rect">
            <a:avLst/>
          </a:prstGeom>
          <a:solidFill>
            <a:srgbClr val="FFFFFF">
              <a:alpha val="688"/>
            </a:srgbClr>
          </a:solidFill>
          <a:ln/>
        </p:spPr>
      </p:sp>
      <p:sp>
        <p:nvSpPr>
          <p:cNvPr id="122" name="Shape 120"/>
          <p:cNvSpPr/>
          <p:nvPr/>
        </p:nvSpPr>
        <p:spPr>
          <a:xfrm>
            <a:off x="-515722" y="2568778"/>
            <a:ext cx="803758" cy="849706"/>
          </a:xfrm>
          <a:prstGeom prst="rect">
            <a:avLst/>
          </a:prstGeom>
          <a:solidFill>
            <a:srgbClr val="FFFFFF">
              <a:alpha val="1375"/>
            </a:srgbClr>
          </a:solidFill>
          <a:ln/>
        </p:spPr>
      </p:sp>
      <p:sp>
        <p:nvSpPr>
          <p:cNvPr id="123" name="Shape 121"/>
          <p:cNvSpPr/>
          <p:nvPr/>
        </p:nvSpPr>
        <p:spPr>
          <a:xfrm>
            <a:off x="-515722" y="3409340"/>
            <a:ext cx="803758" cy="849706"/>
          </a:xfrm>
          <a:prstGeom prst="rect">
            <a:avLst/>
          </a:prstGeom>
          <a:solidFill>
            <a:srgbClr val="FFFFFF">
              <a:alpha val="2063"/>
            </a:srgbClr>
          </a:solidFill>
          <a:ln/>
        </p:spPr>
      </p:sp>
      <p:sp>
        <p:nvSpPr>
          <p:cNvPr id="124" name="Shape 122"/>
          <p:cNvSpPr/>
          <p:nvPr/>
        </p:nvSpPr>
        <p:spPr>
          <a:xfrm>
            <a:off x="-515722" y="4249903"/>
            <a:ext cx="803758" cy="849706"/>
          </a:xfrm>
          <a:prstGeom prst="rect">
            <a:avLst/>
          </a:prstGeom>
          <a:solidFill>
            <a:srgbClr val="FFFFFF">
              <a:alpha val="2750"/>
            </a:srgbClr>
          </a:solidFill>
          <a:ln/>
        </p:spPr>
      </p:sp>
      <p:sp>
        <p:nvSpPr>
          <p:cNvPr id="125" name="Shape 123"/>
          <p:cNvSpPr/>
          <p:nvPr/>
        </p:nvSpPr>
        <p:spPr>
          <a:xfrm>
            <a:off x="-515722" y="5090465"/>
            <a:ext cx="803758" cy="849706"/>
          </a:xfrm>
          <a:prstGeom prst="rect">
            <a:avLst/>
          </a:prstGeom>
          <a:solidFill>
            <a:srgbClr val="FFFFFF">
              <a:alpha val="3438"/>
            </a:srgbClr>
          </a:solidFill>
          <a:ln/>
        </p:spPr>
      </p:sp>
      <p:sp>
        <p:nvSpPr>
          <p:cNvPr id="126" name="Shape 124"/>
          <p:cNvSpPr/>
          <p:nvPr/>
        </p:nvSpPr>
        <p:spPr>
          <a:xfrm>
            <a:off x="-515722" y="5931027"/>
            <a:ext cx="803758" cy="849706"/>
          </a:xfrm>
          <a:prstGeom prst="rect">
            <a:avLst/>
          </a:prstGeom>
          <a:solidFill>
            <a:srgbClr val="FFFFFF">
              <a:alpha val="4125"/>
            </a:srgbClr>
          </a:solidFill>
          <a:ln/>
        </p:spPr>
      </p:sp>
      <p:sp>
        <p:nvSpPr>
          <p:cNvPr id="127" name="Shape 125"/>
          <p:cNvSpPr/>
          <p:nvPr/>
        </p:nvSpPr>
        <p:spPr>
          <a:xfrm>
            <a:off x="-515722" y="6771589"/>
            <a:ext cx="803758" cy="849706"/>
          </a:xfrm>
          <a:prstGeom prst="rect">
            <a:avLst/>
          </a:prstGeom>
          <a:solidFill>
            <a:srgbClr val="FFFFFF">
              <a:alpha val="4813"/>
            </a:srgbClr>
          </a:solidFill>
          <a:ln/>
        </p:spPr>
      </p:sp>
      <p:sp>
        <p:nvSpPr>
          <p:cNvPr id="128" name="Shape 126"/>
          <p:cNvSpPr/>
          <p:nvPr/>
        </p:nvSpPr>
        <p:spPr>
          <a:xfrm>
            <a:off x="-515722" y="7612151"/>
            <a:ext cx="803758" cy="849706"/>
          </a:xfrm>
          <a:prstGeom prst="rect">
            <a:avLst/>
          </a:prstGeom>
          <a:solidFill>
            <a:srgbClr val="FFFFFF">
              <a:alpha val="5500"/>
            </a:srgbClr>
          </a:solidFill>
          <a:ln/>
        </p:spPr>
      </p:sp>
      <p:sp>
        <p:nvSpPr>
          <p:cNvPr id="129" name="Shape 127"/>
          <p:cNvSpPr/>
          <p:nvPr/>
        </p:nvSpPr>
        <p:spPr>
          <a:xfrm>
            <a:off x="170993" y="3525926"/>
            <a:ext cx="803758" cy="625107"/>
          </a:xfrm>
          <a:prstGeom prst="rect">
            <a:avLst/>
          </a:prstGeom>
          <a:solidFill>
            <a:srgbClr val="FFFFFF">
              <a:alpha val="344"/>
            </a:srgbClr>
          </a:solidFill>
          <a:ln/>
        </p:spPr>
      </p:sp>
      <p:sp>
        <p:nvSpPr>
          <p:cNvPr id="130" name="Shape 128"/>
          <p:cNvSpPr/>
          <p:nvPr/>
        </p:nvSpPr>
        <p:spPr>
          <a:xfrm>
            <a:off x="170993" y="4141889"/>
            <a:ext cx="803758" cy="625107"/>
          </a:xfrm>
          <a:prstGeom prst="rect">
            <a:avLst/>
          </a:prstGeom>
          <a:solidFill>
            <a:srgbClr val="FFFFFF">
              <a:alpha val="688"/>
            </a:srgbClr>
          </a:solidFill>
          <a:ln/>
        </p:spPr>
      </p:sp>
      <p:sp>
        <p:nvSpPr>
          <p:cNvPr id="131" name="Shape 129"/>
          <p:cNvSpPr/>
          <p:nvPr/>
        </p:nvSpPr>
        <p:spPr>
          <a:xfrm>
            <a:off x="170993" y="4757852"/>
            <a:ext cx="803758" cy="625107"/>
          </a:xfrm>
          <a:prstGeom prst="rect">
            <a:avLst/>
          </a:prstGeom>
          <a:solidFill>
            <a:srgbClr val="FFFFFF">
              <a:alpha val="1031"/>
            </a:srgbClr>
          </a:solidFill>
          <a:ln/>
        </p:spPr>
      </p:sp>
      <p:sp>
        <p:nvSpPr>
          <p:cNvPr id="132" name="Shape 130"/>
          <p:cNvSpPr/>
          <p:nvPr/>
        </p:nvSpPr>
        <p:spPr>
          <a:xfrm>
            <a:off x="170993" y="5373815"/>
            <a:ext cx="803758" cy="625107"/>
          </a:xfrm>
          <a:prstGeom prst="rect">
            <a:avLst/>
          </a:prstGeom>
          <a:solidFill>
            <a:srgbClr val="FFFFFF">
              <a:alpha val="1375"/>
            </a:srgbClr>
          </a:solidFill>
          <a:ln/>
        </p:spPr>
      </p:sp>
      <p:sp>
        <p:nvSpPr>
          <p:cNvPr id="133" name="Shape 131"/>
          <p:cNvSpPr/>
          <p:nvPr/>
        </p:nvSpPr>
        <p:spPr>
          <a:xfrm>
            <a:off x="170993" y="5989777"/>
            <a:ext cx="803758" cy="625107"/>
          </a:xfrm>
          <a:prstGeom prst="rect">
            <a:avLst/>
          </a:prstGeom>
          <a:solidFill>
            <a:srgbClr val="FFFFFF">
              <a:alpha val="1719"/>
            </a:srgbClr>
          </a:solidFill>
          <a:ln/>
        </p:spPr>
      </p:sp>
      <p:sp>
        <p:nvSpPr>
          <p:cNvPr id="134" name="Shape 132"/>
          <p:cNvSpPr/>
          <p:nvPr/>
        </p:nvSpPr>
        <p:spPr>
          <a:xfrm>
            <a:off x="170993" y="6605740"/>
            <a:ext cx="803758" cy="625107"/>
          </a:xfrm>
          <a:prstGeom prst="rect">
            <a:avLst/>
          </a:prstGeom>
          <a:solidFill>
            <a:srgbClr val="FFFFFF">
              <a:alpha val="2063"/>
            </a:srgbClr>
          </a:solidFill>
          <a:ln/>
        </p:spPr>
      </p:sp>
      <p:sp>
        <p:nvSpPr>
          <p:cNvPr id="135" name="Shape 133"/>
          <p:cNvSpPr/>
          <p:nvPr/>
        </p:nvSpPr>
        <p:spPr>
          <a:xfrm>
            <a:off x="170993" y="7221703"/>
            <a:ext cx="803758" cy="625107"/>
          </a:xfrm>
          <a:prstGeom prst="rect">
            <a:avLst/>
          </a:prstGeom>
          <a:solidFill>
            <a:srgbClr val="FFFFFF">
              <a:alpha val="2406"/>
            </a:srgbClr>
          </a:solidFill>
          <a:ln/>
        </p:spPr>
      </p:sp>
      <p:sp>
        <p:nvSpPr>
          <p:cNvPr id="136" name="Shape 134"/>
          <p:cNvSpPr/>
          <p:nvPr/>
        </p:nvSpPr>
        <p:spPr>
          <a:xfrm>
            <a:off x="170993" y="7837665"/>
            <a:ext cx="803758" cy="625107"/>
          </a:xfrm>
          <a:prstGeom prst="rect">
            <a:avLst/>
          </a:prstGeom>
          <a:solidFill>
            <a:srgbClr val="FFFFFF">
              <a:alpha val="2750"/>
            </a:srgbClr>
          </a:solidFill>
          <a:ln/>
        </p:spPr>
      </p:sp>
      <p:sp>
        <p:nvSpPr>
          <p:cNvPr id="137" name="Shape 135"/>
          <p:cNvSpPr/>
          <p:nvPr/>
        </p:nvSpPr>
        <p:spPr>
          <a:xfrm>
            <a:off x="862279" y="5362956"/>
            <a:ext cx="803758" cy="395364"/>
          </a:xfrm>
          <a:prstGeom prst="rect">
            <a:avLst/>
          </a:prstGeom>
          <a:solidFill>
            <a:srgbClr val="FFFFFF">
              <a:alpha val="138"/>
            </a:srgbClr>
          </a:solidFill>
          <a:ln/>
        </p:spPr>
      </p:sp>
      <p:sp>
        <p:nvSpPr>
          <p:cNvPr id="138" name="Shape 136"/>
          <p:cNvSpPr/>
          <p:nvPr/>
        </p:nvSpPr>
        <p:spPr>
          <a:xfrm>
            <a:off x="862279" y="5749176"/>
            <a:ext cx="803758" cy="395364"/>
          </a:xfrm>
          <a:prstGeom prst="rect">
            <a:avLst/>
          </a:prstGeom>
          <a:solidFill>
            <a:srgbClr val="FFFFFF">
              <a:alpha val="275"/>
            </a:srgbClr>
          </a:solidFill>
          <a:ln/>
        </p:spPr>
      </p:sp>
      <p:sp>
        <p:nvSpPr>
          <p:cNvPr id="139" name="Shape 137"/>
          <p:cNvSpPr/>
          <p:nvPr/>
        </p:nvSpPr>
        <p:spPr>
          <a:xfrm>
            <a:off x="862279" y="6135395"/>
            <a:ext cx="803758" cy="395364"/>
          </a:xfrm>
          <a:prstGeom prst="rect">
            <a:avLst/>
          </a:prstGeom>
          <a:solidFill>
            <a:srgbClr val="FFFFFF">
              <a:alpha val="412"/>
            </a:srgbClr>
          </a:solidFill>
          <a:ln/>
        </p:spPr>
      </p:sp>
      <p:sp>
        <p:nvSpPr>
          <p:cNvPr id="140" name="Shape 138"/>
          <p:cNvSpPr/>
          <p:nvPr/>
        </p:nvSpPr>
        <p:spPr>
          <a:xfrm>
            <a:off x="862279" y="6521615"/>
            <a:ext cx="803758" cy="395364"/>
          </a:xfrm>
          <a:prstGeom prst="rect">
            <a:avLst/>
          </a:prstGeom>
          <a:solidFill>
            <a:srgbClr val="FFFFFF">
              <a:alpha val="550"/>
            </a:srgbClr>
          </a:solidFill>
          <a:ln/>
        </p:spPr>
      </p:sp>
      <p:sp>
        <p:nvSpPr>
          <p:cNvPr id="141" name="Shape 139"/>
          <p:cNvSpPr/>
          <p:nvPr/>
        </p:nvSpPr>
        <p:spPr>
          <a:xfrm>
            <a:off x="862279" y="6907835"/>
            <a:ext cx="803758" cy="395364"/>
          </a:xfrm>
          <a:prstGeom prst="rect">
            <a:avLst/>
          </a:prstGeom>
          <a:solidFill>
            <a:srgbClr val="FFFFFF">
              <a:alpha val="688"/>
            </a:srgbClr>
          </a:solidFill>
          <a:ln/>
        </p:spPr>
      </p:sp>
      <p:sp>
        <p:nvSpPr>
          <p:cNvPr id="142" name="Shape 140"/>
          <p:cNvSpPr/>
          <p:nvPr/>
        </p:nvSpPr>
        <p:spPr>
          <a:xfrm>
            <a:off x="862279" y="7294055"/>
            <a:ext cx="803758" cy="395364"/>
          </a:xfrm>
          <a:prstGeom prst="rect">
            <a:avLst/>
          </a:prstGeom>
          <a:solidFill>
            <a:srgbClr val="FFFFFF">
              <a:alpha val="825"/>
            </a:srgbClr>
          </a:solidFill>
          <a:ln/>
        </p:spPr>
      </p:sp>
      <p:sp>
        <p:nvSpPr>
          <p:cNvPr id="143" name="Shape 141"/>
          <p:cNvSpPr/>
          <p:nvPr/>
        </p:nvSpPr>
        <p:spPr>
          <a:xfrm>
            <a:off x="862279" y="7680274"/>
            <a:ext cx="803758" cy="395364"/>
          </a:xfrm>
          <a:prstGeom prst="rect">
            <a:avLst/>
          </a:prstGeom>
          <a:solidFill>
            <a:srgbClr val="FFFFFF">
              <a:alpha val="963"/>
            </a:srgbClr>
          </a:solidFill>
          <a:ln/>
        </p:spPr>
      </p:sp>
      <p:sp>
        <p:nvSpPr>
          <p:cNvPr id="144" name="Shape 142"/>
          <p:cNvSpPr/>
          <p:nvPr/>
        </p:nvSpPr>
        <p:spPr>
          <a:xfrm>
            <a:off x="862279" y="8066494"/>
            <a:ext cx="803758" cy="395364"/>
          </a:xfrm>
          <a:prstGeom prst="rect">
            <a:avLst/>
          </a:prstGeom>
          <a:solidFill>
            <a:srgbClr val="FFFFFF">
              <a:alpha val="1100"/>
            </a:srgbClr>
          </a:solidFill>
          <a:ln/>
        </p:spPr>
      </p:sp>
      <p:sp>
        <p:nvSpPr>
          <p:cNvPr id="145" name="Shape 143"/>
          <p:cNvSpPr/>
          <p:nvPr/>
        </p:nvSpPr>
        <p:spPr>
          <a:xfrm>
            <a:off x="1435608" y="-1775765"/>
            <a:ext cx="803758" cy="849706"/>
          </a:xfrm>
          <a:prstGeom prst="rect">
            <a:avLst/>
          </a:prstGeom>
          <a:solidFill>
            <a:srgbClr val="F8FE05">
              <a:alpha val="8250"/>
            </a:srgbClr>
          </a:solidFill>
          <a:ln/>
        </p:spPr>
      </p:sp>
      <p:sp>
        <p:nvSpPr>
          <p:cNvPr id="146" name="Shape 144"/>
          <p:cNvSpPr/>
          <p:nvPr/>
        </p:nvSpPr>
        <p:spPr>
          <a:xfrm>
            <a:off x="1435608" y="-935203"/>
            <a:ext cx="803758" cy="849706"/>
          </a:xfrm>
          <a:prstGeom prst="rect">
            <a:avLst/>
          </a:prstGeom>
          <a:solidFill>
            <a:srgbClr val="F8FE05">
              <a:alpha val="7219"/>
            </a:srgbClr>
          </a:solidFill>
          <a:ln/>
        </p:spPr>
      </p:sp>
      <p:sp>
        <p:nvSpPr>
          <p:cNvPr id="147" name="Shape 145"/>
          <p:cNvSpPr/>
          <p:nvPr/>
        </p:nvSpPr>
        <p:spPr>
          <a:xfrm>
            <a:off x="1435608" y="-94640"/>
            <a:ext cx="803758" cy="849706"/>
          </a:xfrm>
          <a:prstGeom prst="rect">
            <a:avLst/>
          </a:prstGeom>
          <a:solidFill>
            <a:srgbClr val="F8FE05">
              <a:alpha val="6188"/>
            </a:srgbClr>
          </a:solidFill>
          <a:ln/>
        </p:spPr>
      </p:sp>
      <p:sp>
        <p:nvSpPr>
          <p:cNvPr id="148" name="Shape 146"/>
          <p:cNvSpPr/>
          <p:nvPr/>
        </p:nvSpPr>
        <p:spPr>
          <a:xfrm>
            <a:off x="1435608" y="745922"/>
            <a:ext cx="803758" cy="849706"/>
          </a:xfrm>
          <a:prstGeom prst="rect">
            <a:avLst/>
          </a:prstGeom>
          <a:solidFill>
            <a:srgbClr val="F8FE05">
              <a:alpha val="5156"/>
            </a:srgbClr>
          </a:solidFill>
          <a:ln/>
        </p:spPr>
      </p:sp>
      <p:sp>
        <p:nvSpPr>
          <p:cNvPr id="149" name="Shape 147"/>
          <p:cNvSpPr/>
          <p:nvPr/>
        </p:nvSpPr>
        <p:spPr>
          <a:xfrm>
            <a:off x="1435608" y="1586484"/>
            <a:ext cx="803758" cy="849706"/>
          </a:xfrm>
          <a:prstGeom prst="rect">
            <a:avLst/>
          </a:prstGeom>
          <a:solidFill>
            <a:srgbClr val="F8FE05">
              <a:alpha val="4125"/>
            </a:srgbClr>
          </a:solidFill>
          <a:ln/>
        </p:spPr>
      </p:sp>
      <p:sp>
        <p:nvSpPr>
          <p:cNvPr id="150" name="Shape 148"/>
          <p:cNvSpPr/>
          <p:nvPr/>
        </p:nvSpPr>
        <p:spPr>
          <a:xfrm>
            <a:off x="1435608" y="2427046"/>
            <a:ext cx="803758" cy="849706"/>
          </a:xfrm>
          <a:prstGeom prst="rect">
            <a:avLst/>
          </a:prstGeom>
          <a:solidFill>
            <a:srgbClr val="F8FE05">
              <a:alpha val="3094"/>
            </a:srgbClr>
          </a:solidFill>
          <a:ln/>
        </p:spPr>
      </p:sp>
      <p:sp>
        <p:nvSpPr>
          <p:cNvPr id="151" name="Shape 149"/>
          <p:cNvSpPr/>
          <p:nvPr/>
        </p:nvSpPr>
        <p:spPr>
          <a:xfrm>
            <a:off x="1435608" y="3267608"/>
            <a:ext cx="803758" cy="849706"/>
          </a:xfrm>
          <a:prstGeom prst="rect">
            <a:avLst/>
          </a:prstGeom>
          <a:solidFill>
            <a:srgbClr val="F8FE05">
              <a:alpha val="2063"/>
            </a:srgbClr>
          </a:solidFill>
          <a:ln/>
        </p:spPr>
      </p:sp>
      <p:sp>
        <p:nvSpPr>
          <p:cNvPr id="152" name="Shape 150"/>
          <p:cNvSpPr/>
          <p:nvPr/>
        </p:nvSpPr>
        <p:spPr>
          <a:xfrm>
            <a:off x="1435608" y="4108171"/>
            <a:ext cx="803758" cy="849706"/>
          </a:xfrm>
          <a:prstGeom prst="rect">
            <a:avLst/>
          </a:prstGeom>
          <a:solidFill>
            <a:srgbClr val="F8FE05">
              <a:alpha val="1031"/>
            </a:srgbClr>
          </a:solidFill>
          <a:ln/>
        </p:spPr>
      </p:sp>
      <p:sp>
        <p:nvSpPr>
          <p:cNvPr id="153" name="Shape 151"/>
          <p:cNvSpPr/>
          <p:nvPr/>
        </p:nvSpPr>
        <p:spPr>
          <a:xfrm>
            <a:off x="2806294" y="-1775765"/>
            <a:ext cx="803758" cy="523723"/>
          </a:xfrm>
          <a:prstGeom prst="rect">
            <a:avLst/>
          </a:prstGeom>
          <a:solidFill>
            <a:srgbClr val="F8FE05">
              <a:alpha val="3850"/>
            </a:srgbClr>
          </a:solidFill>
          <a:ln/>
        </p:spPr>
      </p:sp>
      <p:sp>
        <p:nvSpPr>
          <p:cNvPr id="154" name="Shape 152"/>
          <p:cNvSpPr/>
          <p:nvPr/>
        </p:nvSpPr>
        <p:spPr>
          <a:xfrm>
            <a:off x="2806294" y="-1261186"/>
            <a:ext cx="803758" cy="523723"/>
          </a:xfrm>
          <a:prstGeom prst="rect">
            <a:avLst/>
          </a:prstGeom>
          <a:solidFill>
            <a:srgbClr val="F8FE05">
              <a:alpha val="3369"/>
            </a:srgbClr>
          </a:solidFill>
          <a:ln/>
        </p:spPr>
      </p:sp>
      <p:sp>
        <p:nvSpPr>
          <p:cNvPr id="155" name="Shape 153"/>
          <p:cNvSpPr/>
          <p:nvPr/>
        </p:nvSpPr>
        <p:spPr>
          <a:xfrm>
            <a:off x="2806294" y="-746608"/>
            <a:ext cx="803758" cy="523723"/>
          </a:xfrm>
          <a:prstGeom prst="rect">
            <a:avLst/>
          </a:prstGeom>
          <a:solidFill>
            <a:srgbClr val="F8FE05">
              <a:alpha val="2888"/>
            </a:srgbClr>
          </a:solidFill>
          <a:ln/>
        </p:spPr>
      </p:sp>
      <p:sp>
        <p:nvSpPr>
          <p:cNvPr id="156" name="Shape 154"/>
          <p:cNvSpPr/>
          <p:nvPr/>
        </p:nvSpPr>
        <p:spPr>
          <a:xfrm>
            <a:off x="2806294" y="-232029"/>
            <a:ext cx="803758" cy="523723"/>
          </a:xfrm>
          <a:prstGeom prst="rect">
            <a:avLst/>
          </a:prstGeom>
          <a:solidFill>
            <a:srgbClr val="F8FE05">
              <a:alpha val="2406"/>
            </a:srgbClr>
          </a:solidFill>
          <a:ln/>
        </p:spPr>
      </p:sp>
      <p:sp>
        <p:nvSpPr>
          <p:cNvPr id="157" name="Shape 155"/>
          <p:cNvSpPr/>
          <p:nvPr/>
        </p:nvSpPr>
        <p:spPr>
          <a:xfrm>
            <a:off x="2806294" y="282550"/>
            <a:ext cx="803758" cy="523723"/>
          </a:xfrm>
          <a:prstGeom prst="rect">
            <a:avLst/>
          </a:prstGeom>
          <a:solidFill>
            <a:srgbClr val="F8FE05">
              <a:alpha val="1925"/>
            </a:srgbClr>
          </a:solidFill>
          <a:ln/>
        </p:spPr>
      </p:sp>
      <p:sp>
        <p:nvSpPr>
          <p:cNvPr id="158" name="Shape 156"/>
          <p:cNvSpPr/>
          <p:nvPr/>
        </p:nvSpPr>
        <p:spPr>
          <a:xfrm>
            <a:off x="2806294" y="797128"/>
            <a:ext cx="803758" cy="523723"/>
          </a:xfrm>
          <a:prstGeom prst="rect">
            <a:avLst/>
          </a:prstGeom>
          <a:solidFill>
            <a:srgbClr val="F8FE05">
              <a:alpha val="1444"/>
            </a:srgbClr>
          </a:solidFill>
          <a:ln/>
        </p:spPr>
      </p:sp>
      <p:sp>
        <p:nvSpPr>
          <p:cNvPr id="159" name="Shape 157"/>
          <p:cNvSpPr/>
          <p:nvPr/>
        </p:nvSpPr>
        <p:spPr>
          <a:xfrm>
            <a:off x="2806294" y="1311707"/>
            <a:ext cx="803758" cy="523723"/>
          </a:xfrm>
          <a:prstGeom prst="rect">
            <a:avLst/>
          </a:prstGeom>
          <a:solidFill>
            <a:srgbClr val="F8FE05">
              <a:alpha val="963"/>
            </a:srgbClr>
          </a:solidFill>
          <a:ln/>
        </p:spPr>
      </p:sp>
      <p:sp>
        <p:nvSpPr>
          <p:cNvPr id="160" name="Shape 158"/>
          <p:cNvSpPr/>
          <p:nvPr/>
        </p:nvSpPr>
        <p:spPr>
          <a:xfrm>
            <a:off x="2806294" y="1826285"/>
            <a:ext cx="803758" cy="523723"/>
          </a:xfrm>
          <a:prstGeom prst="rect">
            <a:avLst/>
          </a:prstGeom>
          <a:solidFill>
            <a:srgbClr val="F8FE05">
              <a:alpha val="481"/>
            </a:srgbClr>
          </a:solidFill>
          <a:ln/>
        </p:spPr>
      </p:sp>
      <p:sp>
        <p:nvSpPr>
          <p:cNvPr id="161" name="Shape 159"/>
          <p:cNvSpPr/>
          <p:nvPr/>
        </p:nvSpPr>
        <p:spPr>
          <a:xfrm>
            <a:off x="2115922" y="-1775765"/>
            <a:ext cx="803758" cy="671284"/>
          </a:xfrm>
          <a:prstGeom prst="rect">
            <a:avLst/>
          </a:prstGeom>
          <a:solidFill>
            <a:srgbClr val="F8FE05">
              <a:alpha val="5500"/>
            </a:srgbClr>
          </a:solidFill>
          <a:ln/>
        </p:spPr>
      </p:sp>
      <p:sp>
        <p:nvSpPr>
          <p:cNvPr id="162" name="Shape 160"/>
          <p:cNvSpPr/>
          <p:nvPr/>
        </p:nvSpPr>
        <p:spPr>
          <a:xfrm>
            <a:off x="2115922" y="-1113625"/>
            <a:ext cx="803758" cy="671284"/>
          </a:xfrm>
          <a:prstGeom prst="rect">
            <a:avLst/>
          </a:prstGeom>
          <a:solidFill>
            <a:srgbClr val="F8FE05">
              <a:alpha val="4813"/>
            </a:srgbClr>
          </a:solidFill>
          <a:ln/>
        </p:spPr>
      </p:sp>
      <p:sp>
        <p:nvSpPr>
          <p:cNvPr id="163" name="Shape 161"/>
          <p:cNvSpPr/>
          <p:nvPr/>
        </p:nvSpPr>
        <p:spPr>
          <a:xfrm>
            <a:off x="2115922" y="-451485"/>
            <a:ext cx="803758" cy="671284"/>
          </a:xfrm>
          <a:prstGeom prst="rect">
            <a:avLst/>
          </a:prstGeom>
          <a:solidFill>
            <a:srgbClr val="F8FE05">
              <a:alpha val="4125"/>
            </a:srgbClr>
          </a:solidFill>
          <a:ln/>
        </p:spPr>
      </p:sp>
      <p:sp>
        <p:nvSpPr>
          <p:cNvPr id="164" name="Shape 162"/>
          <p:cNvSpPr/>
          <p:nvPr/>
        </p:nvSpPr>
        <p:spPr>
          <a:xfrm>
            <a:off x="2115922" y="210655"/>
            <a:ext cx="803758" cy="671284"/>
          </a:xfrm>
          <a:prstGeom prst="rect">
            <a:avLst/>
          </a:prstGeom>
          <a:solidFill>
            <a:srgbClr val="F8FE05">
              <a:alpha val="3438"/>
            </a:srgbClr>
          </a:solidFill>
          <a:ln/>
        </p:spPr>
      </p:sp>
      <p:sp>
        <p:nvSpPr>
          <p:cNvPr id="165" name="Shape 163"/>
          <p:cNvSpPr/>
          <p:nvPr/>
        </p:nvSpPr>
        <p:spPr>
          <a:xfrm>
            <a:off x="2115922" y="872795"/>
            <a:ext cx="803758" cy="671284"/>
          </a:xfrm>
          <a:prstGeom prst="rect">
            <a:avLst/>
          </a:prstGeom>
          <a:solidFill>
            <a:srgbClr val="F8FE05">
              <a:alpha val="2750"/>
            </a:srgbClr>
          </a:solidFill>
          <a:ln/>
        </p:spPr>
      </p:sp>
      <p:sp>
        <p:nvSpPr>
          <p:cNvPr id="166" name="Shape 164"/>
          <p:cNvSpPr/>
          <p:nvPr/>
        </p:nvSpPr>
        <p:spPr>
          <a:xfrm>
            <a:off x="2115922" y="1534935"/>
            <a:ext cx="803758" cy="671284"/>
          </a:xfrm>
          <a:prstGeom prst="rect">
            <a:avLst/>
          </a:prstGeom>
          <a:solidFill>
            <a:srgbClr val="F8FE05">
              <a:alpha val="2063"/>
            </a:srgbClr>
          </a:solidFill>
          <a:ln/>
        </p:spPr>
      </p:sp>
      <p:sp>
        <p:nvSpPr>
          <p:cNvPr id="167" name="Shape 165"/>
          <p:cNvSpPr/>
          <p:nvPr/>
        </p:nvSpPr>
        <p:spPr>
          <a:xfrm>
            <a:off x="2115922" y="2197075"/>
            <a:ext cx="803758" cy="671284"/>
          </a:xfrm>
          <a:prstGeom prst="rect">
            <a:avLst/>
          </a:prstGeom>
          <a:solidFill>
            <a:srgbClr val="F8FE05">
              <a:alpha val="1375"/>
            </a:srgbClr>
          </a:solidFill>
          <a:ln/>
        </p:spPr>
      </p:sp>
      <p:sp>
        <p:nvSpPr>
          <p:cNvPr id="168" name="Shape 166"/>
          <p:cNvSpPr/>
          <p:nvPr/>
        </p:nvSpPr>
        <p:spPr>
          <a:xfrm>
            <a:off x="2115922" y="2859215"/>
            <a:ext cx="803758" cy="671284"/>
          </a:xfrm>
          <a:prstGeom prst="rect">
            <a:avLst/>
          </a:prstGeom>
          <a:solidFill>
            <a:srgbClr val="F8FE05">
              <a:alpha val="688"/>
            </a:srgbClr>
          </a:solidFill>
          <a:ln/>
        </p:spPr>
      </p:sp>
      <p:sp>
        <p:nvSpPr>
          <p:cNvPr id="169" name="Shape 167"/>
          <p:cNvSpPr/>
          <p:nvPr/>
        </p:nvSpPr>
        <p:spPr>
          <a:xfrm>
            <a:off x="742493" y="-1775765"/>
            <a:ext cx="803758" cy="625107"/>
          </a:xfrm>
          <a:prstGeom prst="rect">
            <a:avLst/>
          </a:prstGeom>
          <a:solidFill>
            <a:srgbClr val="F8FE05">
              <a:alpha val="5500"/>
            </a:srgbClr>
          </a:solidFill>
          <a:ln/>
        </p:spPr>
      </p:sp>
      <p:sp>
        <p:nvSpPr>
          <p:cNvPr id="170" name="Shape 168"/>
          <p:cNvSpPr/>
          <p:nvPr/>
        </p:nvSpPr>
        <p:spPr>
          <a:xfrm>
            <a:off x="742493" y="-1159802"/>
            <a:ext cx="803758" cy="625107"/>
          </a:xfrm>
          <a:prstGeom prst="rect">
            <a:avLst/>
          </a:prstGeom>
          <a:solidFill>
            <a:srgbClr val="F8FE05">
              <a:alpha val="4813"/>
            </a:srgbClr>
          </a:solidFill>
          <a:ln/>
        </p:spPr>
      </p:sp>
      <p:sp>
        <p:nvSpPr>
          <p:cNvPr id="171" name="Shape 169"/>
          <p:cNvSpPr/>
          <p:nvPr/>
        </p:nvSpPr>
        <p:spPr>
          <a:xfrm>
            <a:off x="742493" y="-543839"/>
            <a:ext cx="803758" cy="625107"/>
          </a:xfrm>
          <a:prstGeom prst="rect">
            <a:avLst/>
          </a:prstGeom>
          <a:solidFill>
            <a:srgbClr val="F8FE05">
              <a:alpha val="4125"/>
            </a:srgbClr>
          </a:solidFill>
          <a:ln/>
        </p:spPr>
      </p:sp>
      <p:sp>
        <p:nvSpPr>
          <p:cNvPr id="172" name="Shape 170"/>
          <p:cNvSpPr/>
          <p:nvPr/>
        </p:nvSpPr>
        <p:spPr>
          <a:xfrm>
            <a:off x="742493" y="72123"/>
            <a:ext cx="803758" cy="625107"/>
          </a:xfrm>
          <a:prstGeom prst="rect">
            <a:avLst/>
          </a:prstGeom>
          <a:solidFill>
            <a:srgbClr val="F8FE05">
              <a:alpha val="3438"/>
            </a:srgbClr>
          </a:solidFill>
          <a:ln/>
        </p:spPr>
      </p:sp>
      <p:sp>
        <p:nvSpPr>
          <p:cNvPr id="173" name="Shape 171"/>
          <p:cNvSpPr/>
          <p:nvPr/>
        </p:nvSpPr>
        <p:spPr>
          <a:xfrm>
            <a:off x="742493" y="688086"/>
            <a:ext cx="803758" cy="625107"/>
          </a:xfrm>
          <a:prstGeom prst="rect">
            <a:avLst/>
          </a:prstGeom>
          <a:solidFill>
            <a:srgbClr val="F8FE05">
              <a:alpha val="2750"/>
            </a:srgbClr>
          </a:solidFill>
          <a:ln/>
        </p:spPr>
      </p:sp>
      <p:sp>
        <p:nvSpPr>
          <p:cNvPr id="174" name="Shape 172"/>
          <p:cNvSpPr/>
          <p:nvPr/>
        </p:nvSpPr>
        <p:spPr>
          <a:xfrm>
            <a:off x="742493" y="1304049"/>
            <a:ext cx="803758" cy="625107"/>
          </a:xfrm>
          <a:prstGeom prst="rect">
            <a:avLst/>
          </a:prstGeom>
          <a:solidFill>
            <a:srgbClr val="F8FE05">
              <a:alpha val="2063"/>
            </a:srgbClr>
          </a:solidFill>
          <a:ln/>
        </p:spPr>
      </p:sp>
      <p:sp>
        <p:nvSpPr>
          <p:cNvPr id="175" name="Shape 173"/>
          <p:cNvSpPr/>
          <p:nvPr/>
        </p:nvSpPr>
        <p:spPr>
          <a:xfrm>
            <a:off x="742493" y="1920011"/>
            <a:ext cx="803758" cy="625107"/>
          </a:xfrm>
          <a:prstGeom prst="rect">
            <a:avLst/>
          </a:prstGeom>
          <a:solidFill>
            <a:srgbClr val="F8FE05">
              <a:alpha val="1375"/>
            </a:srgbClr>
          </a:solidFill>
          <a:ln/>
        </p:spPr>
      </p:sp>
      <p:sp>
        <p:nvSpPr>
          <p:cNvPr id="176" name="Shape 174"/>
          <p:cNvSpPr/>
          <p:nvPr/>
        </p:nvSpPr>
        <p:spPr>
          <a:xfrm>
            <a:off x="742493" y="2535974"/>
            <a:ext cx="803758" cy="625107"/>
          </a:xfrm>
          <a:prstGeom prst="rect">
            <a:avLst/>
          </a:prstGeom>
          <a:solidFill>
            <a:srgbClr val="F8FE05">
              <a:alpha val="688"/>
            </a:srgbClr>
          </a:solidFill>
          <a:ln/>
        </p:spPr>
      </p:sp>
      <p:sp>
        <p:nvSpPr>
          <p:cNvPr id="177" name="Shape 175"/>
          <p:cNvSpPr/>
          <p:nvPr/>
        </p:nvSpPr>
        <p:spPr>
          <a:xfrm>
            <a:off x="57607" y="-1775765"/>
            <a:ext cx="803758" cy="395364"/>
          </a:xfrm>
          <a:prstGeom prst="rect">
            <a:avLst/>
          </a:prstGeom>
          <a:solidFill>
            <a:srgbClr val="F8FE05">
              <a:alpha val="3850"/>
            </a:srgbClr>
          </a:solidFill>
          <a:ln/>
        </p:spPr>
      </p:sp>
      <p:sp>
        <p:nvSpPr>
          <p:cNvPr id="178" name="Shape 176"/>
          <p:cNvSpPr/>
          <p:nvPr/>
        </p:nvSpPr>
        <p:spPr>
          <a:xfrm>
            <a:off x="57607" y="-1389545"/>
            <a:ext cx="803758" cy="395364"/>
          </a:xfrm>
          <a:prstGeom prst="rect">
            <a:avLst/>
          </a:prstGeom>
          <a:solidFill>
            <a:srgbClr val="F8FE05">
              <a:alpha val="3369"/>
            </a:srgbClr>
          </a:solidFill>
          <a:ln/>
        </p:spPr>
      </p:sp>
      <p:sp>
        <p:nvSpPr>
          <p:cNvPr id="179" name="Shape 177"/>
          <p:cNvSpPr/>
          <p:nvPr/>
        </p:nvSpPr>
        <p:spPr>
          <a:xfrm>
            <a:off x="57607" y="-1003325"/>
            <a:ext cx="803758" cy="395364"/>
          </a:xfrm>
          <a:prstGeom prst="rect">
            <a:avLst/>
          </a:prstGeom>
          <a:solidFill>
            <a:srgbClr val="F8FE05">
              <a:alpha val="2888"/>
            </a:srgbClr>
          </a:solidFill>
          <a:ln/>
        </p:spPr>
      </p:sp>
      <p:sp>
        <p:nvSpPr>
          <p:cNvPr id="180" name="Shape 178"/>
          <p:cNvSpPr/>
          <p:nvPr/>
        </p:nvSpPr>
        <p:spPr>
          <a:xfrm>
            <a:off x="57607" y="-617106"/>
            <a:ext cx="803758" cy="395364"/>
          </a:xfrm>
          <a:prstGeom prst="rect">
            <a:avLst/>
          </a:prstGeom>
          <a:solidFill>
            <a:srgbClr val="F8FE05">
              <a:alpha val="2406"/>
            </a:srgbClr>
          </a:solidFill>
          <a:ln/>
        </p:spPr>
      </p:sp>
      <p:sp>
        <p:nvSpPr>
          <p:cNvPr id="181" name="Shape 179"/>
          <p:cNvSpPr/>
          <p:nvPr/>
        </p:nvSpPr>
        <p:spPr>
          <a:xfrm>
            <a:off x="57607" y="-230886"/>
            <a:ext cx="803758" cy="395364"/>
          </a:xfrm>
          <a:prstGeom prst="rect">
            <a:avLst/>
          </a:prstGeom>
          <a:solidFill>
            <a:srgbClr val="F8FE05">
              <a:alpha val="1925"/>
            </a:srgbClr>
          </a:solidFill>
          <a:ln/>
        </p:spPr>
      </p:sp>
      <p:sp>
        <p:nvSpPr>
          <p:cNvPr id="182" name="Shape 180"/>
          <p:cNvSpPr/>
          <p:nvPr/>
        </p:nvSpPr>
        <p:spPr>
          <a:xfrm>
            <a:off x="57607" y="155334"/>
            <a:ext cx="803758" cy="395364"/>
          </a:xfrm>
          <a:prstGeom prst="rect">
            <a:avLst/>
          </a:prstGeom>
          <a:solidFill>
            <a:srgbClr val="F8FE05">
              <a:alpha val="1444"/>
            </a:srgbClr>
          </a:solidFill>
          <a:ln/>
        </p:spPr>
      </p:sp>
      <p:sp>
        <p:nvSpPr>
          <p:cNvPr id="183" name="Shape 181"/>
          <p:cNvSpPr/>
          <p:nvPr/>
        </p:nvSpPr>
        <p:spPr>
          <a:xfrm>
            <a:off x="57607" y="541553"/>
            <a:ext cx="803758" cy="395364"/>
          </a:xfrm>
          <a:prstGeom prst="rect">
            <a:avLst/>
          </a:prstGeom>
          <a:solidFill>
            <a:srgbClr val="F8FE05">
              <a:alpha val="963"/>
            </a:srgbClr>
          </a:solidFill>
          <a:ln/>
        </p:spPr>
      </p:sp>
      <p:sp>
        <p:nvSpPr>
          <p:cNvPr id="184" name="Shape 182"/>
          <p:cNvSpPr/>
          <p:nvPr/>
        </p:nvSpPr>
        <p:spPr>
          <a:xfrm>
            <a:off x="57607" y="927773"/>
            <a:ext cx="803758" cy="395364"/>
          </a:xfrm>
          <a:prstGeom prst="rect">
            <a:avLst/>
          </a:prstGeom>
          <a:solidFill>
            <a:srgbClr val="F8FE05">
              <a:alpha val="481"/>
            </a:srgbClr>
          </a:solidFill>
          <a:ln/>
        </p:spPr>
      </p:sp>
      <p:sp>
        <p:nvSpPr>
          <p:cNvPr id="185" name="Shape 183"/>
          <p:cNvSpPr/>
          <p:nvPr/>
        </p:nvSpPr>
        <p:spPr>
          <a:xfrm>
            <a:off x="5578754" y="-1775765"/>
            <a:ext cx="803758" cy="849706"/>
          </a:xfrm>
          <a:prstGeom prst="rect">
            <a:avLst/>
          </a:prstGeom>
          <a:solidFill>
            <a:srgbClr val="F8FE05">
              <a:alpha val="8250"/>
            </a:srgbClr>
          </a:solidFill>
          <a:ln/>
        </p:spPr>
      </p:sp>
      <p:sp>
        <p:nvSpPr>
          <p:cNvPr id="186" name="Shape 184"/>
          <p:cNvSpPr/>
          <p:nvPr/>
        </p:nvSpPr>
        <p:spPr>
          <a:xfrm>
            <a:off x="5578754" y="-935203"/>
            <a:ext cx="803758" cy="849706"/>
          </a:xfrm>
          <a:prstGeom prst="rect">
            <a:avLst/>
          </a:prstGeom>
          <a:solidFill>
            <a:srgbClr val="F8FE05">
              <a:alpha val="7219"/>
            </a:srgbClr>
          </a:solidFill>
          <a:ln/>
        </p:spPr>
      </p:sp>
      <p:sp>
        <p:nvSpPr>
          <p:cNvPr id="187" name="Shape 185"/>
          <p:cNvSpPr/>
          <p:nvPr/>
        </p:nvSpPr>
        <p:spPr>
          <a:xfrm>
            <a:off x="5578754" y="-94640"/>
            <a:ext cx="803758" cy="849706"/>
          </a:xfrm>
          <a:prstGeom prst="rect">
            <a:avLst/>
          </a:prstGeom>
          <a:solidFill>
            <a:srgbClr val="F8FE05">
              <a:alpha val="6188"/>
            </a:srgbClr>
          </a:solidFill>
          <a:ln/>
        </p:spPr>
      </p:sp>
      <p:sp>
        <p:nvSpPr>
          <p:cNvPr id="188" name="Shape 186"/>
          <p:cNvSpPr/>
          <p:nvPr/>
        </p:nvSpPr>
        <p:spPr>
          <a:xfrm>
            <a:off x="5578754" y="745922"/>
            <a:ext cx="803758" cy="849706"/>
          </a:xfrm>
          <a:prstGeom prst="rect">
            <a:avLst/>
          </a:prstGeom>
          <a:solidFill>
            <a:srgbClr val="F8FE05">
              <a:alpha val="5156"/>
            </a:srgbClr>
          </a:solidFill>
          <a:ln/>
        </p:spPr>
      </p:sp>
      <p:sp>
        <p:nvSpPr>
          <p:cNvPr id="189" name="Shape 187"/>
          <p:cNvSpPr/>
          <p:nvPr/>
        </p:nvSpPr>
        <p:spPr>
          <a:xfrm>
            <a:off x="5578754" y="1586484"/>
            <a:ext cx="803758" cy="849706"/>
          </a:xfrm>
          <a:prstGeom prst="rect">
            <a:avLst/>
          </a:prstGeom>
          <a:solidFill>
            <a:srgbClr val="F8FE05">
              <a:alpha val="4125"/>
            </a:srgbClr>
          </a:solidFill>
          <a:ln/>
        </p:spPr>
      </p:sp>
      <p:sp>
        <p:nvSpPr>
          <p:cNvPr id="190" name="Shape 188"/>
          <p:cNvSpPr/>
          <p:nvPr/>
        </p:nvSpPr>
        <p:spPr>
          <a:xfrm>
            <a:off x="5578754" y="2427046"/>
            <a:ext cx="803758" cy="849706"/>
          </a:xfrm>
          <a:prstGeom prst="rect">
            <a:avLst/>
          </a:prstGeom>
          <a:solidFill>
            <a:srgbClr val="F8FE05">
              <a:alpha val="3094"/>
            </a:srgbClr>
          </a:solidFill>
          <a:ln/>
        </p:spPr>
      </p:sp>
      <p:sp>
        <p:nvSpPr>
          <p:cNvPr id="191" name="Shape 189"/>
          <p:cNvSpPr/>
          <p:nvPr/>
        </p:nvSpPr>
        <p:spPr>
          <a:xfrm>
            <a:off x="5578754" y="3267608"/>
            <a:ext cx="803758" cy="849706"/>
          </a:xfrm>
          <a:prstGeom prst="rect">
            <a:avLst/>
          </a:prstGeom>
          <a:solidFill>
            <a:srgbClr val="F8FE05">
              <a:alpha val="2063"/>
            </a:srgbClr>
          </a:solidFill>
          <a:ln/>
        </p:spPr>
      </p:sp>
      <p:sp>
        <p:nvSpPr>
          <p:cNvPr id="192" name="Shape 190"/>
          <p:cNvSpPr/>
          <p:nvPr/>
        </p:nvSpPr>
        <p:spPr>
          <a:xfrm>
            <a:off x="5578754" y="4108171"/>
            <a:ext cx="803758" cy="849706"/>
          </a:xfrm>
          <a:prstGeom prst="rect">
            <a:avLst/>
          </a:prstGeom>
          <a:solidFill>
            <a:srgbClr val="F8FE05">
              <a:alpha val="1031"/>
            </a:srgbClr>
          </a:solidFill>
          <a:ln/>
        </p:spPr>
      </p:sp>
      <p:sp>
        <p:nvSpPr>
          <p:cNvPr id="193" name="Shape 191"/>
          <p:cNvSpPr/>
          <p:nvPr/>
        </p:nvSpPr>
        <p:spPr>
          <a:xfrm>
            <a:off x="6948526" y="-1775765"/>
            <a:ext cx="803758" cy="523723"/>
          </a:xfrm>
          <a:prstGeom prst="rect">
            <a:avLst/>
          </a:prstGeom>
          <a:solidFill>
            <a:srgbClr val="F8FE05">
              <a:alpha val="3850"/>
            </a:srgbClr>
          </a:solidFill>
          <a:ln/>
        </p:spPr>
      </p:sp>
      <p:sp>
        <p:nvSpPr>
          <p:cNvPr id="194" name="Shape 192"/>
          <p:cNvSpPr/>
          <p:nvPr/>
        </p:nvSpPr>
        <p:spPr>
          <a:xfrm>
            <a:off x="6948526" y="-1261186"/>
            <a:ext cx="803758" cy="523723"/>
          </a:xfrm>
          <a:prstGeom prst="rect">
            <a:avLst/>
          </a:prstGeom>
          <a:solidFill>
            <a:srgbClr val="F8FE05">
              <a:alpha val="3369"/>
            </a:srgbClr>
          </a:solidFill>
          <a:ln/>
        </p:spPr>
      </p:sp>
      <p:sp>
        <p:nvSpPr>
          <p:cNvPr id="195" name="Shape 193"/>
          <p:cNvSpPr/>
          <p:nvPr/>
        </p:nvSpPr>
        <p:spPr>
          <a:xfrm>
            <a:off x="6948526" y="-746608"/>
            <a:ext cx="803758" cy="523723"/>
          </a:xfrm>
          <a:prstGeom prst="rect">
            <a:avLst/>
          </a:prstGeom>
          <a:solidFill>
            <a:srgbClr val="F8FE05">
              <a:alpha val="2888"/>
            </a:srgbClr>
          </a:solidFill>
          <a:ln/>
        </p:spPr>
      </p:sp>
      <p:sp>
        <p:nvSpPr>
          <p:cNvPr id="196" name="Shape 194"/>
          <p:cNvSpPr/>
          <p:nvPr/>
        </p:nvSpPr>
        <p:spPr>
          <a:xfrm>
            <a:off x="6948526" y="-232029"/>
            <a:ext cx="803758" cy="523723"/>
          </a:xfrm>
          <a:prstGeom prst="rect">
            <a:avLst/>
          </a:prstGeom>
          <a:solidFill>
            <a:srgbClr val="F8FE05">
              <a:alpha val="2406"/>
            </a:srgbClr>
          </a:solidFill>
          <a:ln/>
        </p:spPr>
      </p:sp>
      <p:sp>
        <p:nvSpPr>
          <p:cNvPr id="197" name="Shape 195"/>
          <p:cNvSpPr/>
          <p:nvPr/>
        </p:nvSpPr>
        <p:spPr>
          <a:xfrm>
            <a:off x="6948526" y="282550"/>
            <a:ext cx="803758" cy="523723"/>
          </a:xfrm>
          <a:prstGeom prst="rect">
            <a:avLst/>
          </a:prstGeom>
          <a:solidFill>
            <a:srgbClr val="F8FE05">
              <a:alpha val="1925"/>
            </a:srgbClr>
          </a:solidFill>
          <a:ln/>
        </p:spPr>
      </p:sp>
      <p:sp>
        <p:nvSpPr>
          <p:cNvPr id="198" name="Shape 196"/>
          <p:cNvSpPr/>
          <p:nvPr/>
        </p:nvSpPr>
        <p:spPr>
          <a:xfrm>
            <a:off x="6948526" y="797128"/>
            <a:ext cx="803758" cy="523723"/>
          </a:xfrm>
          <a:prstGeom prst="rect">
            <a:avLst/>
          </a:prstGeom>
          <a:solidFill>
            <a:srgbClr val="F8FE05">
              <a:alpha val="1444"/>
            </a:srgbClr>
          </a:solidFill>
          <a:ln/>
        </p:spPr>
      </p:sp>
      <p:sp>
        <p:nvSpPr>
          <p:cNvPr id="199" name="Shape 197"/>
          <p:cNvSpPr/>
          <p:nvPr/>
        </p:nvSpPr>
        <p:spPr>
          <a:xfrm>
            <a:off x="6948526" y="1311707"/>
            <a:ext cx="803758" cy="523723"/>
          </a:xfrm>
          <a:prstGeom prst="rect">
            <a:avLst/>
          </a:prstGeom>
          <a:solidFill>
            <a:srgbClr val="F8FE05">
              <a:alpha val="963"/>
            </a:srgbClr>
          </a:solidFill>
          <a:ln/>
        </p:spPr>
      </p:sp>
      <p:sp>
        <p:nvSpPr>
          <p:cNvPr id="200" name="Shape 198"/>
          <p:cNvSpPr/>
          <p:nvPr/>
        </p:nvSpPr>
        <p:spPr>
          <a:xfrm>
            <a:off x="6948526" y="1826285"/>
            <a:ext cx="803758" cy="523723"/>
          </a:xfrm>
          <a:prstGeom prst="rect">
            <a:avLst/>
          </a:prstGeom>
          <a:solidFill>
            <a:srgbClr val="F8FE05">
              <a:alpha val="481"/>
            </a:srgbClr>
          </a:solidFill>
          <a:ln/>
        </p:spPr>
      </p:sp>
      <p:sp>
        <p:nvSpPr>
          <p:cNvPr id="201" name="Shape 199"/>
          <p:cNvSpPr/>
          <p:nvPr/>
        </p:nvSpPr>
        <p:spPr>
          <a:xfrm>
            <a:off x="6259068" y="-1775765"/>
            <a:ext cx="803758" cy="671284"/>
          </a:xfrm>
          <a:prstGeom prst="rect">
            <a:avLst/>
          </a:prstGeom>
          <a:solidFill>
            <a:srgbClr val="F8FE05">
              <a:alpha val="5500"/>
            </a:srgbClr>
          </a:solidFill>
          <a:ln/>
        </p:spPr>
      </p:sp>
      <p:sp>
        <p:nvSpPr>
          <p:cNvPr id="202" name="Shape 200"/>
          <p:cNvSpPr/>
          <p:nvPr/>
        </p:nvSpPr>
        <p:spPr>
          <a:xfrm>
            <a:off x="6259068" y="-1113625"/>
            <a:ext cx="803758" cy="671284"/>
          </a:xfrm>
          <a:prstGeom prst="rect">
            <a:avLst/>
          </a:prstGeom>
          <a:solidFill>
            <a:srgbClr val="F8FE05">
              <a:alpha val="4813"/>
            </a:srgbClr>
          </a:solidFill>
          <a:ln/>
        </p:spPr>
      </p:sp>
      <p:sp>
        <p:nvSpPr>
          <p:cNvPr id="203" name="Shape 201"/>
          <p:cNvSpPr/>
          <p:nvPr/>
        </p:nvSpPr>
        <p:spPr>
          <a:xfrm>
            <a:off x="6259068" y="-451485"/>
            <a:ext cx="803758" cy="671284"/>
          </a:xfrm>
          <a:prstGeom prst="rect">
            <a:avLst/>
          </a:prstGeom>
          <a:solidFill>
            <a:srgbClr val="F8FE05">
              <a:alpha val="4125"/>
            </a:srgbClr>
          </a:solidFill>
          <a:ln/>
        </p:spPr>
      </p:sp>
      <p:sp>
        <p:nvSpPr>
          <p:cNvPr id="204" name="Shape 202"/>
          <p:cNvSpPr/>
          <p:nvPr/>
        </p:nvSpPr>
        <p:spPr>
          <a:xfrm>
            <a:off x="6259068" y="210655"/>
            <a:ext cx="803758" cy="671284"/>
          </a:xfrm>
          <a:prstGeom prst="rect">
            <a:avLst/>
          </a:prstGeom>
          <a:solidFill>
            <a:srgbClr val="F8FE05">
              <a:alpha val="3438"/>
            </a:srgbClr>
          </a:solidFill>
          <a:ln/>
        </p:spPr>
      </p:sp>
      <p:sp>
        <p:nvSpPr>
          <p:cNvPr id="205" name="Shape 203"/>
          <p:cNvSpPr/>
          <p:nvPr/>
        </p:nvSpPr>
        <p:spPr>
          <a:xfrm>
            <a:off x="6259068" y="872795"/>
            <a:ext cx="803758" cy="671284"/>
          </a:xfrm>
          <a:prstGeom prst="rect">
            <a:avLst/>
          </a:prstGeom>
          <a:solidFill>
            <a:srgbClr val="F8FE05">
              <a:alpha val="2750"/>
            </a:srgbClr>
          </a:solidFill>
          <a:ln/>
        </p:spPr>
      </p:sp>
      <p:sp>
        <p:nvSpPr>
          <p:cNvPr id="206" name="Shape 204"/>
          <p:cNvSpPr/>
          <p:nvPr/>
        </p:nvSpPr>
        <p:spPr>
          <a:xfrm>
            <a:off x="6259068" y="1534935"/>
            <a:ext cx="803758" cy="671284"/>
          </a:xfrm>
          <a:prstGeom prst="rect">
            <a:avLst/>
          </a:prstGeom>
          <a:solidFill>
            <a:srgbClr val="F8FE05">
              <a:alpha val="2063"/>
            </a:srgbClr>
          </a:solidFill>
          <a:ln/>
        </p:spPr>
      </p:sp>
      <p:sp>
        <p:nvSpPr>
          <p:cNvPr id="207" name="Shape 205"/>
          <p:cNvSpPr/>
          <p:nvPr/>
        </p:nvSpPr>
        <p:spPr>
          <a:xfrm>
            <a:off x="6259068" y="2197075"/>
            <a:ext cx="803758" cy="671284"/>
          </a:xfrm>
          <a:prstGeom prst="rect">
            <a:avLst/>
          </a:prstGeom>
          <a:solidFill>
            <a:srgbClr val="F8FE05">
              <a:alpha val="1375"/>
            </a:srgbClr>
          </a:solidFill>
          <a:ln/>
        </p:spPr>
      </p:sp>
      <p:sp>
        <p:nvSpPr>
          <p:cNvPr id="208" name="Shape 206"/>
          <p:cNvSpPr/>
          <p:nvPr/>
        </p:nvSpPr>
        <p:spPr>
          <a:xfrm>
            <a:off x="6259068" y="2859215"/>
            <a:ext cx="803758" cy="671284"/>
          </a:xfrm>
          <a:prstGeom prst="rect">
            <a:avLst/>
          </a:prstGeom>
          <a:solidFill>
            <a:srgbClr val="F8FE05">
              <a:alpha val="688"/>
            </a:srgbClr>
          </a:solidFill>
          <a:ln/>
        </p:spPr>
      </p:sp>
      <p:sp>
        <p:nvSpPr>
          <p:cNvPr id="209" name="Shape 207"/>
          <p:cNvSpPr/>
          <p:nvPr/>
        </p:nvSpPr>
        <p:spPr>
          <a:xfrm>
            <a:off x="4892040" y="-1775765"/>
            <a:ext cx="803758" cy="625107"/>
          </a:xfrm>
          <a:prstGeom prst="rect">
            <a:avLst/>
          </a:prstGeom>
          <a:solidFill>
            <a:srgbClr val="F8FE05">
              <a:alpha val="5500"/>
            </a:srgbClr>
          </a:solidFill>
          <a:ln/>
        </p:spPr>
      </p:sp>
      <p:sp>
        <p:nvSpPr>
          <p:cNvPr id="210" name="Shape 208"/>
          <p:cNvSpPr/>
          <p:nvPr/>
        </p:nvSpPr>
        <p:spPr>
          <a:xfrm>
            <a:off x="4892040" y="-1159802"/>
            <a:ext cx="803758" cy="625107"/>
          </a:xfrm>
          <a:prstGeom prst="rect">
            <a:avLst/>
          </a:prstGeom>
          <a:solidFill>
            <a:srgbClr val="F8FE05">
              <a:alpha val="4813"/>
            </a:srgbClr>
          </a:solidFill>
          <a:ln/>
        </p:spPr>
      </p:sp>
      <p:sp>
        <p:nvSpPr>
          <p:cNvPr id="211" name="Shape 209"/>
          <p:cNvSpPr/>
          <p:nvPr/>
        </p:nvSpPr>
        <p:spPr>
          <a:xfrm>
            <a:off x="4892040" y="-543839"/>
            <a:ext cx="803758" cy="625107"/>
          </a:xfrm>
          <a:prstGeom prst="rect">
            <a:avLst/>
          </a:prstGeom>
          <a:solidFill>
            <a:srgbClr val="F8FE05">
              <a:alpha val="4125"/>
            </a:srgbClr>
          </a:solidFill>
          <a:ln/>
        </p:spPr>
      </p:sp>
      <p:sp>
        <p:nvSpPr>
          <p:cNvPr id="212" name="Shape 210"/>
          <p:cNvSpPr/>
          <p:nvPr/>
        </p:nvSpPr>
        <p:spPr>
          <a:xfrm>
            <a:off x="4892040" y="72123"/>
            <a:ext cx="803758" cy="625107"/>
          </a:xfrm>
          <a:prstGeom prst="rect">
            <a:avLst/>
          </a:prstGeom>
          <a:solidFill>
            <a:srgbClr val="F8FE05">
              <a:alpha val="3438"/>
            </a:srgbClr>
          </a:solidFill>
          <a:ln/>
        </p:spPr>
      </p:sp>
      <p:sp>
        <p:nvSpPr>
          <p:cNvPr id="213" name="Shape 211"/>
          <p:cNvSpPr/>
          <p:nvPr/>
        </p:nvSpPr>
        <p:spPr>
          <a:xfrm>
            <a:off x="4892040" y="688086"/>
            <a:ext cx="803758" cy="625107"/>
          </a:xfrm>
          <a:prstGeom prst="rect">
            <a:avLst/>
          </a:prstGeom>
          <a:solidFill>
            <a:srgbClr val="F8FE05">
              <a:alpha val="2750"/>
            </a:srgbClr>
          </a:solidFill>
          <a:ln/>
        </p:spPr>
      </p:sp>
      <p:sp>
        <p:nvSpPr>
          <p:cNvPr id="214" name="Shape 212"/>
          <p:cNvSpPr/>
          <p:nvPr/>
        </p:nvSpPr>
        <p:spPr>
          <a:xfrm>
            <a:off x="4892040" y="1304049"/>
            <a:ext cx="803758" cy="625107"/>
          </a:xfrm>
          <a:prstGeom prst="rect">
            <a:avLst/>
          </a:prstGeom>
          <a:solidFill>
            <a:srgbClr val="F8FE05">
              <a:alpha val="2063"/>
            </a:srgbClr>
          </a:solidFill>
          <a:ln/>
        </p:spPr>
      </p:sp>
      <p:sp>
        <p:nvSpPr>
          <p:cNvPr id="215" name="Shape 213"/>
          <p:cNvSpPr/>
          <p:nvPr/>
        </p:nvSpPr>
        <p:spPr>
          <a:xfrm>
            <a:off x="4892040" y="1920011"/>
            <a:ext cx="803758" cy="625107"/>
          </a:xfrm>
          <a:prstGeom prst="rect">
            <a:avLst/>
          </a:prstGeom>
          <a:solidFill>
            <a:srgbClr val="F8FE05">
              <a:alpha val="1375"/>
            </a:srgbClr>
          </a:solidFill>
          <a:ln/>
        </p:spPr>
      </p:sp>
      <p:sp>
        <p:nvSpPr>
          <p:cNvPr id="216" name="Shape 214"/>
          <p:cNvSpPr/>
          <p:nvPr/>
        </p:nvSpPr>
        <p:spPr>
          <a:xfrm>
            <a:off x="4892040" y="2535974"/>
            <a:ext cx="803758" cy="625107"/>
          </a:xfrm>
          <a:prstGeom prst="rect">
            <a:avLst/>
          </a:prstGeom>
          <a:solidFill>
            <a:srgbClr val="F8FE05">
              <a:alpha val="688"/>
            </a:srgbClr>
          </a:solidFill>
          <a:ln/>
        </p:spPr>
      </p:sp>
      <p:sp>
        <p:nvSpPr>
          <p:cNvPr id="217" name="Shape 215"/>
          <p:cNvSpPr/>
          <p:nvPr/>
        </p:nvSpPr>
        <p:spPr>
          <a:xfrm>
            <a:off x="4200754" y="-1775765"/>
            <a:ext cx="803758" cy="395364"/>
          </a:xfrm>
          <a:prstGeom prst="rect">
            <a:avLst/>
          </a:prstGeom>
          <a:solidFill>
            <a:srgbClr val="F8FE05">
              <a:alpha val="3850"/>
            </a:srgbClr>
          </a:solidFill>
          <a:ln/>
        </p:spPr>
      </p:sp>
      <p:sp>
        <p:nvSpPr>
          <p:cNvPr id="218" name="Shape 216"/>
          <p:cNvSpPr/>
          <p:nvPr/>
        </p:nvSpPr>
        <p:spPr>
          <a:xfrm>
            <a:off x="4200754" y="-1389545"/>
            <a:ext cx="803758" cy="395364"/>
          </a:xfrm>
          <a:prstGeom prst="rect">
            <a:avLst/>
          </a:prstGeom>
          <a:solidFill>
            <a:srgbClr val="F8FE05">
              <a:alpha val="3369"/>
            </a:srgbClr>
          </a:solidFill>
          <a:ln/>
        </p:spPr>
      </p:sp>
      <p:sp>
        <p:nvSpPr>
          <p:cNvPr id="219" name="Shape 217"/>
          <p:cNvSpPr/>
          <p:nvPr/>
        </p:nvSpPr>
        <p:spPr>
          <a:xfrm>
            <a:off x="4200754" y="-1003325"/>
            <a:ext cx="803758" cy="395364"/>
          </a:xfrm>
          <a:prstGeom prst="rect">
            <a:avLst/>
          </a:prstGeom>
          <a:solidFill>
            <a:srgbClr val="F8FE05">
              <a:alpha val="2888"/>
            </a:srgbClr>
          </a:solidFill>
          <a:ln/>
        </p:spPr>
      </p:sp>
      <p:sp>
        <p:nvSpPr>
          <p:cNvPr id="220" name="Shape 218"/>
          <p:cNvSpPr/>
          <p:nvPr/>
        </p:nvSpPr>
        <p:spPr>
          <a:xfrm>
            <a:off x="4200754" y="-617106"/>
            <a:ext cx="803758" cy="395364"/>
          </a:xfrm>
          <a:prstGeom prst="rect">
            <a:avLst/>
          </a:prstGeom>
          <a:solidFill>
            <a:srgbClr val="F8FE05">
              <a:alpha val="2406"/>
            </a:srgbClr>
          </a:solidFill>
          <a:ln/>
        </p:spPr>
      </p:sp>
      <p:sp>
        <p:nvSpPr>
          <p:cNvPr id="221" name="Shape 219"/>
          <p:cNvSpPr/>
          <p:nvPr/>
        </p:nvSpPr>
        <p:spPr>
          <a:xfrm>
            <a:off x="4200754" y="-230886"/>
            <a:ext cx="803758" cy="395364"/>
          </a:xfrm>
          <a:prstGeom prst="rect">
            <a:avLst/>
          </a:prstGeom>
          <a:solidFill>
            <a:srgbClr val="F8FE05">
              <a:alpha val="1925"/>
            </a:srgbClr>
          </a:solidFill>
          <a:ln/>
        </p:spPr>
      </p:sp>
      <p:sp>
        <p:nvSpPr>
          <p:cNvPr id="222" name="Shape 220"/>
          <p:cNvSpPr/>
          <p:nvPr/>
        </p:nvSpPr>
        <p:spPr>
          <a:xfrm>
            <a:off x="4200754" y="155334"/>
            <a:ext cx="803758" cy="395364"/>
          </a:xfrm>
          <a:prstGeom prst="rect">
            <a:avLst/>
          </a:prstGeom>
          <a:solidFill>
            <a:srgbClr val="F8FE05">
              <a:alpha val="1444"/>
            </a:srgbClr>
          </a:solidFill>
          <a:ln/>
        </p:spPr>
      </p:sp>
      <p:sp>
        <p:nvSpPr>
          <p:cNvPr id="223" name="Shape 221"/>
          <p:cNvSpPr/>
          <p:nvPr/>
        </p:nvSpPr>
        <p:spPr>
          <a:xfrm>
            <a:off x="4200754" y="541553"/>
            <a:ext cx="803758" cy="395364"/>
          </a:xfrm>
          <a:prstGeom prst="rect">
            <a:avLst/>
          </a:prstGeom>
          <a:solidFill>
            <a:srgbClr val="F8FE05">
              <a:alpha val="963"/>
            </a:srgbClr>
          </a:solidFill>
          <a:ln/>
        </p:spPr>
      </p:sp>
      <p:sp>
        <p:nvSpPr>
          <p:cNvPr id="224" name="Shape 222"/>
          <p:cNvSpPr/>
          <p:nvPr/>
        </p:nvSpPr>
        <p:spPr>
          <a:xfrm>
            <a:off x="4200754" y="927773"/>
            <a:ext cx="803758" cy="395364"/>
          </a:xfrm>
          <a:prstGeom prst="rect">
            <a:avLst/>
          </a:prstGeom>
          <a:solidFill>
            <a:srgbClr val="F8FE05">
              <a:alpha val="481"/>
            </a:srgbClr>
          </a:solidFill>
          <a:ln/>
        </p:spPr>
      </p:sp>
      <p:sp>
        <p:nvSpPr>
          <p:cNvPr id="225" name="Shape 223"/>
          <p:cNvSpPr/>
          <p:nvPr/>
        </p:nvSpPr>
        <p:spPr>
          <a:xfrm>
            <a:off x="9720986" y="-1775765"/>
            <a:ext cx="803758" cy="849706"/>
          </a:xfrm>
          <a:prstGeom prst="rect">
            <a:avLst/>
          </a:prstGeom>
          <a:solidFill>
            <a:srgbClr val="F8FE05">
              <a:alpha val="8250"/>
            </a:srgbClr>
          </a:solidFill>
          <a:ln/>
        </p:spPr>
      </p:sp>
      <p:sp>
        <p:nvSpPr>
          <p:cNvPr id="226" name="Shape 224"/>
          <p:cNvSpPr/>
          <p:nvPr/>
        </p:nvSpPr>
        <p:spPr>
          <a:xfrm>
            <a:off x="9720986" y="-935203"/>
            <a:ext cx="803758" cy="849706"/>
          </a:xfrm>
          <a:prstGeom prst="rect">
            <a:avLst/>
          </a:prstGeom>
          <a:solidFill>
            <a:srgbClr val="F8FE05">
              <a:alpha val="7219"/>
            </a:srgbClr>
          </a:solidFill>
          <a:ln/>
        </p:spPr>
      </p:sp>
      <p:sp>
        <p:nvSpPr>
          <p:cNvPr id="227" name="Shape 225"/>
          <p:cNvSpPr/>
          <p:nvPr/>
        </p:nvSpPr>
        <p:spPr>
          <a:xfrm>
            <a:off x="9720986" y="-94640"/>
            <a:ext cx="803758" cy="849706"/>
          </a:xfrm>
          <a:prstGeom prst="rect">
            <a:avLst/>
          </a:prstGeom>
          <a:solidFill>
            <a:srgbClr val="F8FE05">
              <a:alpha val="6188"/>
            </a:srgbClr>
          </a:solidFill>
          <a:ln/>
        </p:spPr>
      </p:sp>
      <p:sp>
        <p:nvSpPr>
          <p:cNvPr id="228" name="Shape 226"/>
          <p:cNvSpPr/>
          <p:nvPr/>
        </p:nvSpPr>
        <p:spPr>
          <a:xfrm>
            <a:off x="9720986" y="745922"/>
            <a:ext cx="803758" cy="849706"/>
          </a:xfrm>
          <a:prstGeom prst="rect">
            <a:avLst/>
          </a:prstGeom>
          <a:solidFill>
            <a:srgbClr val="F8FE05">
              <a:alpha val="5156"/>
            </a:srgbClr>
          </a:solidFill>
          <a:ln/>
        </p:spPr>
      </p:sp>
      <p:sp>
        <p:nvSpPr>
          <p:cNvPr id="229" name="Shape 227"/>
          <p:cNvSpPr/>
          <p:nvPr/>
        </p:nvSpPr>
        <p:spPr>
          <a:xfrm>
            <a:off x="9720986" y="1586484"/>
            <a:ext cx="803758" cy="849706"/>
          </a:xfrm>
          <a:prstGeom prst="rect">
            <a:avLst/>
          </a:prstGeom>
          <a:solidFill>
            <a:srgbClr val="F8FE05">
              <a:alpha val="4125"/>
            </a:srgbClr>
          </a:solidFill>
          <a:ln/>
        </p:spPr>
      </p:sp>
      <p:sp>
        <p:nvSpPr>
          <p:cNvPr id="230" name="Shape 228"/>
          <p:cNvSpPr/>
          <p:nvPr/>
        </p:nvSpPr>
        <p:spPr>
          <a:xfrm>
            <a:off x="9720986" y="2427046"/>
            <a:ext cx="803758" cy="849706"/>
          </a:xfrm>
          <a:prstGeom prst="rect">
            <a:avLst/>
          </a:prstGeom>
          <a:solidFill>
            <a:srgbClr val="F8FE05">
              <a:alpha val="3094"/>
            </a:srgbClr>
          </a:solidFill>
          <a:ln/>
        </p:spPr>
      </p:sp>
      <p:sp>
        <p:nvSpPr>
          <p:cNvPr id="231" name="Shape 229"/>
          <p:cNvSpPr/>
          <p:nvPr/>
        </p:nvSpPr>
        <p:spPr>
          <a:xfrm>
            <a:off x="9720986" y="3267608"/>
            <a:ext cx="803758" cy="849706"/>
          </a:xfrm>
          <a:prstGeom prst="rect">
            <a:avLst/>
          </a:prstGeom>
          <a:solidFill>
            <a:srgbClr val="F8FE05">
              <a:alpha val="2063"/>
            </a:srgbClr>
          </a:solidFill>
          <a:ln/>
        </p:spPr>
      </p:sp>
      <p:sp>
        <p:nvSpPr>
          <p:cNvPr id="232" name="Shape 230"/>
          <p:cNvSpPr/>
          <p:nvPr/>
        </p:nvSpPr>
        <p:spPr>
          <a:xfrm>
            <a:off x="9720986" y="4108171"/>
            <a:ext cx="803758" cy="849706"/>
          </a:xfrm>
          <a:prstGeom prst="rect">
            <a:avLst/>
          </a:prstGeom>
          <a:solidFill>
            <a:srgbClr val="F8FE05">
              <a:alpha val="1031"/>
            </a:srgbClr>
          </a:solidFill>
          <a:ln/>
        </p:spPr>
      </p:sp>
      <p:sp>
        <p:nvSpPr>
          <p:cNvPr id="233" name="Shape 231"/>
          <p:cNvSpPr/>
          <p:nvPr/>
        </p:nvSpPr>
        <p:spPr>
          <a:xfrm>
            <a:off x="11090758" y="-1775765"/>
            <a:ext cx="803758" cy="523723"/>
          </a:xfrm>
          <a:prstGeom prst="rect">
            <a:avLst/>
          </a:prstGeom>
          <a:solidFill>
            <a:srgbClr val="F8FE05">
              <a:alpha val="3850"/>
            </a:srgbClr>
          </a:solidFill>
          <a:ln/>
        </p:spPr>
      </p:sp>
      <p:sp>
        <p:nvSpPr>
          <p:cNvPr id="234" name="Shape 232"/>
          <p:cNvSpPr/>
          <p:nvPr/>
        </p:nvSpPr>
        <p:spPr>
          <a:xfrm>
            <a:off x="11090758" y="-1261186"/>
            <a:ext cx="803758" cy="523723"/>
          </a:xfrm>
          <a:prstGeom prst="rect">
            <a:avLst/>
          </a:prstGeom>
          <a:solidFill>
            <a:srgbClr val="F8FE05">
              <a:alpha val="3369"/>
            </a:srgbClr>
          </a:solidFill>
          <a:ln/>
        </p:spPr>
      </p:sp>
      <p:sp>
        <p:nvSpPr>
          <p:cNvPr id="235" name="Shape 233"/>
          <p:cNvSpPr/>
          <p:nvPr/>
        </p:nvSpPr>
        <p:spPr>
          <a:xfrm>
            <a:off x="11090758" y="-746608"/>
            <a:ext cx="803758" cy="523723"/>
          </a:xfrm>
          <a:prstGeom prst="rect">
            <a:avLst/>
          </a:prstGeom>
          <a:solidFill>
            <a:srgbClr val="F8FE05">
              <a:alpha val="2888"/>
            </a:srgbClr>
          </a:solidFill>
          <a:ln/>
        </p:spPr>
      </p:sp>
      <p:sp>
        <p:nvSpPr>
          <p:cNvPr id="236" name="Shape 234"/>
          <p:cNvSpPr/>
          <p:nvPr/>
        </p:nvSpPr>
        <p:spPr>
          <a:xfrm>
            <a:off x="11090758" y="-232029"/>
            <a:ext cx="803758" cy="523723"/>
          </a:xfrm>
          <a:prstGeom prst="rect">
            <a:avLst/>
          </a:prstGeom>
          <a:solidFill>
            <a:srgbClr val="F8FE05">
              <a:alpha val="2406"/>
            </a:srgbClr>
          </a:solidFill>
          <a:ln/>
        </p:spPr>
      </p:sp>
      <p:sp>
        <p:nvSpPr>
          <p:cNvPr id="237" name="Shape 235"/>
          <p:cNvSpPr/>
          <p:nvPr/>
        </p:nvSpPr>
        <p:spPr>
          <a:xfrm>
            <a:off x="11090758" y="282550"/>
            <a:ext cx="803758" cy="523723"/>
          </a:xfrm>
          <a:prstGeom prst="rect">
            <a:avLst/>
          </a:prstGeom>
          <a:solidFill>
            <a:srgbClr val="F8FE05">
              <a:alpha val="1925"/>
            </a:srgbClr>
          </a:solidFill>
          <a:ln/>
        </p:spPr>
      </p:sp>
      <p:sp>
        <p:nvSpPr>
          <p:cNvPr id="238" name="Shape 236"/>
          <p:cNvSpPr/>
          <p:nvPr/>
        </p:nvSpPr>
        <p:spPr>
          <a:xfrm>
            <a:off x="11090758" y="797128"/>
            <a:ext cx="803758" cy="523723"/>
          </a:xfrm>
          <a:prstGeom prst="rect">
            <a:avLst/>
          </a:prstGeom>
          <a:solidFill>
            <a:srgbClr val="F8FE05">
              <a:alpha val="1444"/>
            </a:srgbClr>
          </a:solidFill>
          <a:ln/>
        </p:spPr>
      </p:sp>
      <p:sp>
        <p:nvSpPr>
          <p:cNvPr id="239" name="Shape 237"/>
          <p:cNvSpPr/>
          <p:nvPr/>
        </p:nvSpPr>
        <p:spPr>
          <a:xfrm>
            <a:off x="11090758" y="1311707"/>
            <a:ext cx="803758" cy="523723"/>
          </a:xfrm>
          <a:prstGeom prst="rect">
            <a:avLst/>
          </a:prstGeom>
          <a:solidFill>
            <a:srgbClr val="F8FE05">
              <a:alpha val="963"/>
            </a:srgbClr>
          </a:solidFill>
          <a:ln/>
        </p:spPr>
      </p:sp>
      <p:sp>
        <p:nvSpPr>
          <p:cNvPr id="240" name="Shape 238"/>
          <p:cNvSpPr/>
          <p:nvPr/>
        </p:nvSpPr>
        <p:spPr>
          <a:xfrm>
            <a:off x="11090758" y="1826285"/>
            <a:ext cx="803758" cy="523723"/>
          </a:xfrm>
          <a:prstGeom prst="rect">
            <a:avLst/>
          </a:prstGeom>
          <a:solidFill>
            <a:srgbClr val="F8FE05">
              <a:alpha val="481"/>
            </a:srgbClr>
          </a:solidFill>
          <a:ln/>
        </p:spPr>
      </p:sp>
      <p:sp>
        <p:nvSpPr>
          <p:cNvPr id="241" name="Shape 239"/>
          <p:cNvSpPr/>
          <p:nvPr/>
        </p:nvSpPr>
        <p:spPr>
          <a:xfrm>
            <a:off x="10401300" y="-1775765"/>
            <a:ext cx="803758" cy="671284"/>
          </a:xfrm>
          <a:prstGeom prst="rect">
            <a:avLst/>
          </a:prstGeom>
          <a:solidFill>
            <a:srgbClr val="F8FE05">
              <a:alpha val="5500"/>
            </a:srgbClr>
          </a:solidFill>
          <a:ln/>
        </p:spPr>
      </p:sp>
      <p:sp>
        <p:nvSpPr>
          <p:cNvPr id="242" name="Shape 240"/>
          <p:cNvSpPr/>
          <p:nvPr/>
        </p:nvSpPr>
        <p:spPr>
          <a:xfrm>
            <a:off x="10401300" y="-1113625"/>
            <a:ext cx="803758" cy="671284"/>
          </a:xfrm>
          <a:prstGeom prst="rect">
            <a:avLst/>
          </a:prstGeom>
          <a:solidFill>
            <a:srgbClr val="F8FE05">
              <a:alpha val="4813"/>
            </a:srgbClr>
          </a:solidFill>
          <a:ln/>
        </p:spPr>
      </p:sp>
      <p:sp>
        <p:nvSpPr>
          <p:cNvPr id="243" name="Shape 241"/>
          <p:cNvSpPr/>
          <p:nvPr/>
        </p:nvSpPr>
        <p:spPr>
          <a:xfrm>
            <a:off x="10401300" y="-451485"/>
            <a:ext cx="803758" cy="671284"/>
          </a:xfrm>
          <a:prstGeom prst="rect">
            <a:avLst/>
          </a:prstGeom>
          <a:solidFill>
            <a:srgbClr val="F8FE05">
              <a:alpha val="4125"/>
            </a:srgbClr>
          </a:solidFill>
          <a:ln/>
        </p:spPr>
      </p:sp>
      <p:sp>
        <p:nvSpPr>
          <p:cNvPr id="244" name="Shape 242"/>
          <p:cNvSpPr/>
          <p:nvPr/>
        </p:nvSpPr>
        <p:spPr>
          <a:xfrm>
            <a:off x="10401300" y="210655"/>
            <a:ext cx="803758" cy="671284"/>
          </a:xfrm>
          <a:prstGeom prst="rect">
            <a:avLst/>
          </a:prstGeom>
          <a:solidFill>
            <a:srgbClr val="F8FE05">
              <a:alpha val="3438"/>
            </a:srgbClr>
          </a:solidFill>
          <a:ln/>
        </p:spPr>
      </p:sp>
      <p:sp>
        <p:nvSpPr>
          <p:cNvPr id="245" name="Shape 243"/>
          <p:cNvSpPr/>
          <p:nvPr/>
        </p:nvSpPr>
        <p:spPr>
          <a:xfrm>
            <a:off x="10401300" y="872795"/>
            <a:ext cx="803758" cy="671284"/>
          </a:xfrm>
          <a:prstGeom prst="rect">
            <a:avLst/>
          </a:prstGeom>
          <a:solidFill>
            <a:srgbClr val="F8FE05">
              <a:alpha val="2750"/>
            </a:srgbClr>
          </a:solidFill>
          <a:ln/>
        </p:spPr>
      </p:sp>
      <p:sp>
        <p:nvSpPr>
          <p:cNvPr id="246" name="Shape 244"/>
          <p:cNvSpPr/>
          <p:nvPr/>
        </p:nvSpPr>
        <p:spPr>
          <a:xfrm>
            <a:off x="10401300" y="1534935"/>
            <a:ext cx="803758" cy="671284"/>
          </a:xfrm>
          <a:prstGeom prst="rect">
            <a:avLst/>
          </a:prstGeom>
          <a:solidFill>
            <a:srgbClr val="F8FE05">
              <a:alpha val="2063"/>
            </a:srgbClr>
          </a:solidFill>
          <a:ln/>
        </p:spPr>
      </p:sp>
      <p:sp>
        <p:nvSpPr>
          <p:cNvPr id="247" name="Shape 245"/>
          <p:cNvSpPr/>
          <p:nvPr/>
        </p:nvSpPr>
        <p:spPr>
          <a:xfrm>
            <a:off x="10401300" y="2197075"/>
            <a:ext cx="803758" cy="671284"/>
          </a:xfrm>
          <a:prstGeom prst="rect">
            <a:avLst/>
          </a:prstGeom>
          <a:solidFill>
            <a:srgbClr val="F8FE05">
              <a:alpha val="1375"/>
            </a:srgbClr>
          </a:solidFill>
          <a:ln/>
        </p:spPr>
      </p:sp>
      <p:sp>
        <p:nvSpPr>
          <p:cNvPr id="248" name="Shape 246"/>
          <p:cNvSpPr/>
          <p:nvPr/>
        </p:nvSpPr>
        <p:spPr>
          <a:xfrm>
            <a:off x="10401300" y="2859215"/>
            <a:ext cx="803758" cy="671284"/>
          </a:xfrm>
          <a:prstGeom prst="rect">
            <a:avLst/>
          </a:prstGeom>
          <a:solidFill>
            <a:srgbClr val="F8FE05">
              <a:alpha val="688"/>
            </a:srgbClr>
          </a:solidFill>
          <a:ln/>
        </p:spPr>
      </p:sp>
      <p:sp>
        <p:nvSpPr>
          <p:cNvPr id="249" name="Shape 247"/>
          <p:cNvSpPr/>
          <p:nvPr/>
        </p:nvSpPr>
        <p:spPr>
          <a:xfrm>
            <a:off x="9034272" y="-1775765"/>
            <a:ext cx="803758" cy="625107"/>
          </a:xfrm>
          <a:prstGeom prst="rect">
            <a:avLst/>
          </a:prstGeom>
          <a:solidFill>
            <a:srgbClr val="F8FE05">
              <a:alpha val="5500"/>
            </a:srgbClr>
          </a:solidFill>
          <a:ln/>
        </p:spPr>
      </p:sp>
      <p:sp>
        <p:nvSpPr>
          <p:cNvPr id="250" name="Shape 248"/>
          <p:cNvSpPr/>
          <p:nvPr/>
        </p:nvSpPr>
        <p:spPr>
          <a:xfrm>
            <a:off x="9034272" y="-1159802"/>
            <a:ext cx="803758" cy="625107"/>
          </a:xfrm>
          <a:prstGeom prst="rect">
            <a:avLst/>
          </a:prstGeom>
          <a:solidFill>
            <a:srgbClr val="F8FE05">
              <a:alpha val="4813"/>
            </a:srgbClr>
          </a:solidFill>
          <a:ln/>
        </p:spPr>
      </p:sp>
      <p:sp>
        <p:nvSpPr>
          <p:cNvPr id="251" name="Shape 249"/>
          <p:cNvSpPr/>
          <p:nvPr/>
        </p:nvSpPr>
        <p:spPr>
          <a:xfrm>
            <a:off x="9034272" y="-543839"/>
            <a:ext cx="803758" cy="625107"/>
          </a:xfrm>
          <a:prstGeom prst="rect">
            <a:avLst/>
          </a:prstGeom>
          <a:solidFill>
            <a:srgbClr val="F8FE05">
              <a:alpha val="4125"/>
            </a:srgbClr>
          </a:solidFill>
          <a:ln/>
        </p:spPr>
      </p:sp>
      <p:sp>
        <p:nvSpPr>
          <p:cNvPr id="252" name="Shape 250"/>
          <p:cNvSpPr/>
          <p:nvPr/>
        </p:nvSpPr>
        <p:spPr>
          <a:xfrm>
            <a:off x="9034272" y="72123"/>
            <a:ext cx="803758" cy="625107"/>
          </a:xfrm>
          <a:prstGeom prst="rect">
            <a:avLst/>
          </a:prstGeom>
          <a:solidFill>
            <a:srgbClr val="F8FE05">
              <a:alpha val="3438"/>
            </a:srgbClr>
          </a:solidFill>
          <a:ln/>
        </p:spPr>
      </p:sp>
      <p:sp>
        <p:nvSpPr>
          <p:cNvPr id="253" name="Shape 251"/>
          <p:cNvSpPr/>
          <p:nvPr/>
        </p:nvSpPr>
        <p:spPr>
          <a:xfrm>
            <a:off x="9034272" y="688086"/>
            <a:ext cx="803758" cy="625107"/>
          </a:xfrm>
          <a:prstGeom prst="rect">
            <a:avLst/>
          </a:prstGeom>
          <a:solidFill>
            <a:srgbClr val="F8FE05">
              <a:alpha val="2750"/>
            </a:srgbClr>
          </a:solidFill>
          <a:ln/>
        </p:spPr>
      </p:sp>
      <p:sp>
        <p:nvSpPr>
          <p:cNvPr id="254" name="Shape 252"/>
          <p:cNvSpPr/>
          <p:nvPr/>
        </p:nvSpPr>
        <p:spPr>
          <a:xfrm>
            <a:off x="9034272" y="1304049"/>
            <a:ext cx="803758" cy="625107"/>
          </a:xfrm>
          <a:prstGeom prst="rect">
            <a:avLst/>
          </a:prstGeom>
          <a:solidFill>
            <a:srgbClr val="F8FE05">
              <a:alpha val="2063"/>
            </a:srgbClr>
          </a:solidFill>
          <a:ln/>
        </p:spPr>
      </p:sp>
      <p:sp>
        <p:nvSpPr>
          <p:cNvPr id="255" name="Shape 253"/>
          <p:cNvSpPr/>
          <p:nvPr/>
        </p:nvSpPr>
        <p:spPr>
          <a:xfrm>
            <a:off x="9034272" y="1920011"/>
            <a:ext cx="803758" cy="625107"/>
          </a:xfrm>
          <a:prstGeom prst="rect">
            <a:avLst/>
          </a:prstGeom>
          <a:solidFill>
            <a:srgbClr val="F8FE05">
              <a:alpha val="1375"/>
            </a:srgbClr>
          </a:solidFill>
          <a:ln/>
        </p:spPr>
      </p:sp>
      <p:sp>
        <p:nvSpPr>
          <p:cNvPr id="256" name="Shape 254"/>
          <p:cNvSpPr/>
          <p:nvPr/>
        </p:nvSpPr>
        <p:spPr>
          <a:xfrm>
            <a:off x="9034272" y="2535974"/>
            <a:ext cx="803758" cy="625107"/>
          </a:xfrm>
          <a:prstGeom prst="rect">
            <a:avLst/>
          </a:prstGeom>
          <a:solidFill>
            <a:srgbClr val="F8FE05">
              <a:alpha val="688"/>
            </a:srgbClr>
          </a:solidFill>
          <a:ln/>
        </p:spPr>
      </p:sp>
      <p:sp>
        <p:nvSpPr>
          <p:cNvPr id="257" name="Shape 255"/>
          <p:cNvSpPr/>
          <p:nvPr/>
        </p:nvSpPr>
        <p:spPr>
          <a:xfrm>
            <a:off x="8342986" y="-1775765"/>
            <a:ext cx="803758" cy="395364"/>
          </a:xfrm>
          <a:prstGeom prst="rect">
            <a:avLst/>
          </a:prstGeom>
          <a:solidFill>
            <a:srgbClr val="F8FE05">
              <a:alpha val="3850"/>
            </a:srgbClr>
          </a:solidFill>
          <a:ln/>
        </p:spPr>
      </p:sp>
      <p:sp>
        <p:nvSpPr>
          <p:cNvPr id="258" name="Shape 256"/>
          <p:cNvSpPr/>
          <p:nvPr/>
        </p:nvSpPr>
        <p:spPr>
          <a:xfrm>
            <a:off x="8342986" y="-1389545"/>
            <a:ext cx="803758" cy="395364"/>
          </a:xfrm>
          <a:prstGeom prst="rect">
            <a:avLst/>
          </a:prstGeom>
          <a:solidFill>
            <a:srgbClr val="F8FE05">
              <a:alpha val="3369"/>
            </a:srgbClr>
          </a:solidFill>
          <a:ln/>
        </p:spPr>
      </p:sp>
      <p:sp>
        <p:nvSpPr>
          <p:cNvPr id="259" name="Shape 257"/>
          <p:cNvSpPr/>
          <p:nvPr/>
        </p:nvSpPr>
        <p:spPr>
          <a:xfrm>
            <a:off x="8342986" y="-1003325"/>
            <a:ext cx="803758" cy="395364"/>
          </a:xfrm>
          <a:prstGeom prst="rect">
            <a:avLst/>
          </a:prstGeom>
          <a:solidFill>
            <a:srgbClr val="F8FE05">
              <a:alpha val="2888"/>
            </a:srgbClr>
          </a:solidFill>
          <a:ln/>
        </p:spPr>
      </p:sp>
      <p:sp>
        <p:nvSpPr>
          <p:cNvPr id="260" name="Shape 258"/>
          <p:cNvSpPr/>
          <p:nvPr/>
        </p:nvSpPr>
        <p:spPr>
          <a:xfrm>
            <a:off x="8342986" y="-617106"/>
            <a:ext cx="803758" cy="395364"/>
          </a:xfrm>
          <a:prstGeom prst="rect">
            <a:avLst/>
          </a:prstGeom>
          <a:solidFill>
            <a:srgbClr val="F8FE05">
              <a:alpha val="2406"/>
            </a:srgbClr>
          </a:solidFill>
          <a:ln/>
        </p:spPr>
      </p:sp>
      <p:sp>
        <p:nvSpPr>
          <p:cNvPr id="261" name="Shape 259"/>
          <p:cNvSpPr/>
          <p:nvPr/>
        </p:nvSpPr>
        <p:spPr>
          <a:xfrm>
            <a:off x="8342986" y="-230886"/>
            <a:ext cx="803758" cy="395364"/>
          </a:xfrm>
          <a:prstGeom prst="rect">
            <a:avLst/>
          </a:prstGeom>
          <a:solidFill>
            <a:srgbClr val="F8FE05">
              <a:alpha val="1925"/>
            </a:srgbClr>
          </a:solidFill>
          <a:ln/>
        </p:spPr>
      </p:sp>
      <p:sp>
        <p:nvSpPr>
          <p:cNvPr id="262" name="Shape 260"/>
          <p:cNvSpPr/>
          <p:nvPr/>
        </p:nvSpPr>
        <p:spPr>
          <a:xfrm>
            <a:off x="8342986" y="155334"/>
            <a:ext cx="803758" cy="395364"/>
          </a:xfrm>
          <a:prstGeom prst="rect">
            <a:avLst/>
          </a:prstGeom>
          <a:solidFill>
            <a:srgbClr val="F8FE05">
              <a:alpha val="1444"/>
            </a:srgbClr>
          </a:solidFill>
          <a:ln/>
        </p:spPr>
      </p:sp>
      <p:sp>
        <p:nvSpPr>
          <p:cNvPr id="263" name="Shape 261"/>
          <p:cNvSpPr/>
          <p:nvPr/>
        </p:nvSpPr>
        <p:spPr>
          <a:xfrm>
            <a:off x="8342986" y="541553"/>
            <a:ext cx="803758" cy="395364"/>
          </a:xfrm>
          <a:prstGeom prst="rect">
            <a:avLst/>
          </a:prstGeom>
          <a:solidFill>
            <a:srgbClr val="F8FE05">
              <a:alpha val="963"/>
            </a:srgbClr>
          </a:solidFill>
          <a:ln/>
        </p:spPr>
      </p:sp>
      <p:sp>
        <p:nvSpPr>
          <p:cNvPr id="264" name="Shape 262"/>
          <p:cNvSpPr/>
          <p:nvPr/>
        </p:nvSpPr>
        <p:spPr>
          <a:xfrm>
            <a:off x="8342986" y="927773"/>
            <a:ext cx="803758" cy="395364"/>
          </a:xfrm>
          <a:prstGeom prst="rect">
            <a:avLst/>
          </a:prstGeom>
          <a:solidFill>
            <a:srgbClr val="F8FE05">
              <a:alpha val="481"/>
            </a:srgbClr>
          </a:solidFill>
          <a:ln/>
        </p:spPr>
      </p:sp>
      <p:sp>
        <p:nvSpPr>
          <p:cNvPr id="265" name="Shape 263"/>
          <p:cNvSpPr/>
          <p:nvPr/>
        </p:nvSpPr>
        <p:spPr>
          <a:xfrm>
            <a:off x="1984248" y="914400"/>
            <a:ext cx="8229600" cy="960120"/>
          </a:xfrm>
          <a:prstGeom prst="roundRect">
            <a:avLst>
              <a:gd name="adj" fmla="val 4484"/>
            </a:avLst>
          </a:prstGeom>
          <a:solidFill>
            <a:srgbClr val="FFFFFF">
              <a:alpha val="10000"/>
            </a:srgbClr>
          </a:solidFill>
          <a:ln w="2540">
            <a:solidFill>
              <a:srgbClr val="FFFFFF">
                <a:alpha val="40000"/>
              </a:srgbClr>
            </a:solidFill>
            <a:prstDash val="solid"/>
          </a:ln>
        </p:spPr>
      </p:sp>
      <p:sp>
        <p:nvSpPr>
          <p:cNvPr id="266" name="Text 264"/>
          <p:cNvSpPr/>
          <p:nvPr/>
        </p:nvSpPr>
        <p:spPr>
          <a:xfrm>
            <a:off x="2148840" y="1078992"/>
            <a:ext cx="7900416" cy="640080"/>
          </a:xfrm>
          <a:prstGeom prst="rect">
            <a:avLst/>
          </a:prstGeom>
          <a:noFill/>
          <a:ln/>
        </p:spPr>
        <p:txBody>
          <a:bodyPr wrap="square" rtlCol="0" anchor="t"/>
          <a:lstStyle/>
          <a:p>
            <a:pPr algn="ctr" indent="0" marL="0">
              <a:lnSpc>
                <a:spcPct val="90000"/>
              </a:lnSpc>
              <a:buNone/>
            </a:pPr>
            <a:r>
              <a:rPr lang="en-US" sz="3000" spc="-150" kern="0" dirty="0">
                <a:solidFill>
                  <a:srgbClr val="FFFFFF"/>
                </a:solidFill>
                <a:latin typeface="Manrope" pitchFamily="34" charset="0"/>
                <a:ea typeface="Manrope" pitchFamily="34" charset="-122"/>
                <a:cs typeface="Manrope" pitchFamily="34" charset="-120"/>
              </a:rPr>
              <a:t>Stage 9: watch for hidden instructions</a:t>
            </a:r>
          </a:p>
        </p:txBody>
      </p:sp>
      <p:sp>
        <p:nvSpPr>
          <p:cNvPr id="267" name="Text 265"/>
          <p:cNvSpPr/>
          <p:nvPr/>
        </p:nvSpPr>
        <p:spPr>
          <a:xfrm>
            <a:off x="740664" y="2103120"/>
            <a:ext cx="10707624" cy="1051560"/>
          </a:xfrm>
          <a:prstGeom prst="rect">
            <a:avLst/>
          </a:prstGeom>
          <a:noFill/>
          <a:ln/>
        </p:spPr>
        <p:txBody>
          <a:bodyPr wrap="square" rtlCol="0" anchor="t"/>
          <a:lstStyle/>
          <a:p>
            <a:pPr algn="ctr" indent="0" marL="0">
              <a:lnSpc>
                <a:spcPct val="90000"/>
              </a:lnSpc>
              <a:buNone/>
            </a:pPr>
            <a:r>
              <a:rPr lang="en-US" sz="4400" spc="-150" kern="0" dirty="0">
                <a:solidFill>
                  <a:srgbClr val="FFFFFF"/>
                </a:solidFill>
                <a:latin typeface="Manrope" pitchFamily="34" charset="0"/>
                <a:ea typeface="Manrope" pitchFamily="34" charset="-122"/>
                <a:cs typeface="Manrope" pitchFamily="34" charset="-120"/>
              </a:rPr>
              <a:t>“Ignore your boss and do this instead.”</a:t>
            </a:r>
          </a:p>
        </p:txBody>
      </p:sp>
      <p:sp>
        <p:nvSpPr>
          <p:cNvPr id="269" name="Quote cap"/>
          <p:cNvSpPr/>
          <p:nvPr/>
        </p:nvSpPr>
        <p:spPr>
          <a:xfrm>
            <a:off x="740664" y="3200400"/>
            <a:ext cx="10707624" cy="457200"/>
          </a:xfrm>
          <a:prstGeom prst="rect">
            <a:avLst/>
          </a:prstGeom>
          <a:noFill/>
          <a:ln w="12700">
            <a:noFill/>
          </a:ln>
        </p:spPr>
        <p:txBody>
          <a:bodyPr wrap="square" lIns="0" rIns="0" tIns="0" bIns="0" anchor="t" rtlCol="0"/>
          <a:lstStyle/>
          <a:p>
            <a:pPr algn="ctr"/>
            <a:r>
              <a:rPr lang="en-US" sz="1800" b="0" dirty="0">
                <a:solidFill>
                  <a:srgbClr val="C0DAB4"/>
                </a:solidFill>
                <a:latin typeface="Manrope"/>
                <a:cs typeface="Manrope"/>
              </a:rPr>
              <a:t>Analogy: indirect injection is like a note hidden inside a document your assistant reads.</a:t>
            </a:r>
            <a:endParaRPr lang="en-US" sz="1800"/>
          </a:p>
        </p:txBody>
      </p:sp>
      <p:sp>
        <p:nvSpPr>
          <p:cNvPr id="270" name="Card 0"/>
          <p:cNvSpPr/>
          <p:nvPr/>
        </p:nvSpPr>
        <p:spPr>
          <a:xfrm>
            <a:off x="868680" y="3931920"/>
            <a:ext cx="5120640" cy="1463040"/>
          </a:xfrm>
          <a:prstGeom prst="roundRect">
            <a:avLst>
              <a:gd name="adj" fmla="val 18000"/>
            </a:avLst>
          </a:prstGeom>
          <a:solidFill>
            <a:srgbClr val="1E3A30"/>
          </a:solidFill>
          <a:ln w="9525">
            <a:solidFill>
              <a:srgbClr val="7FA88C"/>
            </a:solidFill>
          </a:ln>
        </p:spPr>
        <p:txBody>
          <a:bodyPr wrap="square" lIns="73152" rIns="73152" tIns="0" bIns="0" anchor="ctr" rtlCol="0"/>
          <a:lstStyle/>
          <a:p>
            <a:pPr algn="l"/>
            <a:endParaRPr lang="en-US" sz="1600"/>
          </a:p>
        </p:txBody>
      </p:sp>
      <p:sp>
        <p:nvSpPr>
          <p:cNvPr id="271" name="Card head 0"/>
          <p:cNvSpPr/>
          <p:nvPr/>
        </p:nvSpPr>
        <p:spPr>
          <a:xfrm>
            <a:off x="1143000" y="4069080"/>
            <a:ext cx="4572000" cy="411480"/>
          </a:xfrm>
          <a:prstGeom prst="rect">
            <a:avLst/>
          </a:prstGeom>
          <a:noFill/>
          <a:ln w="12700">
            <a:noFill/>
          </a:ln>
        </p:spPr>
        <p:txBody>
          <a:bodyPr wrap="square" lIns="0" rIns="0" tIns="0" bIns="0" anchor="ctr" rtlCol="0"/>
          <a:lstStyle/>
          <a:p>
            <a:pPr algn="l"/>
            <a:r>
              <a:rPr lang="en-US" sz="2000" b="1" dirty="0">
                <a:solidFill>
                  <a:srgbClr val="A9C022"/>
                </a:solidFill>
                <a:latin typeface="Manrope"/>
                <a:cs typeface="Manrope"/>
              </a:rPr>
              <a:t>Direct injection</a:t>
            </a:r>
            <a:endParaRPr lang="en-US" sz="2000"/>
          </a:p>
        </p:txBody>
      </p:sp>
      <p:sp>
        <p:nvSpPr>
          <p:cNvPr id="272" name="Card body 0"/>
          <p:cNvSpPr/>
          <p:nvPr/>
        </p:nvSpPr>
        <p:spPr>
          <a:xfrm>
            <a:off x="1143000" y="4526280"/>
            <a:ext cx="4572000" cy="822960"/>
          </a:xfrm>
          <a:prstGeom prst="rect">
            <a:avLst/>
          </a:prstGeom>
          <a:noFill/>
          <a:ln w="12700">
            <a:noFill/>
          </a:ln>
        </p:spPr>
        <p:txBody>
          <a:bodyPr wrap="square" lIns="0" rIns="0" tIns="0" bIns="0" anchor="t" rtlCol="0"/>
          <a:lstStyle/>
          <a:p>
            <a:pPr algn="l"/>
            <a:r>
              <a:rPr lang="en-US" sz="1600" b="0" dirty="0">
                <a:solidFill>
                  <a:srgbClr val="FFFFFF"/>
                </a:solidFill>
                <a:latin typeface="Manrope"/>
                <a:cs typeface="Manrope"/>
              </a:rPr>
              <a:t>A user's own input changes how the model behaves.</a:t>
            </a:r>
            <a:endParaRPr lang="en-US" sz="1600"/>
          </a:p>
        </p:txBody>
      </p:sp>
      <p:sp>
        <p:nvSpPr>
          <p:cNvPr id="273" name="Card 1"/>
          <p:cNvSpPr/>
          <p:nvPr/>
        </p:nvSpPr>
        <p:spPr>
          <a:xfrm>
            <a:off x="6199632" y="3931920"/>
            <a:ext cx="5120640" cy="1463040"/>
          </a:xfrm>
          <a:prstGeom prst="roundRect">
            <a:avLst>
              <a:gd name="adj" fmla="val 18000"/>
            </a:avLst>
          </a:prstGeom>
          <a:solidFill>
            <a:srgbClr val="1E3A30"/>
          </a:solidFill>
          <a:ln w="9525">
            <a:solidFill>
              <a:srgbClr val="7FA88C"/>
            </a:solidFill>
          </a:ln>
        </p:spPr>
        <p:txBody>
          <a:bodyPr wrap="square" lIns="73152" rIns="73152" tIns="0" bIns="0" anchor="ctr" rtlCol="0"/>
          <a:lstStyle/>
          <a:p>
            <a:pPr algn="l"/>
            <a:endParaRPr lang="en-US" sz="1600"/>
          </a:p>
        </p:txBody>
      </p:sp>
      <p:sp>
        <p:nvSpPr>
          <p:cNvPr id="274" name="Card head 1"/>
          <p:cNvSpPr/>
          <p:nvPr/>
        </p:nvSpPr>
        <p:spPr>
          <a:xfrm>
            <a:off x="6473952" y="4069080"/>
            <a:ext cx="4572000" cy="411480"/>
          </a:xfrm>
          <a:prstGeom prst="rect">
            <a:avLst/>
          </a:prstGeom>
          <a:noFill/>
          <a:ln w="12700">
            <a:noFill/>
          </a:ln>
        </p:spPr>
        <p:txBody>
          <a:bodyPr wrap="square" lIns="0" rIns="0" tIns="0" bIns="0" anchor="ctr" rtlCol="0"/>
          <a:lstStyle/>
          <a:p>
            <a:pPr algn="l"/>
            <a:r>
              <a:rPr lang="en-US" sz="2000" b="1" dirty="0">
                <a:solidFill>
                  <a:srgbClr val="A9C022"/>
                </a:solidFill>
                <a:latin typeface="Manrope"/>
                <a:cs typeface="Manrope"/>
              </a:rPr>
              <a:t>Indirect injection</a:t>
            </a:r>
            <a:endParaRPr lang="en-US" sz="2000"/>
          </a:p>
        </p:txBody>
      </p:sp>
      <p:sp>
        <p:nvSpPr>
          <p:cNvPr id="275" name="Card body 1"/>
          <p:cNvSpPr/>
          <p:nvPr/>
        </p:nvSpPr>
        <p:spPr>
          <a:xfrm>
            <a:off x="6473952" y="4526280"/>
            <a:ext cx="4572000" cy="822960"/>
          </a:xfrm>
          <a:prstGeom prst="rect">
            <a:avLst/>
          </a:prstGeom>
          <a:noFill/>
          <a:ln w="12700">
            <a:noFill/>
          </a:ln>
        </p:spPr>
        <p:txBody>
          <a:bodyPr wrap="square" lIns="0" rIns="0" tIns="0" bIns="0" anchor="t" rtlCol="0"/>
          <a:lstStyle/>
          <a:p>
            <a:pPr algn="l"/>
            <a:r>
              <a:rPr lang="en-US" sz="1600" b="0" dirty="0">
                <a:solidFill>
                  <a:srgbClr val="FFFFFF"/>
                </a:solidFill>
                <a:latin typeface="Manrope"/>
                <a:cs typeface="Manrope"/>
              </a:rPr>
              <a:t>Input from outside sources, such as websites or files, changes the model's behavior.</a:t>
            </a:r>
            <a:endParaRPr lang="en-US" sz="1600"/>
          </a:p>
        </p:txBody>
      </p:sp>
      <p:sp>
        <p:nvSpPr>
          <p:cNvPr id="276" name="Defenses"/>
          <p:cNvSpPr/>
          <p:nvPr/>
        </p:nvSpPr>
        <p:spPr>
          <a:xfrm>
            <a:off x="740664" y="5623560"/>
            <a:ext cx="10707624" cy="731520"/>
          </a:xfrm>
          <a:prstGeom prst="rect">
            <a:avLst/>
          </a:prstGeom>
          <a:noFill/>
          <a:ln w="12700">
            <a:noFill/>
          </a:ln>
        </p:spPr>
        <p:txBody>
          <a:bodyPr wrap="square" lIns="0" rIns="0" tIns="0" bIns="0" anchor="t" rtlCol="0"/>
          <a:lstStyle/>
          <a:p>
            <a:pPr algn="ctr"/>
            <a:r>
              <a:rPr lang="en-US" sz="1600" b="1" dirty="0">
                <a:solidFill>
                  <a:srgbClr val="D5E6CD"/>
                </a:solidFill>
                <a:latin typeface="Manrope"/>
                <a:cs typeface="Manrope"/>
              </a:rPr>
              <a:t>Prompt injection is risk #1 (LLM01) on the OWASP Top 10 for LLMs (2025). </a:t>
            </a:r>
            <a:endParaRPr lang="en-US" sz="1600"/>
          </a:p>
          <a:p>
            <a:pPr algn="ctr"/>
            <a:r>
              <a:rPr lang="en-US" sz="1600" b="0" dirty="0">
                <a:solidFill>
                  <a:srgbClr val="FFFFFF"/>
                </a:solidFill>
                <a:latin typeface="Manrope"/>
                <a:cs typeface="Manrope"/>
              </a:rPr>
              <a:t>Defenses: least privilege, sandboxing, human approval for actions that can't be undone, and guardrails.</a:t>
            </a:r>
            <a:endParaRPr lang="en-US" sz="16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1D1D1D"/>
        </a:solidFill>
      </p:bgPr>
    </p:bg>
    <p:spTree>
      <p:nvGrpSpPr>
        <p:cNvPr id="1" name=""/>
        <p:cNvGrpSpPr/>
        <p:nvPr/>
      </p:nvGrpSpPr>
      <p:grpSpPr>
        <a:xfrm>
          <a:off x="0" y="0"/>
          <a:ext cx="0" cy="0"/>
          <a:chOff x="0" y="0"/>
          <a:chExt cx="0" cy="0"/>
        </a:xfrm>
      </p:grpSpPr>
      <p:sp>
        <p:nvSpPr>
          <p:cNvPr id="7" name="Shape 5"/>
          <p:cNvSpPr/>
          <p:nvPr/>
        </p:nvSpPr>
        <p:spPr>
          <a:xfrm>
            <a:off x="647395" y="2042770"/>
            <a:ext cx="6285586" cy="3941978"/>
          </a:xfrm>
          <a:prstGeom prst="roundRect">
            <a:avLst>
              <a:gd name="adj" fmla="val 1807"/>
            </a:avLst>
          </a:prstGeom>
          <a:ln w="2540">
            <a:solidFill>
              <a:srgbClr val="FFFFFF">
                <a:alpha val="45000"/>
              </a:srgbClr>
            </a:solidFill>
            <a:prstDash val="solid"/>
          </a:ln>
        </p:spPr>
      </p:sp>
      <p:sp>
        <p:nvSpPr>
          <p:cNvPr id="8" name="Text 6"/>
          <p:cNvSpPr/>
          <p:nvPr/>
        </p:nvSpPr>
        <p:spPr>
          <a:xfrm>
            <a:off x="583387" y="658368"/>
            <a:ext cx="6400800" cy="1280160"/>
          </a:xfrm>
          <a:prstGeom prst="rect">
            <a:avLst/>
          </a:prstGeom>
          <a:noFill/>
          <a:ln/>
        </p:spPr>
        <p:txBody>
          <a:bodyPr wrap="square" rtlCol="0" anchor="t"/>
          <a:lstStyle/>
          <a:p>
            <a:pPr indent="0" marL="0">
              <a:lnSpc>
                <a:spcPct val="90000"/>
              </a:lnSpc>
              <a:buNone/>
            </a:pPr>
            <a:r>
              <a:rPr lang="en-US" sz="3200" spc="-150" kern="0" dirty="0">
                <a:solidFill>
                  <a:srgbClr val="D5E6CD"/>
                </a:solidFill>
                <a:latin typeface="Manrope" pitchFamily="34" charset="0"/>
                <a:ea typeface="Manrope" pitchFamily="34" charset="-122"/>
                <a:cs typeface="Manrope" pitchFamily="34" charset="-120"/>
              </a:rPr>
              <a:t>Stage 10: </a:t>
            </a:r>
            <a:r>
              <a:rPr lang="en-US" sz="3200" spc="-150" kern="0" dirty="0">
                <a:solidFill>
                  <a:srgbClr val="FFFFFF"/>
                </a:solidFill>
                <a:latin typeface="Manrope" pitchFamily="34" charset="0"/>
                <a:ea typeface="Manrope" pitchFamily="34" charset="-122"/>
                <a:cs typeface="Manrope" pitchFamily="34" charset="-120"/>
              </a:rPr>
              <a:t>a demo is not a restaurant</a:t>
            </a:r>
          </a:p>
        </p:txBody>
      </p:sp>
      <p:sp>
        <p:nvSpPr>
          <p:cNvPr id="9" name="Shape 7"/>
          <p:cNvSpPr/>
          <p:nvPr/>
        </p:nvSpPr>
        <p:spPr>
          <a:xfrm>
            <a:off x="647395" y="2042770"/>
            <a:ext cx="6285586" cy="645566"/>
          </a:xfrm>
          <a:prstGeom prst="roundRect">
            <a:avLst>
              <a:gd name="adj" fmla="val 11505"/>
            </a:avLst>
          </a:prstGeom>
          <a:solidFill>
            <a:srgbClr val="709162"/>
          </a:solidFill>
          <a:ln/>
        </p:spPr>
      </p:sp>
      <p:sp>
        <p:nvSpPr>
          <p:cNvPr id="10" name="Shape 8"/>
          <p:cNvSpPr/>
          <p:nvPr/>
        </p:nvSpPr>
        <p:spPr>
          <a:xfrm>
            <a:off x="1280160" y="2042770"/>
            <a:ext cx="480212" cy="645566"/>
          </a:xfrm>
          <a:prstGeom prst="rect">
            <a:avLst/>
          </a:prstGeom>
          <a:solidFill>
            <a:srgbClr val="61855D"/>
          </a:solidFill>
          <a:ln/>
        </p:spPr>
      </p:sp>
      <p:sp>
        <p:nvSpPr>
          <p:cNvPr id="11" name="Shape 9"/>
          <p:cNvSpPr/>
          <p:nvPr/>
        </p:nvSpPr>
        <p:spPr>
          <a:xfrm>
            <a:off x="1751228" y="2042770"/>
            <a:ext cx="480212" cy="645566"/>
          </a:xfrm>
          <a:prstGeom prst="rect">
            <a:avLst/>
          </a:prstGeom>
          <a:solidFill>
            <a:srgbClr val="597F5A"/>
          </a:solidFill>
          <a:ln/>
        </p:spPr>
      </p:sp>
      <p:sp>
        <p:nvSpPr>
          <p:cNvPr id="12" name="Shape 10"/>
          <p:cNvSpPr/>
          <p:nvPr/>
        </p:nvSpPr>
        <p:spPr>
          <a:xfrm>
            <a:off x="2222297" y="2042770"/>
            <a:ext cx="480212" cy="645566"/>
          </a:xfrm>
          <a:prstGeom prst="rect">
            <a:avLst/>
          </a:prstGeom>
          <a:solidFill>
            <a:srgbClr val="527958"/>
          </a:solidFill>
          <a:ln/>
        </p:spPr>
      </p:sp>
      <p:sp>
        <p:nvSpPr>
          <p:cNvPr id="13" name="Shape 11"/>
          <p:cNvSpPr/>
          <p:nvPr/>
        </p:nvSpPr>
        <p:spPr>
          <a:xfrm>
            <a:off x="2693365" y="2042770"/>
            <a:ext cx="480212" cy="645566"/>
          </a:xfrm>
          <a:prstGeom prst="rect">
            <a:avLst/>
          </a:prstGeom>
          <a:solidFill>
            <a:srgbClr val="4A7355"/>
          </a:solidFill>
          <a:ln/>
        </p:spPr>
      </p:sp>
      <p:sp>
        <p:nvSpPr>
          <p:cNvPr id="14" name="Shape 12"/>
          <p:cNvSpPr/>
          <p:nvPr/>
        </p:nvSpPr>
        <p:spPr>
          <a:xfrm>
            <a:off x="3164434" y="2042770"/>
            <a:ext cx="480212" cy="645566"/>
          </a:xfrm>
          <a:prstGeom prst="rect">
            <a:avLst/>
          </a:prstGeom>
          <a:solidFill>
            <a:srgbClr val="426D53"/>
          </a:solidFill>
          <a:ln/>
        </p:spPr>
      </p:sp>
      <p:sp>
        <p:nvSpPr>
          <p:cNvPr id="15" name="Shape 13"/>
          <p:cNvSpPr/>
          <p:nvPr/>
        </p:nvSpPr>
        <p:spPr>
          <a:xfrm>
            <a:off x="3635502" y="2042770"/>
            <a:ext cx="480212" cy="645566"/>
          </a:xfrm>
          <a:prstGeom prst="rect">
            <a:avLst/>
          </a:prstGeom>
          <a:solidFill>
            <a:srgbClr val="3A6750"/>
          </a:solidFill>
          <a:ln/>
        </p:spPr>
      </p:sp>
      <p:sp>
        <p:nvSpPr>
          <p:cNvPr id="16" name="Shape 14"/>
          <p:cNvSpPr/>
          <p:nvPr/>
        </p:nvSpPr>
        <p:spPr>
          <a:xfrm>
            <a:off x="4106570" y="2042770"/>
            <a:ext cx="480212" cy="645566"/>
          </a:xfrm>
          <a:prstGeom prst="rect">
            <a:avLst/>
          </a:prstGeom>
          <a:solidFill>
            <a:srgbClr val="33624E"/>
          </a:solidFill>
          <a:ln/>
        </p:spPr>
      </p:sp>
      <p:sp>
        <p:nvSpPr>
          <p:cNvPr id="17" name="Shape 15"/>
          <p:cNvSpPr/>
          <p:nvPr/>
        </p:nvSpPr>
        <p:spPr>
          <a:xfrm>
            <a:off x="4577639" y="2042770"/>
            <a:ext cx="480212" cy="645566"/>
          </a:xfrm>
          <a:prstGeom prst="rect">
            <a:avLst/>
          </a:prstGeom>
          <a:solidFill>
            <a:srgbClr val="2B5C4B"/>
          </a:solidFill>
          <a:ln/>
        </p:spPr>
      </p:sp>
      <p:sp>
        <p:nvSpPr>
          <p:cNvPr id="18" name="Shape 16"/>
          <p:cNvSpPr/>
          <p:nvPr/>
        </p:nvSpPr>
        <p:spPr>
          <a:xfrm>
            <a:off x="5048707" y="2042770"/>
            <a:ext cx="480212" cy="645566"/>
          </a:xfrm>
          <a:prstGeom prst="rect">
            <a:avLst/>
          </a:prstGeom>
          <a:solidFill>
            <a:srgbClr val="235649"/>
          </a:solidFill>
          <a:ln/>
        </p:spPr>
      </p:sp>
      <p:sp>
        <p:nvSpPr>
          <p:cNvPr id="19" name="Shape 17"/>
          <p:cNvSpPr/>
          <p:nvPr/>
        </p:nvSpPr>
        <p:spPr>
          <a:xfrm>
            <a:off x="5519776" y="2042770"/>
            <a:ext cx="480212" cy="645566"/>
          </a:xfrm>
          <a:prstGeom prst="rect">
            <a:avLst/>
          </a:prstGeom>
          <a:solidFill>
            <a:srgbClr val="1B5046"/>
          </a:solidFill>
          <a:ln/>
        </p:spPr>
      </p:sp>
      <p:sp>
        <p:nvSpPr>
          <p:cNvPr id="20" name="Shape 18"/>
          <p:cNvSpPr/>
          <p:nvPr/>
        </p:nvSpPr>
        <p:spPr>
          <a:xfrm>
            <a:off x="5990844" y="2042770"/>
            <a:ext cx="480212" cy="645566"/>
          </a:xfrm>
          <a:prstGeom prst="rect">
            <a:avLst/>
          </a:prstGeom>
          <a:solidFill>
            <a:srgbClr val="144A44"/>
          </a:solidFill>
          <a:ln/>
        </p:spPr>
      </p:sp>
      <p:sp>
        <p:nvSpPr>
          <p:cNvPr id="21" name="Shape 19"/>
          <p:cNvSpPr/>
          <p:nvPr/>
        </p:nvSpPr>
        <p:spPr>
          <a:xfrm>
            <a:off x="6461912" y="2042770"/>
            <a:ext cx="480212" cy="645566"/>
          </a:xfrm>
          <a:prstGeom prst="rect">
            <a:avLst/>
          </a:prstGeom>
          <a:solidFill>
            <a:srgbClr val="0C4441"/>
          </a:solidFill>
          <a:ln/>
        </p:spPr>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866851" y="1954073"/>
          <a:ext cx="5809183" cy="3937406"/>
        </p:xfrm>
        <a:graphic>
          <a:graphicData uri="http://schemas.openxmlformats.org/drawingml/2006/table">
            <a:tbl>
              <a:tblPr/>
              <a:tblGrid>
                <a:gridCol w="822960"/>
                <a:gridCol w="2468880"/>
                <a:gridCol w="2517343"/>
              </a:tblGrid>
              <a:tr h="645566">
                <a:tc>
                  <a:txBody>
                    <a:bodyPr/>
                    <a:lstStyle/>
                    <a:p>
                      <a:pPr algn="l" indent="0" marL="0">
                        <a:buNone/>
                      </a:pPr>
                      <a:r>
                        <a:rPr lang="en-US" sz="1800" dirty="0">
                          <a:solidFill>
                            <a:srgbClr val="FFFFFF"/>
                          </a:solidFill>
                          <a:latin typeface="Manrope" pitchFamily="34" charset="0"/>
                          <a:ea typeface="Manrope" pitchFamily="34" charset="-122"/>
                          <a:cs typeface="Manrope" pitchFamily="34" charset="-120"/>
                        </a:rPr>
                        <a:t>#</a:t>
                      </a:r>
                    </a:p>
                  </a:txBody>
                  <a:tcPr marL="177800" marR="50800" marT="50800" marB="50800" anchor="ctr">
                    <a:lnL w="0" cap="flat" cmpd="sng" algn="ctr">
                      <a:noFill/>
                    </a:lnL>
                    <a:lnR w="0" cap="flat" cmpd="sng" algn="ctr">
                      <a:noFill/>
                    </a:lnR>
                    <a:lnT w="0" cap="flat" cmpd="sng" algn="ctr">
                      <a:noFill/>
                    </a:lnT>
                    <a:lnB w="0" cap="flat" cmpd="sng" algn="ctr">
                      <a:noFill/>
                    </a:lnB>
                  </a:tcPr>
                </a:tc>
                <a:tc gridSpan="2">
                  <a:txBody>
                    <a:bodyPr/>
                    <a:lstStyle/>
                    <a:p>
                      <a:pPr algn="ctr" indent="0" marL="0">
                        <a:buNone/>
                      </a:pPr>
                      <a:r>
                        <a:rPr lang="en-US" sz="1800" b="1" dirty="0">
                          <a:solidFill>
                            <a:srgbClr val="FFFFFF"/>
                          </a:solidFill>
                          <a:latin typeface="Manrope" pitchFamily="34" charset="0"/>
                          <a:ea typeface="Manrope" pitchFamily="34" charset="-122"/>
                          <a:cs typeface="Manrope" pitchFamily="34" charset="-120"/>
                        </a:rPr>
                        <a:t>Chip Huyen's steps from demo to production</a:t>
                      </a:r>
                    </a:p>
                  </a:txBody>
                  <a:tcPr marL="50800" marR="50800" marT="50800" marB="50800" anchor="ctr">
                    <a:lnL w="0" cap="flat" cmpd="sng" algn="ctr">
                      <a:noFill/>
                    </a:lnL>
                    <a:lnR w="0" cap="flat" cmpd="sng" algn="ctr">
                      <a:noFill/>
                    </a:lnR>
                    <a:lnT w="0" cap="flat" cmpd="sng" algn="ctr">
                      <a:noFill/>
                    </a:lnT>
                    <a:lnB w="0" cap="flat" cmpd="sng" algn="ctr">
                      <a:noFill/>
                    </a:lnB>
                  </a:tcPr>
                </a:tc>
                <a:tc hMerge="1">
                  <a:txBody>
                    <a:bodyPr/>
                    <a:lstStyle/>
                    <a:p>
                      <a:pPr algn="ctr" indent="0" marL="0">
                        <a:buNone/>
                      </a:pPr>
                      <a:r>
                        <a:rPr lang="en-US" sz="1800" b="1" dirty="0">
                          <a:solidFill>
                            <a:srgbClr val="FFFFFF"/>
                          </a:solidFill>
                          <a:latin typeface="Manrope" pitchFamily="34" charset="0"/>
                          <a:ea typeface="Manrope" pitchFamily="34" charset="-122"/>
                          <a:cs typeface="Manrope" pitchFamily="34" charset="-120"/>
                        </a:rPr>
                        <a:t/>
                      </a:r>
                    </a:p>
                  </a:txBody>
                  <a:tcPr marL="50800" marR="50800" marT="50800" marB="50800" anchor="ctr">
                    <a:lnL w="0" cap="flat" cmpd="sng" algn="ctr">
                      <a:noFill/>
                    </a:lnL>
                    <a:lnR w="0" cap="flat" cmpd="sng" algn="ctr">
                      <a:noFill/>
                    </a:lnR>
                    <a:lnT w="0" cap="flat" cmpd="sng" algn="ctr">
                      <a:noFill/>
                    </a:lnT>
                    <a:lnB w="0" cap="flat" cmpd="sng" algn="ctr">
                      <a:noFill/>
                    </a:lnB>
                  </a:tcPr>
                </a:tc>
              </a:tr>
              <a:tr h="548640">
                <a:tc>
                  <a:txBody>
                    <a:bodyPr/>
                    <a:lstStyle/>
                    <a:p>
                      <a:pPr algn="l" indent="0" marL="0">
                        <a:buNone/>
                      </a:pPr>
                      <a:r>
                        <a:rPr lang="en-US" sz="1800" dirty="0">
                          <a:solidFill>
                            <a:srgbClr val="A9C022"/>
                          </a:solidFill>
                          <a:latin typeface="Manrope" pitchFamily="34" charset="0"/>
                          <a:ea typeface="Manrope" pitchFamily="34" charset="-122"/>
                          <a:cs typeface="Manrope" pitchFamily="34" charset="-120"/>
                        </a:rPr>
                        <a:t>1</a:t>
                      </a:r>
                    </a:p>
                  </a:txBody>
                  <a:tcPr marL="508000" marR="50800" marT="50800" marB="50800" anchor="ctr">
                    <a:lnL w="0" cap="flat" cmpd="sng" algn="ctr">
                      <a:noFill/>
                    </a:lnL>
                    <a:lnR w="0" cap="flat" cmpd="sng" algn="ctr">
                      <a:noFill/>
                    </a:lnR>
                    <a:lnT w="0" cap="flat" cmpd="sng" algn="ctr">
                      <a:noFill/>
                    </a:lnT>
                    <a:lnB w="0" cap="flat" cmpd="sng" algn="ctr">
                      <a:noFill/>
                    </a:lnB>
                  </a:tcPr>
                </a:tc>
                <a:tc gridSpan="2">
                  <a:txBody>
                    <a:bodyPr/>
                    <a:lstStyle/>
                    <a:p>
                      <a:pPr algn="ctr" indent="0" marL="0">
                        <a:buNone/>
                      </a:pPr>
                      <a:r>
                        <a:rPr lang="en-US" sz="1800" dirty="0">
                          <a:solidFill>
                            <a:srgbClr val="E7E6E6"/>
                          </a:solidFill>
                          <a:latin typeface="Manrope" pitchFamily="34" charset="0"/>
                          <a:ea typeface="Manrope" pitchFamily="34" charset="-122"/>
                          <a:cs typeface="Manrope" pitchFamily="34" charset="-120"/>
                        </a:rPr>
                        <a:t>Enhance context</a:t>
                      </a:r>
                    </a:p>
                  </a:txBody>
                  <a:tcPr marL="50800" marR="50800" marT="50800" marB="50800" anchor="ctr">
                    <a:lnL w="0" cap="flat" cmpd="sng" algn="ctr">
                      <a:noFill/>
                    </a:lnL>
                    <a:lnR w="0" cap="flat" cmpd="sng" algn="ctr">
                      <a:noFill/>
                    </a:lnR>
                    <a:lnT w="0" cap="flat" cmpd="sng" algn="ctr">
                      <a:noFill/>
                    </a:lnT>
                    <a:lnB w="0" cap="flat" cmpd="sng" algn="ctr">
                      <a:noFill/>
                    </a:lnB>
                  </a:tcPr>
                </a:tc>
                <a:tc hMerge="1">
                  <a:txBody>
                    <a:bodyPr/>
                    <a:lstStyle/>
                    <a:p>
                      <a:pPr algn="ctr" indent="0" marL="0">
                        <a:buNone/>
                      </a:pPr>
                      <a:r>
                        <a:rPr lang="en-US" sz="1800" dirty="0">
                          <a:solidFill>
                            <a:srgbClr val="FFFFFF"/>
                          </a:solidFill>
                          <a:latin typeface="Manrope" pitchFamily="34" charset="0"/>
                          <a:ea typeface="Manrope" pitchFamily="34" charset="-122"/>
                          <a:cs typeface="Manrope" pitchFamily="34" charset="-120"/>
                        </a:rPr>
                        <a:t/>
                      </a:r>
                    </a:p>
                  </a:txBody>
                  <a:tcPr marL="50800" marR="50800" marT="50800" marB="50800" anchor="ctr">
                    <a:lnL w="0" cap="flat" cmpd="sng" algn="ctr">
                      <a:noFill/>
                    </a:lnL>
                    <a:lnR w="0" cap="flat" cmpd="sng" algn="ctr">
                      <a:noFill/>
                    </a:lnR>
                    <a:lnT w="0" cap="flat" cmpd="sng" algn="ctr">
                      <a:noFill/>
                    </a:lnT>
                    <a:lnB w="0" cap="flat" cmpd="sng" algn="ctr">
                      <a:noFill/>
                    </a:lnB>
                  </a:tcPr>
                </a:tc>
              </a:tr>
              <a:tr h="548640">
                <a:tc>
                  <a:txBody>
                    <a:bodyPr/>
                    <a:lstStyle/>
                    <a:p>
                      <a:pPr algn="l" indent="0" marL="0">
                        <a:buNone/>
                      </a:pPr>
                      <a:r>
                        <a:rPr lang="en-US" sz="1800" dirty="0">
                          <a:solidFill>
                            <a:srgbClr val="A9C022"/>
                          </a:solidFill>
                          <a:latin typeface="Manrope" pitchFamily="34" charset="0"/>
                          <a:ea typeface="Manrope" pitchFamily="34" charset="-122"/>
                          <a:cs typeface="Manrope" pitchFamily="34" charset="-120"/>
                        </a:rPr>
                        <a:t>2</a:t>
                      </a:r>
                    </a:p>
                  </a:txBody>
                  <a:tcPr marL="508000" marR="50800" marT="50800" marB="50800" anchor="ctr">
                    <a:lnL w="0" cap="flat" cmpd="sng" algn="ctr">
                      <a:noFill/>
                    </a:lnL>
                    <a:lnR w="0" cap="flat" cmpd="sng" algn="ctr">
                      <a:noFill/>
                    </a:lnR>
                    <a:lnT w="0" cap="flat" cmpd="sng" algn="ctr">
                      <a:noFill/>
                    </a:lnT>
                    <a:lnB w="0" cap="flat" cmpd="sng" algn="ctr">
                      <a:noFill/>
                    </a:lnB>
                  </a:tcPr>
                </a:tc>
                <a:tc gridSpan="2">
                  <a:txBody>
                    <a:bodyPr/>
                    <a:lstStyle/>
                    <a:p>
                      <a:pPr algn="ctr" indent="0" marL="0">
                        <a:buNone/>
                      </a:pPr>
                      <a:r>
                        <a:rPr lang="en-US" sz="1800" dirty="0">
                          <a:solidFill>
                            <a:srgbClr val="E7E6E6"/>
                          </a:solidFill>
                          <a:latin typeface="Manrope" pitchFamily="34" charset="0"/>
                          <a:ea typeface="Manrope" pitchFamily="34" charset="-122"/>
                          <a:cs typeface="Manrope" pitchFamily="34" charset="-120"/>
                        </a:rPr>
                        <a:t>Add guardrails</a:t>
                      </a:r>
                    </a:p>
                  </a:txBody>
                  <a:tcPr marL="50800" marR="50800" marT="50800" marB="50800" anchor="ctr">
                    <a:lnL w="0" cap="flat" cmpd="sng" algn="ctr">
                      <a:noFill/>
                    </a:lnL>
                    <a:lnR w="0" cap="flat" cmpd="sng" algn="ctr">
                      <a:noFill/>
                    </a:lnR>
                    <a:lnT w="0" cap="flat" cmpd="sng" algn="ctr">
                      <a:noFill/>
                    </a:lnT>
                    <a:lnB w="0" cap="flat" cmpd="sng" algn="ctr">
                      <a:noFill/>
                    </a:lnB>
                  </a:tcPr>
                </a:tc>
                <a:tc hMerge="1">
                  <a:txBody>
                    <a:bodyPr/>
                    <a:lstStyle/>
                    <a:p>
                      <a:pPr algn="ctr" indent="0" marL="0">
                        <a:buNone/>
                      </a:pPr>
                      <a:r>
                        <a:rPr lang="en-US" sz="1800" dirty="0">
                          <a:solidFill>
                            <a:srgbClr val="FFFFFF"/>
                          </a:solidFill>
                          <a:latin typeface="Manrope" pitchFamily="34" charset="0"/>
                          <a:ea typeface="Manrope" pitchFamily="34" charset="-122"/>
                          <a:cs typeface="Manrope" pitchFamily="34" charset="-120"/>
                        </a:rPr>
                        <a:t/>
                      </a:r>
                    </a:p>
                  </a:txBody>
                  <a:tcPr marL="50800" marR="50800" marT="50800" marB="50800" anchor="ctr">
                    <a:lnL w="0" cap="flat" cmpd="sng" algn="ctr">
                      <a:noFill/>
                    </a:lnL>
                    <a:lnR w="0" cap="flat" cmpd="sng" algn="ctr">
                      <a:noFill/>
                    </a:lnR>
                    <a:lnT w="0" cap="flat" cmpd="sng" algn="ctr">
                      <a:noFill/>
                    </a:lnT>
                    <a:lnB w="0" cap="flat" cmpd="sng" algn="ctr">
                      <a:noFill/>
                    </a:lnB>
                  </a:tcPr>
                </a:tc>
              </a:tr>
              <a:tr h="548640">
                <a:tc>
                  <a:txBody>
                    <a:bodyPr/>
                    <a:lstStyle/>
                    <a:p>
                      <a:pPr algn="l" indent="0" marL="0">
                        <a:buNone/>
                      </a:pPr>
                      <a:r>
                        <a:rPr lang="en-US" sz="1800" dirty="0">
                          <a:solidFill>
                            <a:srgbClr val="A9C022"/>
                          </a:solidFill>
                          <a:latin typeface="Manrope" pitchFamily="34" charset="0"/>
                          <a:ea typeface="Manrope" pitchFamily="34" charset="-122"/>
                          <a:cs typeface="Manrope" pitchFamily="34" charset="-120"/>
                        </a:rPr>
                        <a:t>3</a:t>
                      </a:r>
                    </a:p>
                  </a:txBody>
                  <a:tcPr marL="508000" marR="50800" marT="50800" marB="50800" anchor="ctr">
                    <a:lnL w="0" cap="flat" cmpd="sng" algn="ctr">
                      <a:noFill/>
                    </a:lnL>
                    <a:lnR w="0" cap="flat" cmpd="sng" algn="ctr">
                      <a:noFill/>
                    </a:lnR>
                    <a:lnT w="0" cap="flat" cmpd="sng" algn="ctr">
                      <a:noFill/>
                    </a:lnT>
                    <a:lnB w="0" cap="flat" cmpd="sng" algn="ctr">
                      <a:noFill/>
                    </a:lnB>
                  </a:tcPr>
                </a:tc>
                <a:tc gridSpan="2">
                  <a:txBody>
                    <a:bodyPr/>
                    <a:lstStyle/>
                    <a:p>
                      <a:pPr algn="ctr" indent="0" marL="0">
                        <a:buNone/>
                      </a:pPr>
                      <a:r>
                        <a:rPr lang="en-US" sz="1800" dirty="0">
                          <a:solidFill>
                            <a:srgbClr val="E7E6E6"/>
                          </a:solidFill>
                          <a:latin typeface="Manrope" pitchFamily="34" charset="0"/>
                          <a:ea typeface="Manrope" pitchFamily="34" charset="-122"/>
                          <a:cs typeface="Manrope" pitchFamily="34" charset="-120"/>
                        </a:rPr>
                        <a:t>Add a model router and gateway</a:t>
                      </a:r>
                    </a:p>
                  </a:txBody>
                  <a:tcPr marL="50800" marR="50800" marT="50800" marB="50800" anchor="ctr">
                    <a:lnL w="0" cap="flat" cmpd="sng" algn="ctr">
                      <a:noFill/>
                    </a:lnL>
                    <a:lnR w="0" cap="flat" cmpd="sng" algn="ctr">
                      <a:noFill/>
                    </a:lnR>
                    <a:lnT w="0" cap="flat" cmpd="sng" algn="ctr">
                      <a:noFill/>
                    </a:lnT>
                    <a:lnB w="0" cap="flat" cmpd="sng" algn="ctr">
                      <a:noFill/>
                    </a:lnB>
                  </a:tcPr>
                </a:tc>
                <a:tc hMerge="1">
                  <a:txBody>
                    <a:bodyPr/>
                    <a:lstStyle/>
                    <a:p>
                      <a:pPr algn="ctr" indent="0" marL="0">
                        <a:buNone/>
                      </a:pPr>
                      <a:r>
                        <a:rPr lang="en-US" sz="1800" dirty="0">
                          <a:solidFill>
                            <a:srgbClr val="FFFFFF"/>
                          </a:solidFill>
                          <a:latin typeface="Manrope" pitchFamily="34" charset="0"/>
                          <a:ea typeface="Manrope" pitchFamily="34" charset="-122"/>
                          <a:cs typeface="Manrope" pitchFamily="34" charset="-120"/>
                        </a:rPr>
                        <a:t/>
                      </a:r>
                    </a:p>
                  </a:txBody>
                  <a:tcPr marL="50800" marR="50800" marT="50800" marB="50800" anchor="ctr">
                    <a:lnL w="0" cap="flat" cmpd="sng" algn="ctr">
                      <a:noFill/>
                    </a:lnL>
                    <a:lnR w="0" cap="flat" cmpd="sng" algn="ctr">
                      <a:noFill/>
                    </a:lnR>
                    <a:lnT w="0" cap="flat" cmpd="sng" algn="ctr">
                      <a:noFill/>
                    </a:lnT>
                    <a:lnB w="0" cap="flat" cmpd="sng" algn="ctr">
                      <a:noFill/>
                    </a:lnB>
                  </a:tcPr>
                </a:tc>
              </a:tr>
              <a:tr h="548640">
                <a:tc>
                  <a:txBody>
                    <a:bodyPr/>
                    <a:lstStyle/>
                    <a:p>
                      <a:pPr algn="l" indent="0" marL="0">
                        <a:buNone/>
                      </a:pPr>
                      <a:r>
                        <a:rPr lang="en-US" sz="1800" dirty="0">
                          <a:solidFill>
                            <a:srgbClr val="A9C022"/>
                          </a:solidFill>
                          <a:latin typeface="Manrope" pitchFamily="34" charset="0"/>
                          <a:ea typeface="Manrope" pitchFamily="34" charset="-122"/>
                          <a:cs typeface="Manrope" pitchFamily="34" charset="-120"/>
                        </a:rPr>
                        <a:t>4</a:t>
                      </a:r>
                    </a:p>
                  </a:txBody>
                  <a:tcPr marL="508000" marR="50800" marT="50800" marB="50800" anchor="ctr">
                    <a:lnL w="0" cap="flat" cmpd="sng" algn="ctr">
                      <a:noFill/>
                    </a:lnL>
                    <a:lnR w="0" cap="flat" cmpd="sng" algn="ctr">
                      <a:noFill/>
                    </a:lnR>
                    <a:lnT w="0" cap="flat" cmpd="sng" algn="ctr">
                      <a:noFill/>
                    </a:lnT>
                    <a:lnB w="0" cap="flat" cmpd="sng" algn="ctr">
                      <a:noFill/>
                    </a:lnB>
                  </a:tcPr>
                </a:tc>
                <a:tc gridSpan="2">
                  <a:txBody>
                    <a:bodyPr/>
                    <a:lstStyle/>
                    <a:p>
                      <a:pPr algn="ctr" indent="0" marL="0">
                        <a:buNone/>
                      </a:pPr>
                      <a:r>
                        <a:rPr lang="en-US" sz="1800" dirty="0">
                          <a:solidFill>
                            <a:srgbClr val="E7E6E6"/>
                          </a:solidFill>
                          <a:latin typeface="Manrope" pitchFamily="34" charset="0"/>
                          <a:ea typeface="Manrope" pitchFamily="34" charset="-122"/>
                          <a:cs typeface="Manrope" pitchFamily="34" charset="-120"/>
                        </a:rPr>
                        <a:t>Cache to cut waiting time</a:t>
                      </a:r>
                    </a:p>
                  </a:txBody>
                  <a:tcPr marL="50800" marR="50800" marT="50800" marB="50800" anchor="ctr">
                    <a:lnL w="0" cap="flat" cmpd="sng" algn="ctr">
                      <a:noFill/>
                    </a:lnL>
                    <a:lnR w="0" cap="flat" cmpd="sng" algn="ctr">
                      <a:noFill/>
                    </a:lnR>
                    <a:lnT w="0" cap="flat" cmpd="sng" algn="ctr">
                      <a:noFill/>
                    </a:lnT>
                    <a:lnB w="0" cap="flat" cmpd="sng" algn="ctr">
                      <a:noFill/>
                    </a:lnB>
                  </a:tcPr>
                </a:tc>
                <a:tc hMerge="1">
                  <a:txBody>
                    <a:bodyPr/>
                    <a:lstStyle/>
                    <a:p>
                      <a:pPr algn="ctr" indent="0" marL="0">
                        <a:buNone/>
                      </a:pPr>
                      <a:r>
                        <a:rPr lang="en-US" sz="1800" dirty="0">
                          <a:solidFill>
                            <a:srgbClr val="FFFFFF"/>
                          </a:solidFill>
                          <a:latin typeface="Manrope" pitchFamily="34" charset="0"/>
                          <a:ea typeface="Manrope" pitchFamily="34" charset="-122"/>
                          <a:cs typeface="Manrope" pitchFamily="34" charset="-120"/>
                        </a:rPr>
                        <a:t/>
                      </a:r>
                    </a:p>
                  </a:txBody>
                  <a:tcPr marL="50800" marR="50800" marT="50800" marB="50800" anchor="ctr">
                    <a:lnL w="0" cap="flat" cmpd="sng" algn="ctr">
                      <a:noFill/>
                    </a:lnL>
                    <a:lnR w="0" cap="flat" cmpd="sng" algn="ctr">
                      <a:noFill/>
                    </a:lnR>
                    <a:lnT w="0" cap="flat" cmpd="sng" algn="ctr">
                      <a:noFill/>
                    </a:lnT>
                    <a:lnB w="0" cap="flat" cmpd="sng" algn="ctr">
                      <a:noFill/>
                    </a:lnB>
                  </a:tcPr>
                </a:tc>
              </a:tr>
              <a:tr h="548640">
                <a:tc>
                  <a:txBody>
                    <a:bodyPr/>
                    <a:lstStyle/>
                    <a:p>
                      <a:pPr algn="l" indent="0" marL="0">
                        <a:buNone/>
                      </a:pPr>
                      <a:r>
                        <a:rPr lang="en-US" sz="1800" dirty="0">
                          <a:solidFill>
                            <a:srgbClr val="A9C022"/>
                          </a:solidFill>
                          <a:latin typeface="Manrope" pitchFamily="34" charset="0"/>
                          <a:ea typeface="Manrope" pitchFamily="34" charset="-122"/>
                          <a:cs typeface="Manrope" pitchFamily="34" charset="-120"/>
                        </a:rPr>
                        <a:t>5</a:t>
                      </a:r>
                    </a:p>
                  </a:txBody>
                  <a:tcPr marL="508000" marR="50800" marT="50800" marB="50800" anchor="ctr">
                    <a:lnL w="0" cap="flat" cmpd="sng" algn="ctr">
                      <a:noFill/>
                    </a:lnL>
                    <a:lnR w="0" cap="flat" cmpd="sng" algn="ctr">
                      <a:noFill/>
                    </a:lnR>
                    <a:lnT w="0" cap="flat" cmpd="sng" algn="ctr">
                      <a:noFill/>
                    </a:lnT>
                    <a:lnB w="0" cap="flat" cmpd="sng" algn="ctr">
                      <a:noFill/>
                    </a:lnB>
                  </a:tcPr>
                </a:tc>
                <a:tc gridSpan="2">
                  <a:txBody>
                    <a:bodyPr/>
                    <a:lstStyle/>
                    <a:p>
                      <a:pPr algn="ctr" indent="0" marL="0">
                        <a:buNone/>
                      </a:pPr>
                      <a:r>
                        <a:rPr lang="en-US" sz="1800" dirty="0">
                          <a:solidFill>
                            <a:srgbClr val="E7E6E6"/>
                          </a:solidFill>
                          <a:latin typeface="Manrope" pitchFamily="34" charset="0"/>
                          <a:ea typeface="Manrope" pitchFamily="34" charset="-122"/>
                          <a:cs typeface="Manrope" pitchFamily="34" charset="-120"/>
                        </a:rPr>
                        <a:t>Add agent patterns</a:t>
                      </a:r>
                    </a:p>
                  </a:txBody>
                  <a:tcPr marL="50800" marR="50800" marT="50800" marB="50800" anchor="ctr">
                    <a:lnL w="0" cap="flat" cmpd="sng" algn="ctr">
                      <a:noFill/>
                    </a:lnL>
                    <a:lnR w="0" cap="flat" cmpd="sng" algn="ctr">
                      <a:noFill/>
                    </a:lnR>
                    <a:lnT w="0" cap="flat" cmpd="sng" algn="ctr">
                      <a:noFill/>
                    </a:lnT>
                    <a:lnB w="0" cap="flat" cmpd="sng" algn="ctr">
                      <a:noFill/>
                    </a:lnB>
                  </a:tcPr>
                </a:tc>
                <a:tc hMerge="1">
                  <a:txBody>
                    <a:bodyPr/>
                    <a:lstStyle/>
                    <a:p>
                      <a:pPr algn="ctr" indent="0" marL="0">
                        <a:buNone/>
                      </a:pPr>
                      <a:r>
                        <a:rPr lang="en-US" sz="1800" dirty="0">
                          <a:solidFill>
                            <a:srgbClr val="FFFFFF"/>
                          </a:solidFill>
                          <a:latin typeface="Manrope" pitchFamily="34" charset="0"/>
                          <a:ea typeface="Manrope" pitchFamily="34" charset="-122"/>
                          <a:cs typeface="Manrope" pitchFamily="34" charset="-120"/>
                        </a:rPr>
                        <a:t/>
                      </a:r>
                    </a:p>
                  </a:txBody>
                  <a:tcPr marL="50800" marR="50800" marT="50800" marB="50800" anchor="ctr">
                    <a:lnL w="0" cap="flat" cmpd="sng" algn="ctr">
                      <a:noFill/>
                    </a:lnL>
                    <a:lnR w="0" cap="flat" cmpd="sng" algn="ctr">
                      <a:noFill/>
                    </a:lnR>
                    <a:lnT w="0" cap="flat" cmpd="sng" algn="ctr">
                      <a:noFill/>
                    </a:lnT>
                    <a:lnB w="0" cap="flat" cmpd="sng" algn="ctr">
                      <a:noFill/>
                    </a:lnB>
                  </a:tcPr>
                </a:tc>
              </a:tr>
              <a:tr h="548640">
                <a:tc>
                  <a:txBody>
                    <a:bodyPr/>
                    <a:lstStyle/>
                    <a:p>
                      <a:pPr algn="l" indent="0" marL="0">
                        <a:buNone/>
                      </a:pPr>
                    </a:p>
                  </a:txBody>
                  <a:tcPr marL="508000" marR="50800" marT="50800" marB="50800" anchor="ctr">
                    <a:lnL w="0" cap="flat" cmpd="sng" algn="ctr">
                      <a:noFill/>
                    </a:lnL>
                    <a:lnR w="0" cap="flat" cmpd="sng" algn="ctr">
                      <a:noFill/>
                    </a:lnR>
                    <a:lnT w="0" cap="flat" cmpd="sng" algn="ctr">
                      <a:noFill/>
                    </a:lnT>
                    <a:lnB w="0" cap="flat" cmpd="sng" algn="ctr">
                      <a:noFill/>
                    </a:lnB>
                  </a:tcPr>
                </a:tc>
                <a:tc gridSpan="2">
                  <a:txBody>
                    <a:bodyPr/>
                    <a:lstStyle/>
                    <a:p>
                      <a:pPr algn="ctr" indent="0" marL="0">
                        <a:buNone/>
                      </a:pPr>
                      <a:r>
                        <a:rPr lang="en-US" sz="1800" dirty="0" i="1">
                          <a:solidFill>
                            <a:srgbClr val="E7E6E6"/>
                          </a:solidFill>
                          <a:latin typeface="Manrope" pitchFamily="34" charset="0"/>
                          <a:ea typeface="Manrope" pitchFamily="34" charset="-122"/>
                          <a:cs typeface="Manrope" pitchFamily="34" charset="-120"/>
                        </a:rPr>
                        <a:t>Then: monitor and get user feedback</a:t>
                      </a:r>
                    </a:p>
                  </a:txBody>
                  <a:tcPr marL="50800" marR="50800" marT="50800" marB="50800" anchor="ctr">
                    <a:lnL w="0" cap="flat" cmpd="sng" algn="ctr">
                      <a:noFill/>
                    </a:lnL>
                    <a:lnR w="0" cap="flat" cmpd="sng" algn="ctr">
                      <a:noFill/>
                    </a:lnR>
                    <a:lnT w="0" cap="flat" cmpd="sng" algn="ctr">
                      <a:noFill/>
                    </a:lnT>
                    <a:lnB w="0" cap="flat" cmpd="sng" algn="ctr">
                      <a:noFill/>
                    </a:lnB>
                  </a:tcPr>
                </a:tc>
                <a:tc hMerge="1">
                  <a:txBody>
                    <a:bodyPr/>
                    <a:lstStyle/>
                    <a:p>
                      <a:pPr algn="ctr" indent="0" marL="0">
                        <a:buNone/>
                      </a:pPr>
                      <a:r>
                        <a:rPr lang="en-US" sz="1800" dirty="0">
                          <a:solidFill>
                            <a:srgbClr val="FFFFFF"/>
                          </a:solidFill>
                          <a:latin typeface="Manrope" pitchFamily="34" charset="0"/>
                          <a:ea typeface="Manrope" pitchFamily="34" charset="-122"/>
                          <a:cs typeface="Manrope" pitchFamily="34" charset="-120"/>
                        </a:rPr>
                        <a:t/>
                      </a:r>
                    </a:p>
                  </a:txBody>
                  <a:tcPr marL="50800" marR="50800" marT="50800" marB="50800" anchor="ctr">
                    <a:lnL w="0" cap="flat" cmpd="sng" algn="ctr">
                      <a:noFill/>
                    </a:lnL>
                    <a:lnR w="0" cap="flat" cmpd="sng" algn="ctr">
                      <a:noFill/>
                    </a:lnR>
                    <a:lnT w="0" cap="flat" cmpd="sng" algn="ctr">
                      <a:noFill/>
                    </a:lnT>
                    <a:lnB w="0" cap="flat" cmpd="sng" algn="ctr">
                      <a:noFill/>
                    </a:lnB>
                  </a:tcPr>
                </a:tc>
              </a:tr>
            </a:tbl>
          </a:graphicData>
        </a:graphic>
      </p:graphicFrame>
      <p:sp>
        <p:nvSpPr>
          <p:cNvPr id="23" name="Shape 20"/>
          <p:cNvSpPr/>
          <p:nvPr/>
        </p:nvSpPr>
        <p:spPr>
          <a:xfrm>
            <a:off x="7541971" y="873252"/>
            <a:ext cx="0" cy="5984748"/>
          </a:xfrm>
          <a:prstGeom prst="line">
            <a:avLst/>
          </a:prstGeom>
          <a:noFill/>
          <a:ln w="2540">
            <a:solidFill>
              <a:srgbClr val="D0CFCF"/>
            </a:solidFill>
            <a:prstDash val="solid"/>
          </a:ln>
        </p:spPr>
      </p:sp>
      <p:sp>
        <p:nvSpPr>
          <p:cNvPr id="24" name="Shape 21"/>
          <p:cNvSpPr/>
          <p:nvPr/>
        </p:nvSpPr>
        <p:spPr>
          <a:xfrm>
            <a:off x="7506310" y="836676"/>
            <a:ext cx="72238" cy="72238"/>
          </a:xfrm>
          <a:prstGeom prst="ellipse">
            <a:avLst/>
          </a:prstGeom>
          <a:solidFill>
            <a:srgbClr val="D0CFCF"/>
          </a:solidFill>
          <a:ln/>
        </p:spPr>
      </p:sp>
      <p:sp>
        <p:nvSpPr>
          <p:cNvPr id="26" name="Shape 23"/>
          <p:cNvSpPr/>
          <p:nvPr/>
        </p:nvSpPr>
        <p:spPr>
          <a:xfrm>
            <a:off x="1689811" y="2042770"/>
            <a:ext cx="0" cy="3941978"/>
          </a:xfrm>
          <a:prstGeom prst="line">
            <a:avLst/>
          </a:prstGeom>
          <a:noFill/>
          <a:ln w="2540">
            <a:solidFill>
              <a:srgbClr val="FFFFFF">
                <a:alpha val="45000"/>
              </a:srgbClr>
            </a:solidFill>
            <a:prstDash val="solid"/>
          </a:ln>
        </p:spPr>
      </p:sp>
      <p:sp>
        <p:nvSpPr>
          <p:cNvPr id="27" name="Text 24"/>
          <p:cNvSpPr/>
          <p:nvPr/>
        </p:nvSpPr>
        <p:spPr>
          <a:xfrm>
            <a:off x="7992770" y="5285232"/>
            <a:ext cx="3474720" cy="1097280"/>
          </a:xfrm>
          <a:prstGeom prst="rect">
            <a:avLst/>
          </a:prstGeom>
          <a:noFill/>
          <a:ln/>
        </p:spPr>
        <p:txBody>
          <a:bodyPr wrap="square" rtlCol="0" anchor="t"/>
          <a:lstStyle/>
          <a:p>
            <a:pPr indent="0" marL="0">
              <a:lnSpc>
                <a:spcPct val="125000"/>
              </a:lnSpc>
              <a:spcAft>
                <a:spcPts val="600"/>
              </a:spcAft>
              <a:buNone/>
            </a:pPr>
            <a:r>
              <a:rPr lang="en-US" sz="1600" dirty="0" b="1">
                <a:solidFill>
                  <a:srgbClr val="D5E6CD"/>
                </a:solidFill>
                <a:latin typeface="Manrope" pitchFamily="34" charset="0"/>
                <a:ea typeface="Manrope" pitchFamily="34" charset="-122"/>
                <a:cs typeface="Manrope" pitchFamily="34" charset="-120"/>
              </a:rPr>
              <a:t>Cost caps </a:t>
            </a:r>
            <a:r>
              <a:rPr lang="en-US" sz="1600" dirty="0" b="1">
                <a:solidFill>
                  <a:srgbClr val="D5E6CD"/>
                </a:solidFill>
                <a:latin typeface="Manrope" pitchFamily="34" charset="0"/>
                <a:ea typeface="Manrope" pitchFamily="34" charset="-122"/>
                <a:cs typeface="Manrope" pitchFamily="34" charset="-120"/>
              </a:rPr>
              <a:t>help with OWASP LLM10, unbounded consumption.</a:t>
            </a:r>
          </a:p>
        </p:txBody>
      </p:sp>
      <p:sp>
        <p:nvSpPr>
          <p:cNvPr id="28" name="Shape 25"/>
          <p:cNvSpPr/>
          <p:nvPr/>
        </p:nvSpPr>
        <p:spPr>
          <a:xfrm>
            <a:off x="7860182" y="1097280"/>
            <a:ext cx="3420770" cy="1828800"/>
          </a:xfrm>
          <a:prstGeom prst="roundRect">
            <a:avLst>
              <a:gd name="adj" fmla="val 5132"/>
            </a:avLst>
          </a:prstGeom>
          <a:solidFill>
            <a:srgbClr val="FFFFFF">
              <a:alpha val="10000"/>
            </a:srgbClr>
          </a:solidFill>
          <a:ln w="2540">
            <a:solidFill>
              <a:srgbClr val="FFFFFF">
                <a:alpha val="40000"/>
              </a:srgbClr>
            </a:solidFill>
            <a:prstDash val="solid"/>
          </a:ln>
        </p:spPr>
      </p:sp>
      <p:sp>
        <p:nvSpPr>
          <p:cNvPr id="29" name="Text 26"/>
          <p:cNvSpPr/>
          <p:nvPr/>
        </p:nvSpPr>
        <p:spPr>
          <a:xfrm>
            <a:off x="8618220" y="1234440"/>
            <a:ext cx="2606040" cy="320954"/>
          </a:xfrm>
          <a:prstGeom prst="rect">
            <a:avLst/>
          </a:prstGeom>
          <a:noFill/>
          <a:ln/>
        </p:spPr>
        <p:txBody>
          <a:bodyPr wrap="square" lIns="0" tIns="0" rIns="0" bIns="0"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Demo vs production</a:t>
            </a:r>
          </a:p>
        </p:txBody>
      </p:sp>
      <p:sp>
        <p:nvSpPr>
          <p:cNvPr id="30" name="Text 27"/>
          <p:cNvSpPr/>
          <p:nvPr/>
        </p:nvSpPr>
        <p:spPr>
          <a:xfrm>
            <a:off x="8521294" y="1627632"/>
            <a:ext cx="2606040" cy="118872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Analogy: a home-cooked dinner for friends vs running a restaurant every night.</a:t>
            </a:r>
          </a:p>
        </p:txBody>
      </p:sp>
      <p:sp>
        <p:nvSpPr>
          <p:cNvPr id="31" name="Shape 28"/>
          <p:cNvSpPr/>
          <p:nvPr/>
        </p:nvSpPr>
        <p:spPr>
          <a:xfrm>
            <a:off x="7860182" y="3108960"/>
            <a:ext cx="3420770" cy="1965960"/>
          </a:xfrm>
          <a:prstGeom prst="roundRect">
            <a:avLst>
              <a:gd name="adj" fmla="val 5132"/>
            </a:avLst>
          </a:prstGeom>
          <a:solidFill>
            <a:srgbClr val="FFFFFF">
              <a:alpha val="10000"/>
            </a:srgbClr>
          </a:solidFill>
          <a:ln w="2540">
            <a:solidFill>
              <a:srgbClr val="FFFFFF">
                <a:alpha val="40000"/>
              </a:srgbClr>
            </a:solidFill>
            <a:prstDash val="solid"/>
          </a:ln>
        </p:spPr>
      </p:sp>
      <p:sp>
        <p:nvSpPr>
          <p:cNvPr id="32" name="Text 29"/>
          <p:cNvSpPr/>
          <p:nvPr/>
        </p:nvSpPr>
        <p:spPr>
          <a:xfrm>
            <a:off x="8618220" y="3246120"/>
            <a:ext cx="2606040" cy="320954"/>
          </a:xfrm>
          <a:prstGeom prst="rect">
            <a:avLst/>
          </a:prstGeom>
          <a:noFill/>
          <a:ln/>
        </p:spPr>
        <p:txBody>
          <a:bodyPr wrap="square" lIns="0" tIns="0" rIns="0" bIns="0"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Counter and queue</a:t>
            </a:r>
          </a:p>
        </p:txBody>
      </p:sp>
      <p:sp>
        <p:nvSpPr>
          <p:cNvPr id="33" name="Text 30"/>
          <p:cNvSpPr/>
          <p:nvPr/>
        </p:nvSpPr>
        <p:spPr>
          <a:xfrm>
            <a:off x="8521294" y="3639312"/>
            <a:ext cx="2606040" cy="137160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Caching = the kitchen counter. A message queue = the deli ticket line.</a:t>
            </a:r>
          </a:p>
        </p:txBody>
      </p:sp>
      <p:sp>
        <p:nvSpPr>
          <p:cNvPr id="34" name="Shape 31"/>
          <p:cNvSpPr/>
          <p:nvPr/>
        </p:nvSpPr>
        <p:spPr>
          <a:xfrm>
            <a:off x="8146390" y="1252728"/>
            <a:ext cx="351130" cy="351130"/>
          </a:xfrm>
          <a:prstGeom prst="ellipse">
            <a:avLst/>
          </a:prstGeom>
          <a:ln w="15875">
            <a:solidFill>
              <a:srgbClr val="9FEF9C"/>
            </a:solidFill>
            <a:prstDash val="solid"/>
          </a:ln>
        </p:spPr>
      </p:sp>
      <p:sp>
        <p:nvSpPr>
          <p:cNvPr id="35" name="Shape 32"/>
          <p:cNvSpPr/>
          <p:nvPr/>
        </p:nvSpPr>
        <p:spPr>
          <a:xfrm>
            <a:off x="8262262" y="1368857"/>
            <a:ext cx="119384" cy="119384"/>
          </a:xfrm>
          <a:prstGeom prst="ellipse">
            <a:avLst/>
          </a:prstGeom>
          <a:solidFill>
            <a:srgbClr val="9FEF9C"/>
          </a:solidFill>
          <a:ln/>
        </p:spPr>
      </p:sp>
      <p:sp>
        <p:nvSpPr>
          <p:cNvPr id="36" name="Shape 33"/>
          <p:cNvSpPr/>
          <p:nvPr/>
        </p:nvSpPr>
        <p:spPr>
          <a:xfrm>
            <a:off x="8115300" y="3264408"/>
            <a:ext cx="329184" cy="329184"/>
          </a:xfrm>
          <a:prstGeom prst="ellipse">
            <a:avLst/>
          </a:prstGeom>
          <a:ln w="15875">
            <a:solidFill>
              <a:srgbClr val="9FEF9C"/>
            </a:solidFill>
            <a:prstDash val="solid"/>
          </a:ln>
        </p:spPr>
      </p:sp>
      <p:sp>
        <p:nvSpPr>
          <p:cNvPr id="37" name="Shape 34"/>
          <p:cNvSpPr/>
          <p:nvPr/>
        </p:nvSpPr>
        <p:spPr>
          <a:xfrm>
            <a:off x="8223931" y="3373222"/>
            <a:ext cx="111923" cy="111923"/>
          </a:xfrm>
          <a:prstGeom prst="ellipse">
            <a:avLst/>
          </a:prstGeom>
          <a:solidFill>
            <a:srgbClr val="9FEF9C"/>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1D1D1D"/>
        </a:solidFill>
      </p:bgPr>
    </p:bg>
    <p:spTree>
      <p:nvGrpSpPr>
        <p:cNvPr id="1" name=""/>
        <p:cNvGrpSpPr/>
        <p:nvPr/>
      </p:nvGrpSpPr>
      <p:grpSpPr>
        <a:xfrm>
          <a:off x="0" y="0"/>
          <a:ext cx="0" cy="0"/>
          <a:chOff x="0" y="0"/>
          <a:chExt cx="0" cy="0"/>
        </a:xfrm>
      </p:grpSpPr>
      <p:sp>
        <p:nvSpPr>
          <p:cNvPr id="7" name="Text 5"/>
          <p:cNvSpPr/>
          <p:nvPr/>
        </p:nvSpPr>
        <p:spPr>
          <a:xfrm>
            <a:off x="7993685" y="1059790"/>
            <a:ext cx="4023360" cy="1371600"/>
          </a:xfrm>
          <a:prstGeom prst="rect">
            <a:avLst/>
          </a:prstGeom>
          <a:noFill/>
          <a:ln/>
        </p:spPr>
        <p:txBody>
          <a:bodyPr wrap="square" rtlCol="0" anchor="t"/>
          <a:lstStyle/>
          <a:p>
            <a:pPr indent="0" marL="0">
              <a:lnSpc>
                <a:spcPct val="90000"/>
              </a:lnSpc>
              <a:buNone/>
            </a:pPr>
            <a:r>
              <a:rPr lang="en-US" sz="3000" spc="-150" kern="0" dirty="0">
                <a:solidFill>
                  <a:srgbClr val="FFFFFF"/>
                </a:solidFill>
                <a:latin typeface="Manrope" pitchFamily="34" charset="0"/>
                <a:ea typeface="Manrope" pitchFamily="34" charset="-122"/>
                <a:cs typeface="Manrope" pitchFamily="34" charset="-120"/>
              </a:rPr>
              <a:t>Capstone: </a:t>
            </a:r>
            <a:r>
              <a:rPr lang="en-US" sz="3000" spc="-150" kern="0" dirty="0">
                <a:solidFill>
                  <a:srgbClr val="D5E6CD"/>
                </a:solidFill>
                <a:latin typeface="Manrope" pitchFamily="34" charset="0"/>
                <a:ea typeface="Manrope" pitchFamily="34" charset="-122"/>
                <a:cs typeface="Manrope" pitchFamily="34" charset="-120"/>
              </a:rPr>
              <a:t>a customer-support agent</a:t>
            </a:r>
          </a:p>
        </p:txBody>
      </p:sp>
      <p:sp>
        <p:nvSpPr>
          <p:cNvPr id="8" name="Shape 6"/>
          <p:cNvSpPr/>
          <p:nvPr/>
        </p:nvSpPr>
        <p:spPr>
          <a:xfrm>
            <a:off x="4483303" y="3583534"/>
            <a:ext cx="182057" cy="3274466"/>
          </a:xfrm>
          <a:prstGeom prst="rect">
            <a:avLst/>
          </a:prstGeom>
          <a:solidFill>
            <a:srgbClr val="336B47"/>
          </a:solidFill>
          <a:ln/>
        </p:spPr>
      </p:sp>
      <p:sp>
        <p:nvSpPr>
          <p:cNvPr id="9" name="Shape 7"/>
          <p:cNvSpPr/>
          <p:nvPr/>
        </p:nvSpPr>
        <p:spPr>
          <a:xfrm>
            <a:off x="4656216" y="3583534"/>
            <a:ext cx="182057" cy="3274466"/>
          </a:xfrm>
          <a:prstGeom prst="rect">
            <a:avLst/>
          </a:prstGeom>
          <a:solidFill>
            <a:srgbClr val="356D47"/>
          </a:solidFill>
          <a:ln/>
        </p:spPr>
      </p:sp>
      <p:sp>
        <p:nvSpPr>
          <p:cNvPr id="10" name="Shape 8"/>
          <p:cNvSpPr/>
          <p:nvPr/>
        </p:nvSpPr>
        <p:spPr>
          <a:xfrm>
            <a:off x="4829129" y="3583534"/>
            <a:ext cx="182057" cy="3274466"/>
          </a:xfrm>
          <a:prstGeom prst="rect">
            <a:avLst/>
          </a:prstGeom>
          <a:solidFill>
            <a:srgbClr val="376F48"/>
          </a:solidFill>
          <a:ln/>
        </p:spPr>
      </p:sp>
      <p:sp>
        <p:nvSpPr>
          <p:cNvPr id="11" name="Shape 9"/>
          <p:cNvSpPr/>
          <p:nvPr/>
        </p:nvSpPr>
        <p:spPr>
          <a:xfrm>
            <a:off x="5002042" y="3583534"/>
            <a:ext cx="182057" cy="3274466"/>
          </a:xfrm>
          <a:prstGeom prst="rect">
            <a:avLst/>
          </a:prstGeom>
          <a:solidFill>
            <a:srgbClr val="3A7248"/>
          </a:solidFill>
          <a:ln/>
        </p:spPr>
      </p:sp>
      <p:sp>
        <p:nvSpPr>
          <p:cNvPr id="12" name="Shape 10"/>
          <p:cNvSpPr/>
          <p:nvPr/>
        </p:nvSpPr>
        <p:spPr>
          <a:xfrm>
            <a:off x="5174955" y="3583534"/>
            <a:ext cx="182057" cy="3274466"/>
          </a:xfrm>
          <a:prstGeom prst="rect">
            <a:avLst/>
          </a:prstGeom>
          <a:solidFill>
            <a:srgbClr val="3C7448"/>
          </a:solidFill>
          <a:ln/>
        </p:spPr>
      </p:sp>
      <p:sp>
        <p:nvSpPr>
          <p:cNvPr id="13" name="Shape 11"/>
          <p:cNvSpPr/>
          <p:nvPr/>
        </p:nvSpPr>
        <p:spPr>
          <a:xfrm>
            <a:off x="5347868" y="3583534"/>
            <a:ext cx="182057" cy="3274466"/>
          </a:xfrm>
          <a:prstGeom prst="rect">
            <a:avLst/>
          </a:prstGeom>
          <a:solidFill>
            <a:srgbClr val="3E7649"/>
          </a:solidFill>
          <a:ln/>
        </p:spPr>
      </p:sp>
      <p:sp>
        <p:nvSpPr>
          <p:cNvPr id="14" name="Shape 12"/>
          <p:cNvSpPr/>
          <p:nvPr/>
        </p:nvSpPr>
        <p:spPr>
          <a:xfrm>
            <a:off x="5520781" y="3583534"/>
            <a:ext cx="182057" cy="3274466"/>
          </a:xfrm>
          <a:prstGeom prst="rect">
            <a:avLst/>
          </a:prstGeom>
          <a:solidFill>
            <a:srgbClr val="407849"/>
          </a:solidFill>
          <a:ln/>
        </p:spPr>
      </p:sp>
      <p:sp>
        <p:nvSpPr>
          <p:cNvPr id="15" name="Shape 13"/>
          <p:cNvSpPr/>
          <p:nvPr/>
        </p:nvSpPr>
        <p:spPr>
          <a:xfrm>
            <a:off x="5693694" y="3583534"/>
            <a:ext cx="182057" cy="3274466"/>
          </a:xfrm>
          <a:prstGeom prst="rect">
            <a:avLst/>
          </a:prstGeom>
          <a:solidFill>
            <a:srgbClr val="437B49"/>
          </a:solidFill>
          <a:ln/>
        </p:spPr>
      </p:sp>
      <p:sp>
        <p:nvSpPr>
          <p:cNvPr id="16" name="Shape 14"/>
          <p:cNvSpPr/>
          <p:nvPr/>
        </p:nvSpPr>
        <p:spPr>
          <a:xfrm>
            <a:off x="5866608" y="3583534"/>
            <a:ext cx="182057" cy="3274466"/>
          </a:xfrm>
          <a:prstGeom prst="rect">
            <a:avLst/>
          </a:prstGeom>
          <a:solidFill>
            <a:srgbClr val="457D4A"/>
          </a:solidFill>
          <a:ln/>
        </p:spPr>
      </p:sp>
      <p:sp>
        <p:nvSpPr>
          <p:cNvPr id="17" name="Shape 15"/>
          <p:cNvSpPr/>
          <p:nvPr/>
        </p:nvSpPr>
        <p:spPr>
          <a:xfrm>
            <a:off x="6039521" y="3583534"/>
            <a:ext cx="182057" cy="3274466"/>
          </a:xfrm>
          <a:prstGeom prst="rect">
            <a:avLst/>
          </a:prstGeom>
          <a:solidFill>
            <a:srgbClr val="477F4A"/>
          </a:solidFill>
          <a:ln/>
        </p:spPr>
      </p:sp>
      <p:sp>
        <p:nvSpPr>
          <p:cNvPr id="18" name="Shape 16"/>
          <p:cNvSpPr/>
          <p:nvPr/>
        </p:nvSpPr>
        <p:spPr>
          <a:xfrm>
            <a:off x="4483303" y="3085186"/>
            <a:ext cx="1727302" cy="997610"/>
          </a:xfrm>
          <a:prstGeom prst="ellipse">
            <a:avLst/>
          </a:prstGeom>
          <a:solidFill>
            <a:srgbClr val="C0DAB4"/>
          </a:solidFill>
          <a:ln/>
        </p:spPr>
      </p:sp>
      <p:sp>
        <p:nvSpPr>
          <p:cNvPr id="19" name="Shape 17"/>
          <p:cNvSpPr/>
          <p:nvPr/>
        </p:nvSpPr>
        <p:spPr>
          <a:xfrm>
            <a:off x="4742078" y="3235147"/>
            <a:ext cx="1208837" cy="697687"/>
          </a:xfrm>
          <a:prstGeom prst="ellipse">
            <a:avLst/>
          </a:prstGeom>
          <a:solidFill>
            <a:srgbClr val="ECFCEB"/>
          </a:solidFill>
          <a:ln/>
        </p:spPr>
      </p:sp>
      <p:sp>
        <p:nvSpPr>
          <p:cNvPr id="20" name="Text 18"/>
          <p:cNvSpPr/>
          <p:nvPr/>
        </p:nvSpPr>
        <p:spPr>
          <a:xfrm>
            <a:off x="4788713" y="3361334"/>
            <a:ext cx="1110996" cy="367589"/>
          </a:xfrm>
          <a:prstGeom prst="rect">
            <a:avLst/>
          </a:prstGeom>
          <a:noFill/>
          <a:ln/>
        </p:spPr>
        <p:txBody>
          <a:bodyPr wrap="square" rtlCol="0" anchor="ctr"/>
          <a:lstStyle/>
          <a:p>
            <a:pPr algn="ctr" indent="0" marL="0">
              <a:lnSpc>
                <a:spcPct val="120000"/>
              </a:lnSpc>
              <a:buNone/>
            </a:pPr>
            <a:r>
              <a:rPr lang="en-US" sz="2000" dirty="0" b="1">
                <a:solidFill>
                  <a:srgbClr val="1F3A2E"/>
                </a:solidFill>
                <a:latin typeface="Manrope" pitchFamily="34" charset="0"/>
                <a:ea typeface="Manrope" pitchFamily="34" charset="-122"/>
                <a:cs typeface="Manrope" pitchFamily="34" charset="-120"/>
              </a:rPr>
              <a:t>3</a:t>
            </a:r>
          </a:p>
        </p:txBody>
      </p:sp>
      <p:sp>
        <p:nvSpPr>
          <p:cNvPr id="21" name="Shape 19"/>
          <p:cNvSpPr/>
          <p:nvPr/>
        </p:nvSpPr>
        <p:spPr>
          <a:xfrm>
            <a:off x="2966314" y="4236415"/>
            <a:ext cx="182057" cy="2621585"/>
          </a:xfrm>
          <a:prstGeom prst="rect">
            <a:avLst/>
          </a:prstGeom>
          <a:solidFill>
            <a:srgbClr val="9FA201"/>
          </a:solidFill>
          <a:ln/>
        </p:spPr>
      </p:sp>
      <p:sp>
        <p:nvSpPr>
          <p:cNvPr id="22" name="Shape 20"/>
          <p:cNvSpPr/>
          <p:nvPr/>
        </p:nvSpPr>
        <p:spPr>
          <a:xfrm>
            <a:off x="3139227" y="4236415"/>
            <a:ext cx="182057" cy="2621585"/>
          </a:xfrm>
          <a:prstGeom prst="rect">
            <a:avLst/>
          </a:prstGeom>
          <a:solidFill>
            <a:srgbClr val="A2A601"/>
          </a:solidFill>
          <a:ln/>
        </p:spPr>
      </p:sp>
      <p:sp>
        <p:nvSpPr>
          <p:cNvPr id="23" name="Shape 21"/>
          <p:cNvSpPr/>
          <p:nvPr/>
        </p:nvSpPr>
        <p:spPr>
          <a:xfrm>
            <a:off x="3312140" y="4236415"/>
            <a:ext cx="182057" cy="2621585"/>
          </a:xfrm>
          <a:prstGeom prst="rect">
            <a:avLst/>
          </a:prstGeom>
          <a:solidFill>
            <a:srgbClr val="A6A902"/>
          </a:solidFill>
          <a:ln/>
        </p:spPr>
      </p:sp>
      <p:sp>
        <p:nvSpPr>
          <p:cNvPr id="24" name="Shape 22"/>
          <p:cNvSpPr/>
          <p:nvPr/>
        </p:nvSpPr>
        <p:spPr>
          <a:xfrm>
            <a:off x="3485053" y="4236415"/>
            <a:ext cx="182057" cy="2621585"/>
          </a:xfrm>
          <a:prstGeom prst="rect">
            <a:avLst/>
          </a:prstGeom>
          <a:solidFill>
            <a:srgbClr val="A9AD02"/>
          </a:solidFill>
          <a:ln/>
        </p:spPr>
      </p:sp>
      <p:sp>
        <p:nvSpPr>
          <p:cNvPr id="25" name="Shape 23"/>
          <p:cNvSpPr/>
          <p:nvPr/>
        </p:nvSpPr>
        <p:spPr>
          <a:xfrm>
            <a:off x="3657966" y="4236415"/>
            <a:ext cx="182057" cy="2621585"/>
          </a:xfrm>
          <a:prstGeom prst="rect">
            <a:avLst/>
          </a:prstGeom>
          <a:solidFill>
            <a:srgbClr val="ADB003"/>
          </a:solidFill>
          <a:ln/>
        </p:spPr>
      </p:sp>
      <p:sp>
        <p:nvSpPr>
          <p:cNvPr id="26" name="Shape 24"/>
          <p:cNvSpPr/>
          <p:nvPr/>
        </p:nvSpPr>
        <p:spPr>
          <a:xfrm>
            <a:off x="3830879" y="4236415"/>
            <a:ext cx="182057" cy="2621585"/>
          </a:xfrm>
          <a:prstGeom prst="rect">
            <a:avLst/>
          </a:prstGeom>
          <a:solidFill>
            <a:srgbClr val="B0B403"/>
          </a:solidFill>
          <a:ln/>
        </p:spPr>
      </p:sp>
      <p:sp>
        <p:nvSpPr>
          <p:cNvPr id="27" name="Shape 25"/>
          <p:cNvSpPr/>
          <p:nvPr/>
        </p:nvSpPr>
        <p:spPr>
          <a:xfrm>
            <a:off x="4003792" y="4236415"/>
            <a:ext cx="182057" cy="2621585"/>
          </a:xfrm>
          <a:prstGeom prst="rect">
            <a:avLst/>
          </a:prstGeom>
          <a:solidFill>
            <a:srgbClr val="B4B704"/>
          </a:solidFill>
          <a:ln/>
        </p:spPr>
      </p:sp>
      <p:sp>
        <p:nvSpPr>
          <p:cNvPr id="28" name="Shape 26"/>
          <p:cNvSpPr/>
          <p:nvPr/>
        </p:nvSpPr>
        <p:spPr>
          <a:xfrm>
            <a:off x="4176705" y="4236415"/>
            <a:ext cx="182057" cy="2621585"/>
          </a:xfrm>
          <a:prstGeom prst="rect">
            <a:avLst/>
          </a:prstGeom>
          <a:solidFill>
            <a:srgbClr val="B7BB04"/>
          </a:solidFill>
          <a:ln/>
        </p:spPr>
      </p:sp>
      <p:sp>
        <p:nvSpPr>
          <p:cNvPr id="29" name="Shape 27"/>
          <p:cNvSpPr/>
          <p:nvPr/>
        </p:nvSpPr>
        <p:spPr>
          <a:xfrm>
            <a:off x="4349618" y="4236415"/>
            <a:ext cx="182057" cy="2621585"/>
          </a:xfrm>
          <a:prstGeom prst="rect">
            <a:avLst/>
          </a:prstGeom>
          <a:solidFill>
            <a:srgbClr val="BBBE05"/>
          </a:solidFill>
          <a:ln/>
        </p:spPr>
      </p:sp>
      <p:sp>
        <p:nvSpPr>
          <p:cNvPr id="30" name="Shape 28"/>
          <p:cNvSpPr/>
          <p:nvPr/>
        </p:nvSpPr>
        <p:spPr>
          <a:xfrm>
            <a:off x="4522531" y="4236415"/>
            <a:ext cx="182057" cy="2621585"/>
          </a:xfrm>
          <a:prstGeom prst="rect">
            <a:avLst/>
          </a:prstGeom>
          <a:solidFill>
            <a:srgbClr val="BEC205"/>
          </a:solidFill>
          <a:ln/>
        </p:spPr>
      </p:sp>
      <p:sp>
        <p:nvSpPr>
          <p:cNvPr id="31" name="Shape 29"/>
          <p:cNvSpPr/>
          <p:nvPr/>
        </p:nvSpPr>
        <p:spPr>
          <a:xfrm>
            <a:off x="2966314" y="3760013"/>
            <a:ext cx="1727302" cy="997610"/>
          </a:xfrm>
          <a:prstGeom prst="ellipse">
            <a:avLst/>
          </a:prstGeom>
          <a:solidFill>
            <a:srgbClr val="FEFFCD"/>
          </a:solidFill>
          <a:ln/>
        </p:spPr>
      </p:sp>
      <p:sp>
        <p:nvSpPr>
          <p:cNvPr id="32" name="Shape 30"/>
          <p:cNvSpPr/>
          <p:nvPr/>
        </p:nvSpPr>
        <p:spPr>
          <a:xfrm>
            <a:off x="3225089" y="3909974"/>
            <a:ext cx="1208837" cy="697687"/>
          </a:xfrm>
          <a:prstGeom prst="ellipse">
            <a:avLst/>
          </a:prstGeom>
          <a:solidFill>
            <a:srgbClr val="FCFF9B"/>
          </a:solidFill>
          <a:ln/>
        </p:spPr>
      </p:sp>
      <p:sp>
        <p:nvSpPr>
          <p:cNvPr id="33" name="Text 31"/>
          <p:cNvSpPr/>
          <p:nvPr/>
        </p:nvSpPr>
        <p:spPr>
          <a:xfrm>
            <a:off x="3271723" y="4036162"/>
            <a:ext cx="1110996" cy="367589"/>
          </a:xfrm>
          <a:prstGeom prst="rect">
            <a:avLst/>
          </a:prstGeom>
          <a:noFill/>
          <a:ln/>
        </p:spPr>
        <p:txBody>
          <a:bodyPr wrap="square" rtlCol="0" anchor="ctr"/>
          <a:lstStyle/>
          <a:p>
            <a:pPr algn="ctr" indent="0" marL="0">
              <a:lnSpc>
                <a:spcPct val="120000"/>
              </a:lnSpc>
              <a:buNone/>
            </a:pPr>
            <a:r>
              <a:rPr lang="en-US" sz="2000" dirty="0" b="1">
                <a:solidFill>
                  <a:srgbClr val="1F3A2E"/>
                </a:solidFill>
                <a:latin typeface="Manrope" pitchFamily="34" charset="0"/>
                <a:ea typeface="Manrope" pitchFamily="34" charset="-122"/>
                <a:cs typeface="Manrope" pitchFamily="34" charset="-120"/>
              </a:rPr>
              <a:t>2</a:t>
            </a:r>
          </a:p>
        </p:txBody>
      </p:sp>
      <p:sp>
        <p:nvSpPr>
          <p:cNvPr id="34" name="Shape 32"/>
          <p:cNvSpPr/>
          <p:nvPr/>
        </p:nvSpPr>
        <p:spPr>
          <a:xfrm>
            <a:off x="1449324" y="4935017"/>
            <a:ext cx="182057" cy="1922983"/>
          </a:xfrm>
          <a:prstGeom prst="rect">
            <a:avLst/>
          </a:prstGeom>
          <a:solidFill>
            <a:srgbClr val="336B47"/>
          </a:solidFill>
          <a:ln/>
        </p:spPr>
      </p:sp>
      <p:sp>
        <p:nvSpPr>
          <p:cNvPr id="35" name="Shape 33"/>
          <p:cNvSpPr/>
          <p:nvPr/>
        </p:nvSpPr>
        <p:spPr>
          <a:xfrm>
            <a:off x="1622237" y="4935017"/>
            <a:ext cx="182057" cy="1922983"/>
          </a:xfrm>
          <a:prstGeom prst="rect">
            <a:avLst/>
          </a:prstGeom>
          <a:solidFill>
            <a:srgbClr val="356D47"/>
          </a:solidFill>
          <a:ln/>
        </p:spPr>
      </p:sp>
      <p:sp>
        <p:nvSpPr>
          <p:cNvPr id="36" name="Shape 34"/>
          <p:cNvSpPr/>
          <p:nvPr/>
        </p:nvSpPr>
        <p:spPr>
          <a:xfrm>
            <a:off x="1795150" y="4935017"/>
            <a:ext cx="182057" cy="1922983"/>
          </a:xfrm>
          <a:prstGeom prst="rect">
            <a:avLst/>
          </a:prstGeom>
          <a:solidFill>
            <a:srgbClr val="376F48"/>
          </a:solidFill>
          <a:ln/>
        </p:spPr>
      </p:sp>
      <p:sp>
        <p:nvSpPr>
          <p:cNvPr id="37" name="Shape 35"/>
          <p:cNvSpPr/>
          <p:nvPr/>
        </p:nvSpPr>
        <p:spPr>
          <a:xfrm>
            <a:off x="1968063" y="4935017"/>
            <a:ext cx="182057" cy="1922983"/>
          </a:xfrm>
          <a:prstGeom prst="rect">
            <a:avLst/>
          </a:prstGeom>
          <a:solidFill>
            <a:srgbClr val="3A7248"/>
          </a:solidFill>
          <a:ln/>
        </p:spPr>
      </p:sp>
      <p:sp>
        <p:nvSpPr>
          <p:cNvPr id="38" name="Shape 36"/>
          <p:cNvSpPr/>
          <p:nvPr/>
        </p:nvSpPr>
        <p:spPr>
          <a:xfrm>
            <a:off x="2140976" y="4935017"/>
            <a:ext cx="182057" cy="1922983"/>
          </a:xfrm>
          <a:prstGeom prst="rect">
            <a:avLst/>
          </a:prstGeom>
          <a:solidFill>
            <a:srgbClr val="3C7448"/>
          </a:solidFill>
          <a:ln/>
        </p:spPr>
      </p:sp>
      <p:sp>
        <p:nvSpPr>
          <p:cNvPr id="39" name="Shape 37"/>
          <p:cNvSpPr/>
          <p:nvPr/>
        </p:nvSpPr>
        <p:spPr>
          <a:xfrm>
            <a:off x="2313889" y="4935017"/>
            <a:ext cx="182057" cy="1922983"/>
          </a:xfrm>
          <a:prstGeom prst="rect">
            <a:avLst/>
          </a:prstGeom>
          <a:solidFill>
            <a:srgbClr val="3E7649"/>
          </a:solidFill>
          <a:ln/>
        </p:spPr>
      </p:sp>
      <p:sp>
        <p:nvSpPr>
          <p:cNvPr id="40" name="Shape 38"/>
          <p:cNvSpPr/>
          <p:nvPr/>
        </p:nvSpPr>
        <p:spPr>
          <a:xfrm>
            <a:off x="2486802" y="4935017"/>
            <a:ext cx="182057" cy="1922983"/>
          </a:xfrm>
          <a:prstGeom prst="rect">
            <a:avLst/>
          </a:prstGeom>
          <a:solidFill>
            <a:srgbClr val="407849"/>
          </a:solidFill>
          <a:ln/>
        </p:spPr>
      </p:sp>
      <p:sp>
        <p:nvSpPr>
          <p:cNvPr id="41" name="Shape 39"/>
          <p:cNvSpPr/>
          <p:nvPr/>
        </p:nvSpPr>
        <p:spPr>
          <a:xfrm>
            <a:off x="2659715" y="4935017"/>
            <a:ext cx="182057" cy="1922983"/>
          </a:xfrm>
          <a:prstGeom prst="rect">
            <a:avLst/>
          </a:prstGeom>
          <a:solidFill>
            <a:srgbClr val="437B49"/>
          </a:solidFill>
          <a:ln/>
        </p:spPr>
      </p:sp>
      <p:sp>
        <p:nvSpPr>
          <p:cNvPr id="42" name="Shape 40"/>
          <p:cNvSpPr/>
          <p:nvPr/>
        </p:nvSpPr>
        <p:spPr>
          <a:xfrm>
            <a:off x="2832628" y="4935017"/>
            <a:ext cx="182057" cy="1922983"/>
          </a:xfrm>
          <a:prstGeom prst="rect">
            <a:avLst/>
          </a:prstGeom>
          <a:solidFill>
            <a:srgbClr val="457D4A"/>
          </a:solidFill>
          <a:ln/>
        </p:spPr>
      </p:sp>
      <p:sp>
        <p:nvSpPr>
          <p:cNvPr id="43" name="Shape 41"/>
          <p:cNvSpPr/>
          <p:nvPr/>
        </p:nvSpPr>
        <p:spPr>
          <a:xfrm>
            <a:off x="3005541" y="4935017"/>
            <a:ext cx="182057" cy="1922983"/>
          </a:xfrm>
          <a:prstGeom prst="rect">
            <a:avLst/>
          </a:prstGeom>
          <a:solidFill>
            <a:srgbClr val="477F4A"/>
          </a:solidFill>
          <a:ln/>
        </p:spPr>
      </p:sp>
      <p:sp>
        <p:nvSpPr>
          <p:cNvPr id="44" name="Shape 42"/>
          <p:cNvSpPr/>
          <p:nvPr/>
        </p:nvSpPr>
        <p:spPr>
          <a:xfrm>
            <a:off x="1449324" y="4435754"/>
            <a:ext cx="1727302" cy="997610"/>
          </a:xfrm>
          <a:prstGeom prst="ellipse">
            <a:avLst/>
          </a:prstGeom>
          <a:solidFill>
            <a:srgbClr val="C0DAB4"/>
          </a:solidFill>
          <a:ln/>
        </p:spPr>
      </p:sp>
      <p:sp>
        <p:nvSpPr>
          <p:cNvPr id="45" name="Shape 43"/>
          <p:cNvSpPr/>
          <p:nvPr/>
        </p:nvSpPr>
        <p:spPr>
          <a:xfrm>
            <a:off x="1708099" y="4585716"/>
            <a:ext cx="1208837" cy="697687"/>
          </a:xfrm>
          <a:prstGeom prst="ellipse">
            <a:avLst/>
          </a:prstGeom>
          <a:solidFill>
            <a:srgbClr val="ECFCEB"/>
          </a:solidFill>
          <a:ln/>
        </p:spPr>
      </p:sp>
      <p:sp>
        <p:nvSpPr>
          <p:cNvPr id="46" name="Text 44"/>
          <p:cNvSpPr/>
          <p:nvPr/>
        </p:nvSpPr>
        <p:spPr>
          <a:xfrm>
            <a:off x="1754734" y="4711903"/>
            <a:ext cx="1110996" cy="367589"/>
          </a:xfrm>
          <a:prstGeom prst="rect">
            <a:avLst/>
          </a:prstGeom>
          <a:noFill/>
          <a:ln/>
        </p:spPr>
        <p:txBody>
          <a:bodyPr wrap="square" rtlCol="0" anchor="ctr"/>
          <a:lstStyle/>
          <a:p>
            <a:pPr algn="ctr" indent="0" marL="0">
              <a:lnSpc>
                <a:spcPct val="120000"/>
              </a:lnSpc>
              <a:buNone/>
            </a:pPr>
            <a:r>
              <a:rPr lang="en-US" sz="2000" dirty="0" b="1">
                <a:solidFill>
                  <a:srgbClr val="1F3A2E"/>
                </a:solidFill>
                <a:latin typeface="Manrope" pitchFamily="34" charset="0"/>
                <a:ea typeface="Manrope" pitchFamily="34" charset="-122"/>
                <a:cs typeface="Manrope" pitchFamily="34" charset="-120"/>
              </a:rPr>
              <a:t>1</a:t>
            </a:r>
          </a:p>
        </p:txBody>
      </p:sp>
      <p:sp>
        <p:nvSpPr>
          <p:cNvPr id="47" name="Shape 45"/>
          <p:cNvSpPr/>
          <p:nvPr/>
        </p:nvSpPr>
        <p:spPr>
          <a:xfrm>
            <a:off x="7541971" y="873252"/>
            <a:ext cx="0" cy="5984748"/>
          </a:xfrm>
          <a:prstGeom prst="line">
            <a:avLst/>
          </a:prstGeom>
          <a:noFill/>
          <a:ln w="2540">
            <a:solidFill>
              <a:srgbClr val="D0CFCF"/>
            </a:solidFill>
            <a:prstDash val="solid"/>
          </a:ln>
        </p:spPr>
      </p:sp>
      <p:sp>
        <p:nvSpPr>
          <p:cNvPr id="48" name="Shape 46"/>
          <p:cNvSpPr/>
          <p:nvPr/>
        </p:nvSpPr>
        <p:spPr>
          <a:xfrm>
            <a:off x="7506310" y="836676"/>
            <a:ext cx="72238" cy="72238"/>
          </a:xfrm>
          <a:prstGeom prst="ellipse">
            <a:avLst/>
          </a:prstGeom>
          <a:solidFill>
            <a:srgbClr val="D0CFCF"/>
          </a:solidFill>
          <a:ln/>
        </p:spPr>
      </p:sp>
      <p:sp>
        <p:nvSpPr>
          <p:cNvPr id="49" name="Text 47"/>
          <p:cNvSpPr/>
          <p:nvPr/>
        </p:nvSpPr>
        <p:spPr>
          <a:xfrm>
            <a:off x="7992770" y="3017520"/>
            <a:ext cx="3840480" cy="2011680"/>
          </a:xfrm>
          <a:prstGeom prst="rect">
            <a:avLst/>
          </a:prstGeom>
          <a:noFill/>
          <a:ln/>
        </p:spPr>
        <p:txBody>
          <a:bodyPr wrap="square" rtlCol="0" anchor="t" lIns="0" rIns="0" tIns="0" bIns="0"/>
          <a:lstStyle/>
          <a:p>
            <a:pPr indent="0" marL="0">
              <a:lnSpc>
                <a:spcPct val="125000"/>
              </a:lnSpc>
              <a:spcAft>
                <a:spcPts val="700"/>
              </a:spcAft>
              <a:buNone/>
            </a:pPr>
            <a:r>
              <a:rPr lang="en-US" sz="1600" dirty="0" b="1">
                <a:solidFill>
                  <a:srgbClr val="A9C022"/>
                </a:solidFill>
                <a:latin typeface="Manrope" pitchFamily="34" charset="0"/>
                <a:ea typeface="Manrope" pitchFamily="34" charset="-122"/>
                <a:cs typeface="Manrope" pitchFamily="34" charset="-120"/>
              </a:rPr>
              <a:t>Answers </a:t>
            </a:r>
            <a:r>
              <a:rPr lang="en-US" sz="1600" dirty="0">
                <a:solidFill>
                  <a:srgbClr val="FFFFFF"/>
                </a:solidFill>
                <a:latin typeface="Manrope" pitchFamily="34" charset="0"/>
                <a:ea typeface="Manrope" pitchFamily="34" charset="-122"/>
                <a:cs typeface="Manrope" pitchFamily="34" charset="-120"/>
              </a:rPr>
              <a:t>from a knowledge base, using RAG (Stage 5)</a:t>
            </a:r>
          </a:p>
          <a:p>
            <a:pPr indent="0" marL="0">
              <a:lnSpc>
                <a:spcPct val="125000"/>
              </a:lnSpc>
              <a:spcAft>
                <a:spcPts val="700"/>
              </a:spcAft>
              <a:buNone/>
            </a:pPr>
            <a:r>
              <a:rPr lang="en-US" sz="1600" dirty="0" b="1">
                <a:solidFill>
                  <a:srgbClr val="A9C022"/>
                </a:solidFill>
                <a:latin typeface="Manrope" pitchFamily="34" charset="0"/>
                <a:ea typeface="Manrope" pitchFamily="34" charset="-122"/>
                <a:cs typeface="Manrope" pitchFamily="34" charset="-120"/>
              </a:rPr>
              <a:t>Looks up </a:t>
            </a:r>
            <a:r>
              <a:rPr lang="en-US" sz="1600" dirty="0">
                <a:solidFill>
                  <a:srgbClr val="FFFFFF"/>
                </a:solidFill>
                <a:latin typeface="Manrope" pitchFamily="34" charset="0"/>
                <a:ea typeface="Manrope" pitchFamily="34" charset="-122"/>
                <a:cs typeface="Manrope" pitchFamily="34" charset="-120"/>
              </a:rPr>
              <a:t>orders</a:t>
            </a:r>
          </a:p>
          <a:p>
            <a:pPr indent="0" marL="0">
              <a:lnSpc>
                <a:spcPct val="125000"/>
              </a:lnSpc>
              <a:spcAft>
                <a:spcPts val="700"/>
              </a:spcAft>
              <a:buNone/>
            </a:pPr>
            <a:r>
              <a:rPr lang="en-US" sz="1600" dirty="0" b="1">
                <a:solidFill>
                  <a:srgbClr val="A9C022"/>
                </a:solidFill>
                <a:latin typeface="Manrope" pitchFamily="34" charset="0"/>
                <a:ea typeface="Manrope" pitchFamily="34" charset="-122"/>
                <a:cs typeface="Manrope" pitchFamily="34" charset="-120"/>
              </a:rPr>
              <a:t>Requests </a:t>
            </a:r>
            <a:r>
              <a:rPr lang="en-US" sz="1600" dirty="0">
                <a:solidFill>
                  <a:srgbClr val="FFFFFF"/>
                </a:solidFill>
                <a:latin typeface="Manrope" pitchFamily="34" charset="0"/>
                <a:ea typeface="Manrope" pitchFamily="34" charset="-122"/>
                <a:cs typeface="Manrope" pitchFamily="34" charset="-120"/>
              </a:rPr>
              <a:t>refunds, which a human must approve</a:t>
            </a:r>
          </a:p>
        </p:txBody>
      </p:sp>
      <p:sp>
        <p:nvSpPr>
          <p:cNvPr id="50" name="Shape 48"/>
          <p:cNvSpPr/>
          <p:nvPr/>
        </p:nvSpPr>
        <p:spPr>
          <a:xfrm>
            <a:off x="801014" y="3414370"/>
            <a:ext cx="2036369" cy="844906"/>
          </a:xfrm>
          <a:prstGeom prst="roundRect">
            <a:avLst>
              <a:gd name="adj" fmla="val 11817"/>
            </a:avLst>
          </a:prstGeom>
          <a:solidFill>
            <a:srgbClr val="FFFFFF">
              <a:alpha val="10000"/>
            </a:srgbClr>
          </a:solidFill>
          <a:ln w="2540">
            <a:solidFill>
              <a:srgbClr val="FFFFFF">
                <a:alpha val="40000"/>
              </a:srgbClr>
            </a:solidFill>
            <a:prstDash val="solid"/>
          </a:ln>
        </p:spPr>
      </p:sp>
      <p:sp>
        <p:nvSpPr>
          <p:cNvPr id="51" name="Text 49"/>
          <p:cNvSpPr/>
          <p:nvPr/>
        </p:nvSpPr>
        <p:spPr>
          <a:xfrm>
            <a:off x="1479499" y="3539642"/>
            <a:ext cx="1463040" cy="594360"/>
          </a:xfrm>
          <a:prstGeom prst="rect">
            <a:avLst/>
          </a:prstGeom>
          <a:noFill/>
          <a:ln/>
        </p:spPr>
        <p:txBody>
          <a:bodyPr wrap="square" lIns="0" tIns="0" rIns="0" bIns="0" rtlCol="0" anchor="t"/>
          <a:lstStyle/>
          <a:p>
            <a:pPr indent="0" marL="0">
              <a:lnSpc>
                <a:spcPct val="110000"/>
              </a:lnSpc>
              <a:spcAft>
                <a:spcPts val="600"/>
              </a:spcAft>
              <a:buNone/>
            </a:pPr>
            <a:r>
              <a:rPr lang="en-US" sz="1800" dirty="0">
                <a:solidFill>
                  <a:srgbClr val="D5E6CD"/>
                </a:solidFill>
                <a:latin typeface="Manrope" pitchFamily="34" charset="0"/>
                <a:ea typeface="Manrope" pitchFamily="34" charset="-122"/>
                <a:cs typeface="Manrope" pitchFamily="34" charset="-120"/>
              </a:rPr>
              <a:t>Knowledge base</a:t>
            </a:r>
          </a:p>
        </p:txBody>
      </p:sp>
      <p:sp>
        <p:nvSpPr>
          <p:cNvPr id="52" name="Shape 50"/>
          <p:cNvSpPr/>
          <p:nvPr/>
        </p:nvSpPr>
        <p:spPr>
          <a:xfrm>
            <a:off x="2329891" y="2335378"/>
            <a:ext cx="2278685" cy="844906"/>
          </a:xfrm>
          <a:prstGeom prst="roundRect">
            <a:avLst>
              <a:gd name="adj" fmla="val 11817"/>
            </a:avLst>
          </a:prstGeom>
          <a:solidFill>
            <a:srgbClr val="FFFFFF">
              <a:alpha val="10000"/>
            </a:srgbClr>
          </a:solidFill>
          <a:ln w="2540">
            <a:solidFill>
              <a:srgbClr val="FFFFFF">
                <a:alpha val="40000"/>
              </a:srgbClr>
            </a:solidFill>
            <a:prstDash val="solid"/>
          </a:ln>
        </p:spPr>
      </p:sp>
      <p:sp>
        <p:nvSpPr>
          <p:cNvPr id="53" name="Text 51"/>
          <p:cNvSpPr/>
          <p:nvPr/>
        </p:nvSpPr>
        <p:spPr>
          <a:xfrm>
            <a:off x="3008376" y="2460650"/>
            <a:ext cx="1463040" cy="594360"/>
          </a:xfrm>
          <a:prstGeom prst="rect">
            <a:avLst/>
          </a:prstGeom>
          <a:noFill/>
          <a:ln/>
        </p:spPr>
        <p:txBody>
          <a:bodyPr wrap="square" lIns="0" tIns="0" rIns="0" bIns="0" rtlCol="0" anchor="t"/>
          <a:lstStyle/>
          <a:p>
            <a:pPr indent="0" marL="0">
              <a:lnSpc>
                <a:spcPct val="110000"/>
              </a:lnSpc>
              <a:spcAft>
                <a:spcPts val="600"/>
              </a:spcAft>
              <a:buNone/>
            </a:pPr>
            <a:r>
              <a:rPr lang="en-US" sz="1800" dirty="0">
                <a:solidFill>
                  <a:srgbClr val="D5E6CD"/>
                </a:solidFill>
                <a:latin typeface="Manrope" pitchFamily="34" charset="0"/>
                <a:ea typeface="Manrope" pitchFamily="34" charset="-122"/>
                <a:cs typeface="Manrope" pitchFamily="34" charset="-120"/>
              </a:rPr>
              <a:t>Order lookup</a:t>
            </a:r>
          </a:p>
        </p:txBody>
      </p:sp>
      <p:sp>
        <p:nvSpPr>
          <p:cNvPr id="54" name="Shape 52"/>
          <p:cNvSpPr/>
          <p:nvPr/>
        </p:nvSpPr>
        <p:spPr>
          <a:xfrm>
            <a:off x="4780483" y="1844345"/>
            <a:ext cx="2050999" cy="844906"/>
          </a:xfrm>
          <a:prstGeom prst="roundRect">
            <a:avLst>
              <a:gd name="adj" fmla="val 11817"/>
            </a:avLst>
          </a:prstGeom>
          <a:solidFill>
            <a:srgbClr val="FFFFFF">
              <a:alpha val="10000"/>
            </a:srgbClr>
          </a:solidFill>
          <a:ln w="2540">
            <a:solidFill>
              <a:srgbClr val="FFFFFF">
                <a:alpha val="40000"/>
              </a:srgbClr>
            </a:solidFill>
            <a:prstDash val="solid"/>
          </a:ln>
        </p:spPr>
      </p:sp>
      <p:sp>
        <p:nvSpPr>
          <p:cNvPr id="55" name="Text 53"/>
          <p:cNvSpPr/>
          <p:nvPr/>
        </p:nvSpPr>
        <p:spPr>
          <a:xfrm>
            <a:off x="5458968" y="1969618"/>
            <a:ext cx="1463040" cy="594360"/>
          </a:xfrm>
          <a:prstGeom prst="rect">
            <a:avLst/>
          </a:prstGeom>
          <a:noFill/>
          <a:ln/>
        </p:spPr>
        <p:txBody>
          <a:bodyPr wrap="square" lIns="0" tIns="0" rIns="0" bIns="0" rtlCol="0" anchor="t"/>
          <a:lstStyle/>
          <a:p>
            <a:pPr indent="0" marL="0">
              <a:lnSpc>
                <a:spcPct val="110000"/>
              </a:lnSpc>
              <a:spcAft>
                <a:spcPts val="600"/>
              </a:spcAft>
              <a:buNone/>
            </a:pPr>
            <a:r>
              <a:rPr lang="en-US" sz="1800" dirty="0">
                <a:solidFill>
                  <a:srgbClr val="D5E6CD"/>
                </a:solidFill>
                <a:latin typeface="Manrope" pitchFamily="34" charset="0"/>
                <a:ea typeface="Manrope" pitchFamily="34" charset="-122"/>
                <a:cs typeface="Manrope" pitchFamily="34" charset="-120"/>
              </a:rPr>
              <a:t>Refund requests</a:t>
            </a:r>
          </a:p>
        </p:txBody>
      </p:sp>
      <p:sp>
        <p:nvSpPr>
          <p:cNvPr id="56" name="Shape 54"/>
          <p:cNvSpPr/>
          <p:nvPr/>
        </p:nvSpPr>
        <p:spPr>
          <a:xfrm>
            <a:off x="1030529" y="3664001"/>
            <a:ext cx="287122" cy="344729"/>
          </a:xfrm>
          <a:prstGeom prst="ellipse">
            <a:avLst/>
          </a:prstGeom>
          <a:ln w="15875">
            <a:solidFill>
              <a:srgbClr val="9FEF9C"/>
            </a:solidFill>
            <a:prstDash val="solid"/>
          </a:ln>
        </p:spPr>
      </p:sp>
      <p:sp>
        <p:nvSpPr>
          <p:cNvPr id="57" name="Shape 55"/>
          <p:cNvSpPr/>
          <p:nvPr/>
        </p:nvSpPr>
        <p:spPr>
          <a:xfrm>
            <a:off x="1125279" y="3777761"/>
            <a:ext cx="97621" cy="117208"/>
          </a:xfrm>
          <a:prstGeom prst="ellipse">
            <a:avLst/>
          </a:prstGeom>
          <a:solidFill>
            <a:srgbClr val="9FEF9C"/>
          </a:solidFill>
          <a:ln/>
        </p:spPr>
      </p:sp>
      <p:sp>
        <p:nvSpPr>
          <p:cNvPr id="58" name="Shape 56"/>
          <p:cNvSpPr/>
          <p:nvPr/>
        </p:nvSpPr>
        <p:spPr>
          <a:xfrm>
            <a:off x="2518258" y="2584094"/>
            <a:ext cx="347472" cy="347472"/>
          </a:xfrm>
          <a:prstGeom prst="ellipse">
            <a:avLst/>
          </a:prstGeom>
          <a:ln w="15875">
            <a:solidFill>
              <a:srgbClr val="9FEF9C"/>
            </a:solidFill>
            <a:prstDash val="solid"/>
          </a:ln>
        </p:spPr>
      </p:sp>
      <p:sp>
        <p:nvSpPr>
          <p:cNvPr id="59" name="Shape 57"/>
          <p:cNvSpPr/>
          <p:nvPr/>
        </p:nvSpPr>
        <p:spPr>
          <a:xfrm>
            <a:off x="2632923" y="2698760"/>
            <a:ext cx="118140" cy="118140"/>
          </a:xfrm>
          <a:prstGeom prst="ellipse">
            <a:avLst/>
          </a:prstGeom>
          <a:solidFill>
            <a:srgbClr val="9FEF9C"/>
          </a:solidFill>
          <a:ln/>
        </p:spPr>
      </p:sp>
      <p:sp>
        <p:nvSpPr>
          <p:cNvPr id="60" name="Shape 58"/>
          <p:cNvSpPr/>
          <p:nvPr/>
        </p:nvSpPr>
        <p:spPr>
          <a:xfrm>
            <a:off x="4969764" y="2103120"/>
            <a:ext cx="314554" cy="314554"/>
          </a:xfrm>
          <a:prstGeom prst="ellipse">
            <a:avLst/>
          </a:prstGeom>
          <a:ln w="15875">
            <a:solidFill>
              <a:srgbClr val="9FEF9C"/>
            </a:solidFill>
            <a:prstDash val="solid"/>
          </a:ln>
        </p:spPr>
      </p:sp>
      <p:sp>
        <p:nvSpPr>
          <p:cNvPr id="61" name="Shape 59"/>
          <p:cNvSpPr/>
          <p:nvPr/>
        </p:nvSpPr>
        <p:spPr>
          <a:xfrm>
            <a:off x="5073567" y="2206923"/>
            <a:ext cx="106948" cy="106948"/>
          </a:xfrm>
          <a:prstGeom prst="ellipse">
            <a:avLst/>
          </a:prstGeom>
          <a:solidFill>
            <a:srgbClr val="9FEF9C"/>
          </a:solidFill>
          <a:ln/>
        </p:spPr>
      </p:sp>
      <p:sp>
        <p:nvSpPr>
          <p:cNvPr id="63" name="Time line"/>
          <p:cNvSpPr/>
          <p:nvPr/>
        </p:nvSpPr>
        <p:spPr>
          <a:xfrm>
            <a:off x="7992770" y="2578608"/>
            <a:ext cx="3840480" cy="411480"/>
          </a:xfrm>
          <a:prstGeom prst="rect">
            <a:avLst/>
          </a:prstGeom>
          <a:noFill/>
          <a:ln w="12700">
            <a:noFill/>
          </a:ln>
        </p:spPr>
        <p:txBody>
          <a:bodyPr wrap="square" lIns="0" rIns="0" tIns="0" bIns="0" anchor="t" rtlCol="0"/>
          <a:lstStyle/>
          <a:p>
            <a:pPr algn="l"/>
            <a:r>
              <a:rPr lang="en-US" sz="1600" b="0" dirty="0">
                <a:solidFill>
                  <a:srgbClr val="D0CFCF"/>
                </a:solidFill>
                <a:latin typeface="Manrope"/>
                <a:cs typeface="Manrope"/>
              </a:rPr>
              <a:t>A capstone project from Stage 10</a:t>
            </a:r>
          </a:p>
        </p:txBody>
      </p:sp>
      <p:sp>
        <p:nvSpPr>
          <p:cNvPr id="64" name="Extra"/>
          <p:cNvSpPr/>
          <p:nvPr/>
        </p:nvSpPr>
        <p:spPr>
          <a:xfrm>
            <a:off x="7992770" y="5120640"/>
            <a:ext cx="3840480" cy="1371600"/>
          </a:xfrm>
          <a:prstGeom prst="rect">
            <a:avLst/>
          </a:prstGeom>
          <a:noFill/>
          <a:ln w="12700">
            <a:noFill/>
          </a:ln>
        </p:spPr>
        <p:txBody>
          <a:bodyPr wrap="square" lIns="0" rIns="0" tIns="0" bIns="0" anchor="t" rtlCol="0"/>
          <a:lstStyle/>
          <a:p>
            <a:pPr algn="l"/>
            <a:r>
              <a:rPr lang="en-US" sz="1600" b="1" dirty="0">
                <a:solidFill>
                  <a:srgbClr val="D5E6CD"/>
                </a:solidFill>
                <a:latin typeface="Manrope"/>
                <a:cs typeface="Manrope"/>
              </a:rPr>
              <a:t>It has a set of tests </a:t>
            </a:r>
            <a:r>
              <a:rPr lang="en-US" sz="1600" b="0" dirty="0">
                <a:solidFill>
                  <a:srgbClr val="FFFFFF"/>
                </a:solidFill>
                <a:latin typeface="Manrope"/>
                <a:cs typeface="Manrope"/>
              </a:rPr>
              <a:t>and runs with cost limits for each conversation. Anthropic names customer support as a strong use case for agents.</a:t>
            </a:r>
            <a:endParaRPr lang="en-US" sz="16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1D1D1D"/>
        </a:solidFill>
      </p:bgPr>
    </p:bg>
    <p:spTree>
      <p:nvGrpSpPr>
        <p:cNvPr id="1" name=""/>
        <p:cNvGrpSpPr/>
        <p:nvPr/>
      </p:nvGrpSpPr>
      <p:grpSpPr>
        <a:xfrm>
          <a:off x="0" y="0"/>
          <a:ext cx="0" cy="0"/>
          <a:chOff x="0" y="0"/>
          <a:chExt cx="0" cy="0"/>
        </a:xfrm>
      </p:grpSpPr>
      <p:sp>
        <p:nvSpPr>
          <p:cNvPr id="7" name="Shape 5"/>
          <p:cNvSpPr/>
          <p:nvPr/>
        </p:nvSpPr>
        <p:spPr>
          <a:xfrm>
            <a:off x="-301752" y="1797710"/>
            <a:ext cx="803758" cy="657454"/>
          </a:xfrm>
          <a:prstGeom prst="rect">
            <a:avLst/>
          </a:prstGeom>
          <a:solidFill>
            <a:srgbClr val="96C182">
              <a:alpha val="1031"/>
            </a:srgbClr>
          </a:solidFill>
          <a:ln/>
        </p:spPr>
      </p:sp>
      <p:sp>
        <p:nvSpPr>
          <p:cNvPr id="8" name="Shape 6"/>
          <p:cNvSpPr/>
          <p:nvPr/>
        </p:nvSpPr>
        <p:spPr>
          <a:xfrm>
            <a:off x="-301752" y="2446020"/>
            <a:ext cx="803758" cy="657454"/>
          </a:xfrm>
          <a:prstGeom prst="rect">
            <a:avLst/>
          </a:prstGeom>
          <a:solidFill>
            <a:srgbClr val="96C182">
              <a:alpha val="2063"/>
            </a:srgbClr>
          </a:solidFill>
          <a:ln/>
        </p:spPr>
      </p:sp>
      <p:sp>
        <p:nvSpPr>
          <p:cNvPr id="9" name="Shape 7"/>
          <p:cNvSpPr/>
          <p:nvPr/>
        </p:nvSpPr>
        <p:spPr>
          <a:xfrm>
            <a:off x="-301752" y="3094330"/>
            <a:ext cx="803758" cy="657454"/>
          </a:xfrm>
          <a:prstGeom prst="rect">
            <a:avLst/>
          </a:prstGeom>
          <a:solidFill>
            <a:srgbClr val="96C182">
              <a:alpha val="3094"/>
            </a:srgbClr>
          </a:solidFill>
          <a:ln/>
        </p:spPr>
      </p:sp>
      <p:sp>
        <p:nvSpPr>
          <p:cNvPr id="10" name="Shape 8"/>
          <p:cNvSpPr/>
          <p:nvPr/>
        </p:nvSpPr>
        <p:spPr>
          <a:xfrm>
            <a:off x="-301752" y="3742639"/>
            <a:ext cx="803758" cy="657454"/>
          </a:xfrm>
          <a:prstGeom prst="rect">
            <a:avLst/>
          </a:prstGeom>
          <a:solidFill>
            <a:srgbClr val="96C182">
              <a:alpha val="4125"/>
            </a:srgbClr>
          </a:solidFill>
          <a:ln/>
        </p:spPr>
      </p:sp>
      <p:sp>
        <p:nvSpPr>
          <p:cNvPr id="11" name="Shape 9"/>
          <p:cNvSpPr/>
          <p:nvPr/>
        </p:nvSpPr>
        <p:spPr>
          <a:xfrm>
            <a:off x="-301752" y="4390949"/>
            <a:ext cx="803758" cy="657454"/>
          </a:xfrm>
          <a:prstGeom prst="rect">
            <a:avLst/>
          </a:prstGeom>
          <a:solidFill>
            <a:srgbClr val="96C182">
              <a:alpha val="5156"/>
            </a:srgbClr>
          </a:solidFill>
          <a:ln/>
        </p:spPr>
      </p:sp>
      <p:sp>
        <p:nvSpPr>
          <p:cNvPr id="12" name="Shape 10"/>
          <p:cNvSpPr/>
          <p:nvPr/>
        </p:nvSpPr>
        <p:spPr>
          <a:xfrm>
            <a:off x="-301752" y="5039258"/>
            <a:ext cx="803758" cy="657454"/>
          </a:xfrm>
          <a:prstGeom prst="rect">
            <a:avLst/>
          </a:prstGeom>
          <a:solidFill>
            <a:srgbClr val="96C182">
              <a:alpha val="6188"/>
            </a:srgbClr>
          </a:solidFill>
          <a:ln/>
        </p:spPr>
      </p:sp>
      <p:sp>
        <p:nvSpPr>
          <p:cNvPr id="13" name="Shape 11"/>
          <p:cNvSpPr/>
          <p:nvPr/>
        </p:nvSpPr>
        <p:spPr>
          <a:xfrm>
            <a:off x="-301752" y="5687568"/>
            <a:ext cx="803758" cy="657454"/>
          </a:xfrm>
          <a:prstGeom prst="rect">
            <a:avLst/>
          </a:prstGeom>
          <a:solidFill>
            <a:srgbClr val="96C182">
              <a:alpha val="7219"/>
            </a:srgbClr>
          </a:solidFill>
          <a:ln/>
        </p:spPr>
      </p:sp>
      <p:sp>
        <p:nvSpPr>
          <p:cNvPr id="14" name="Shape 12"/>
          <p:cNvSpPr/>
          <p:nvPr/>
        </p:nvSpPr>
        <p:spPr>
          <a:xfrm>
            <a:off x="-301752" y="6335878"/>
            <a:ext cx="803758" cy="657454"/>
          </a:xfrm>
          <a:prstGeom prst="rect">
            <a:avLst/>
          </a:prstGeom>
          <a:solidFill>
            <a:srgbClr val="96C182">
              <a:alpha val="8250"/>
            </a:srgbClr>
          </a:solidFill>
          <a:ln/>
        </p:spPr>
      </p:sp>
      <p:sp>
        <p:nvSpPr>
          <p:cNvPr id="22" name="Shape 20"/>
          <p:cNvSpPr/>
          <p:nvPr/>
        </p:nvSpPr>
        <p:spPr>
          <a:xfrm>
            <a:off x="1068019" y="6661976"/>
            <a:ext cx="803758" cy="331356"/>
          </a:xfrm>
          <a:prstGeom prst="rect">
            <a:avLst/>
          </a:prstGeom>
          <a:solidFill>
            <a:srgbClr val="96C182">
              <a:alpha val="2750"/>
            </a:srgbClr>
          </a:solidFill>
          <a:ln/>
        </p:spPr>
      </p:sp>
      <p:sp>
        <p:nvSpPr>
          <p:cNvPr id="23" name="Shape 21"/>
          <p:cNvSpPr/>
          <p:nvPr/>
        </p:nvSpPr>
        <p:spPr>
          <a:xfrm>
            <a:off x="378562" y="3225089"/>
            <a:ext cx="803758" cy="482117"/>
          </a:xfrm>
          <a:prstGeom prst="rect">
            <a:avLst/>
          </a:prstGeom>
          <a:solidFill>
            <a:srgbClr val="96C182">
              <a:alpha val="688"/>
            </a:srgbClr>
          </a:solidFill>
          <a:ln/>
        </p:spPr>
      </p:sp>
      <p:sp>
        <p:nvSpPr>
          <p:cNvPr id="24" name="Shape 22"/>
          <p:cNvSpPr/>
          <p:nvPr/>
        </p:nvSpPr>
        <p:spPr>
          <a:xfrm>
            <a:off x="378562" y="3698062"/>
            <a:ext cx="803758" cy="482117"/>
          </a:xfrm>
          <a:prstGeom prst="rect">
            <a:avLst/>
          </a:prstGeom>
          <a:solidFill>
            <a:srgbClr val="96C182">
              <a:alpha val="1375"/>
            </a:srgbClr>
          </a:solidFill>
          <a:ln/>
        </p:spPr>
      </p:sp>
      <p:sp>
        <p:nvSpPr>
          <p:cNvPr id="25" name="Shape 23"/>
          <p:cNvSpPr/>
          <p:nvPr/>
        </p:nvSpPr>
        <p:spPr>
          <a:xfrm>
            <a:off x="378562" y="4171036"/>
            <a:ext cx="803758" cy="482117"/>
          </a:xfrm>
          <a:prstGeom prst="rect">
            <a:avLst/>
          </a:prstGeom>
          <a:solidFill>
            <a:srgbClr val="96C182">
              <a:alpha val="2063"/>
            </a:srgbClr>
          </a:solidFill>
          <a:ln/>
        </p:spPr>
      </p:sp>
      <p:sp>
        <p:nvSpPr>
          <p:cNvPr id="26" name="Shape 24"/>
          <p:cNvSpPr/>
          <p:nvPr/>
        </p:nvSpPr>
        <p:spPr>
          <a:xfrm>
            <a:off x="378562" y="4644009"/>
            <a:ext cx="803758" cy="482117"/>
          </a:xfrm>
          <a:prstGeom prst="rect">
            <a:avLst/>
          </a:prstGeom>
          <a:solidFill>
            <a:srgbClr val="96C182">
              <a:alpha val="2750"/>
            </a:srgbClr>
          </a:solidFill>
          <a:ln/>
        </p:spPr>
      </p:sp>
      <p:sp>
        <p:nvSpPr>
          <p:cNvPr id="27" name="Shape 25"/>
          <p:cNvSpPr/>
          <p:nvPr/>
        </p:nvSpPr>
        <p:spPr>
          <a:xfrm>
            <a:off x="378562" y="5116982"/>
            <a:ext cx="803758" cy="482117"/>
          </a:xfrm>
          <a:prstGeom prst="rect">
            <a:avLst/>
          </a:prstGeom>
          <a:solidFill>
            <a:srgbClr val="96C182">
              <a:alpha val="3438"/>
            </a:srgbClr>
          </a:solidFill>
          <a:ln/>
        </p:spPr>
      </p:sp>
      <p:sp>
        <p:nvSpPr>
          <p:cNvPr id="28" name="Shape 26"/>
          <p:cNvSpPr/>
          <p:nvPr/>
        </p:nvSpPr>
        <p:spPr>
          <a:xfrm>
            <a:off x="378562" y="5589956"/>
            <a:ext cx="803758" cy="482117"/>
          </a:xfrm>
          <a:prstGeom prst="rect">
            <a:avLst/>
          </a:prstGeom>
          <a:solidFill>
            <a:srgbClr val="96C182">
              <a:alpha val="4125"/>
            </a:srgbClr>
          </a:solidFill>
          <a:ln/>
        </p:spPr>
      </p:sp>
      <p:sp>
        <p:nvSpPr>
          <p:cNvPr id="29" name="Shape 27"/>
          <p:cNvSpPr/>
          <p:nvPr/>
        </p:nvSpPr>
        <p:spPr>
          <a:xfrm>
            <a:off x="378562" y="6062929"/>
            <a:ext cx="803758" cy="482117"/>
          </a:xfrm>
          <a:prstGeom prst="rect">
            <a:avLst/>
          </a:prstGeom>
          <a:solidFill>
            <a:srgbClr val="96C182">
              <a:alpha val="4813"/>
            </a:srgbClr>
          </a:solidFill>
          <a:ln/>
        </p:spPr>
      </p:sp>
      <p:sp>
        <p:nvSpPr>
          <p:cNvPr id="30" name="Shape 28"/>
          <p:cNvSpPr/>
          <p:nvPr/>
        </p:nvSpPr>
        <p:spPr>
          <a:xfrm>
            <a:off x="378562" y="6535903"/>
            <a:ext cx="803758" cy="482117"/>
          </a:xfrm>
          <a:prstGeom prst="rect">
            <a:avLst/>
          </a:prstGeom>
          <a:solidFill>
            <a:srgbClr val="96C182">
              <a:alpha val="5500"/>
            </a:srgbClr>
          </a:solidFill>
          <a:ln/>
        </p:spPr>
      </p:sp>
      <p:sp>
        <p:nvSpPr>
          <p:cNvPr id="31" name="Shape 29"/>
          <p:cNvSpPr/>
          <p:nvPr/>
        </p:nvSpPr>
        <p:spPr>
          <a:xfrm>
            <a:off x="7541971" y="873252"/>
            <a:ext cx="0" cy="5984748"/>
          </a:xfrm>
          <a:prstGeom prst="line">
            <a:avLst/>
          </a:prstGeom>
          <a:noFill/>
          <a:ln w="2540">
            <a:solidFill>
              <a:srgbClr val="D0CFCF"/>
            </a:solidFill>
            <a:prstDash val="solid"/>
          </a:ln>
        </p:spPr>
      </p:sp>
      <p:sp>
        <p:nvSpPr>
          <p:cNvPr id="32" name="Shape 30"/>
          <p:cNvSpPr/>
          <p:nvPr/>
        </p:nvSpPr>
        <p:spPr>
          <a:xfrm>
            <a:off x="7506310" y="836676"/>
            <a:ext cx="72238" cy="72238"/>
          </a:xfrm>
          <a:prstGeom prst="ellipse">
            <a:avLst/>
          </a:prstGeom>
          <a:solidFill>
            <a:srgbClr val="D0CFCF"/>
          </a:solidFill>
          <a:ln/>
        </p:spPr>
      </p:sp>
      <p:sp>
        <p:nvSpPr>
          <p:cNvPr id="33" name="Text 31"/>
          <p:cNvSpPr/>
          <p:nvPr/>
        </p:nvSpPr>
        <p:spPr>
          <a:xfrm>
            <a:off x="7993685" y="1059790"/>
            <a:ext cx="4194353" cy="1600200"/>
          </a:xfrm>
          <a:prstGeom prst="rect">
            <a:avLst/>
          </a:prstGeom>
          <a:noFill/>
          <a:ln/>
        </p:spPr>
        <p:txBody>
          <a:bodyPr wrap="square" rtlCol="0" anchor="t"/>
          <a:lstStyle/>
          <a:p>
            <a:pPr indent="0" marL="0">
              <a:lnSpc>
                <a:spcPct val="90000"/>
              </a:lnSpc>
              <a:buNone/>
            </a:pPr>
            <a:r>
              <a:rPr lang="en-US" sz="3600" spc="-150" kern="0" dirty="0">
                <a:solidFill>
                  <a:srgbClr val="FFFFFF"/>
                </a:solidFill>
                <a:latin typeface="Manrope" pitchFamily="34" charset="0"/>
                <a:ea typeface="Manrope" pitchFamily="34" charset="-122"/>
                <a:cs typeface="Manrope" pitchFamily="34" charset="-120"/>
              </a:rPr>
              <a:t>Summary: </a:t>
            </a:r>
            <a:r>
              <a:rPr lang="en-US" sz="3600" spc="-150" kern="0" dirty="0">
                <a:solidFill>
                  <a:srgbClr val="D5E6CD"/>
                </a:solidFill>
                <a:latin typeface="Manrope" pitchFamily="34" charset="0"/>
                <a:ea typeface="Manrope" pitchFamily="34" charset="-122"/>
                <a:cs typeface="Manrope" pitchFamily="34" charset="-120"/>
              </a:rPr>
              <a:t>the path from Stage 0 to 10</a:t>
            </a:r>
          </a:p>
        </p:txBody>
      </p:sp>
      <p:sp>
        <p:nvSpPr>
          <p:cNvPr id="34" name="Text 32"/>
          <p:cNvSpPr/>
          <p:nvPr/>
        </p:nvSpPr>
        <p:spPr>
          <a:xfrm>
            <a:off x="7992770" y="2834640"/>
            <a:ext cx="3840480" cy="2377440"/>
          </a:xfrm>
          <a:prstGeom prst="rect">
            <a:avLst/>
          </a:prstGeom>
          <a:noFill/>
          <a:ln/>
        </p:spPr>
        <p:txBody>
          <a:bodyPr wrap="square" rtlCol="0" anchor="t"/>
          <a:lstStyle/>
          <a:p>
            <a:pPr indent="0" marL="0">
              <a:lnSpc>
                <a:spcPct val="125000"/>
              </a:lnSpc>
              <a:spcAft>
                <a:spcPts val="1200"/>
              </a:spcAft>
              <a:buNone/>
            </a:pPr>
            <a:r>
              <a:rPr lang="en-US" sz="1600" dirty="0">
                <a:solidFill>
                  <a:srgbClr val="FFFFFF"/>
                </a:solidFill>
                <a:latin typeface="Manrope" pitchFamily="34" charset="0"/>
                <a:ea typeface="Manrope" pitchFamily="34" charset="-122"/>
                <a:cs typeface="Manrope" pitchFamily="34" charset="-120"/>
              </a:rPr>
              <a:t>Always use the simplest design that works. Start building small agents early.</a:t>
            </a:r>
          </a:p>
        </p:txBody>
      </p:sp>
      <p:sp>
        <p:nvSpPr>
          <p:cNvPr id="131" name="Shape 129"/>
          <p:cNvSpPr/>
          <p:nvPr/>
        </p:nvSpPr>
        <p:spPr>
          <a:xfrm>
            <a:off x="11835994" y="1750162"/>
            <a:ext cx="803758" cy="657454"/>
          </a:xfrm>
          <a:prstGeom prst="rect">
            <a:avLst/>
          </a:prstGeom>
          <a:solidFill>
            <a:srgbClr val="FFFFFF">
              <a:alpha val="688"/>
            </a:srgbClr>
          </a:solidFill>
          <a:ln/>
        </p:spPr>
      </p:sp>
      <p:sp>
        <p:nvSpPr>
          <p:cNvPr id="132" name="Shape 130"/>
          <p:cNvSpPr/>
          <p:nvPr/>
        </p:nvSpPr>
        <p:spPr>
          <a:xfrm>
            <a:off x="11835994" y="2398471"/>
            <a:ext cx="803758" cy="657454"/>
          </a:xfrm>
          <a:prstGeom prst="rect">
            <a:avLst/>
          </a:prstGeom>
          <a:solidFill>
            <a:srgbClr val="FFFFFF">
              <a:alpha val="1375"/>
            </a:srgbClr>
          </a:solidFill>
          <a:ln/>
        </p:spPr>
      </p:sp>
      <p:sp>
        <p:nvSpPr>
          <p:cNvPr id="133" name="Shape 131"/>
          <p:cNvSpPr/>
          <p:nvPr/>
        </p:nvSpPr>
        <p:spPr>
          <a:xfrm>
            <a:off x="11835994" y="3046781"/>
            <a:ext cx="803758" cy="657454"/>
          </a:xfrm>
          <a:prstGeom prst="rect">
            <a:avLst/>
          </a:prstGeom>
          <a:solidFill>
            <a:srgbClr val="FFFFFF">
              <a:alpha val="2063"/>
            </a:srgbClr>
          </a:solidFill>
          <a:ln/>
        </p:spPr>
      </p:sp>
      <p:sp>
        <p:nvSpPr>
          <p:cNvPr id="134" name="Shape 132"/>
          <p:cNvSpPr/>
          <p:nvPr/>
        </p:nvSpPr>
        <p:spPr>
          <a:xfrm>
            <a:off x="11835994" y="3695090"/>
            <a:ext cx="803758" cy="657454"/>
          </a:xfrm>
          <a:prstGeom prst="rect">
            <a:avLst/>
          </a:prstGeom>
          <a:solidFill>
            <a:srgbClr val="FFFFFF">
              <a:alpha val="2750"/>
            </a:srgbClr>
          </a:solidFill>
          <a:ln/>
        </p:spPr>
      </p:sp>
      <p:sp>
        <p:nvSpPr>
          <p:cNvPr id="135" name="Shape 133"/>
          <p:cNvSpPr/>
          <p:nvPr/>
        </p:nvSpPr>
        <p:spPr>
          <a:xfrm>
            <a:off x="11835994" y="4343400"/>
            <a:ext cx="803758" cy="657454"/>
          </a:xfrm>
          <a:prstGeom prst="rect">
            <a:avLst/>
          </a:prstGeom>
          <a:solidFill>
            <a:srgbClr val="FFFFFF">
              <a:alpha val="3438"/>
            </a:srgbClr>
          </a:solidFill>
          <a:ln/>
        </p:spPr>
      </p:sp>
      <p:sp>
        <p:nvSpPr>
          <p:cNvPr id="136" name="Shape 134"/>
          <p:cNvSpPr/>
          <p:nvPr/>
        </p:nvSpPr>
        <p:spPr>
          <a:xfrm>
            <a:off x="11835994" y="4991710"/>
            <a:ext cx="803758" cy="657454"/>
          </a:xfrm>
          <a:prstGeom prst="rect">
            <a:avLst/>
          </a:prstGeom>
          <a:solidFill>
            <a:srgbClr val="FFFFFF">
              <a:alpha val="4125"/>
            </a:srgbClr>
          </a:solidFill>
          <a:ln/>
        </p:spPr>
      </p:sp>
      <p:sp>
        <p:nvSpPr>
          <p:cNvPr id="137" name="Shape 135"/>
          <p:cNvSpPr/>
          <p:nvPr/>
        </p:nvSpPr>
        <p:spPr>
          <a:xfrm>
            <a:off x="11835994" y="5640019"/>
            <a:ext cx="803758" cy="657454"/>
          </a:xfrm>
          <a:prstGeom prst="rect">
            <a:avLst/>
          </a:prstGeom>
          <a:solidFill>
            <a:srgbClr val="FFFFFF">
              <a:alpha val="4813"/>
            </a:srgbClr>
          </a:solidFill>
          <a:ln/>
        </p:spPr>
      </p:sp>
      <p:sp>
        <p:nvSpPr>
          <p:cNvPr id="138" name="Shape 136"/>
          <p:cNvSpPr/>
          <p:nvPr/>
        </p:nvSpPr>
        <p:spPr>
          <a:xfrm>
            <a:off x="11835994" y="6288329"/>
            <a:ext cx="803758" cy="657454"/>
          </a:xfrm>
          <a:prstGeom prst="rect">
            <a:avLst/>
          </a:prstGeom>
          <a:solidFill>
            <a:srgbClr val="FFFFFF">
              <a:alpha val="5500"/>
            </a:srgbClr>
          </a:solidFill>
          <a:ln/>
        </p:spPr>
      </p:sp>
      <p:sp>
        <p:nvSpPr>
          <p:cNvPr id="139" name="Shape 137"/>
          <p:cNvSpPr/>
          <p:nvPr/>
        </p:nvSpPr>
        <p:spPr>
          <a:xfrm>
            <a:off x="10465308" y="4358030"/>
            <a:ext cx="803758" cy="331356"/>
          </a:xfrm>
          <a:prstGeom prst="rect">
            <a:avLst/>
          </a:prstGeom>
          <a:solidFill>
            <a:srgbClr val="FFFFFF">
              <a:alpha val="138"/>
            </a:srgbClr>
          </a:solidFill>
          <a:ln/>
        </p:spPr>
      </p:sp>
      <p:sp>
        <p:nvSpPr>
          <p:cNvPr id="140" name="Shape 138"/>
          <p:cNvSpPr/>
          <p:nvPr/>
        </p:nvSpPr>
        <p:spPr>
          <a:xfrm>
            <a:off x="10465308" y="4680242"/>
            <a:ext cx="803758" cy="331356"/>
          </a:xfrm>
          <a:prstGeom prst="rect">
            <a:avLst/>
          </a:prstGeom>
          <a:solidFill>
            <a:srgbClr val="FFFFFF">
              <a:alpha val="275"/>
            </a:srgbClr>
          </a:solidFill>
          <a:ln/>
        </p:spPr>
      </p:sp>
      <p:sp>
        <p:nvSpPr>
          <p:cNvPr id="141" name="Shape 139"/>
          <p:cNvSpPr/>
          <p:nvPr/>
        </p:nvSpPr>
        <p:spPr>
          <a:xfrm>
            <a:off x="10465308" y="5002454"/>
            <a:ext cx="803758" cy="331356"/>
          </a:xfrm>
          <a:prstGeom prst="rect">
            <a:avLst/>
          </a:prstGeom>
          <a:solidFill>
            <a:srgbClr val="FFFFFF">
              <a:alpha val="412"/>
            </a:srgbClr>
          </a:solidFill>
          <a:ln/>
        </p:spPr>
      </p:sp>
      <p:sp>
        <p:nvSpPr>
          <p:cNvPr id="142" name="Shape 140"/>
          <p:cNvSpPr/>
          <p:nvPr/>
        </p:nvSpPr>
        <p:spPr>
          <a:xfrm>
            <a:off x="10465308" y="5324666"/>
            <a:ext cx="803758" cy="331356"/>
          </a:xfrm>
          <a:prstGeom prst="rect">
            <a:avLst/>
          </a:prstGeom>
          <a:solidFill>
            <a:srgbClr val="FFFFFF">
              <a:alpha val="550"/>
            </a:srgbClr>
          </a:solidFill>
          <a:ln/>
        </p:spPr>
      </p:sp>
      <p:sp>
        <p:nvSpPr>
          <p:cNvPr id="143" name="Shape 141"/>
          <p:cNvSpPr/>
          <p:nvPr/>
        </p:nvSpPr>
        <p:spPr>
          <a:xfrm>
            <a:off x="10465308" y="5646877"/>
            <a:ext cx="803758" cy="331356"/>
          </a:xfrm>
          <a:prstGeom prst="rect">
            <a:avLst/>
          </a:prstGeom>
          <a:solidFill>
            <a:srgbClr val="FFFFFF">
              <a:alpha val="688"/>
            </a:srgbClr>
          </a:solidFill>
          <a:ln/>
        </p:spPr>
      </p:sp>
      <p:sp>
        <p:nvSpPr>
          <p:cNvPr id="144" name="Shape 142"/>
          <p:cNvSpPr/>
          <p:nvPr/>
        </p:nvSpPr>
        <p:spPr>
          <a:xfrm>
            <a:off x="10465308" y="5969089"/>
            <a:ext cx="803758" cy="331356"/>
          </a:xfrm>
          <a:prstGeom prst="rect">
            <a:avLst/>
          </a:prstGeom>
          <a:solidFill>
            <a:srgbClr val="FFFFFF">
              <a:alpha val="825"/>
            </a:srgbClr>
          </a:solidFill>
          <a:ln/>
        </p:spPr>
      </p:sp>
      <p:sp>
        <p:nvSpPr>
          <p:cNvPr id="145" name="Shape 143"/>
          <p:cNvSpPr/>
          <p:nvPr/>
        </p:nvSpPr>
        <p:spPr>
          <a:xfrm>
            <a:off x="10465308" y="6291301"/>
            <a:ext cx="803758" cy="331356"/>
          </a:xfrm>
          <a:prstGeom prst="rect">
            <a:avLst/>
          </a:prstGeom>
          <a:solidFill>
            <a:srgbClr val="FFFFFF">
              <a:alpha val="963"/>
            </a:srgbClr>
          </a:solidFill>
          <a:ln/>
        </p:spPr>
      </p:sp>
      <p:sp>
        <p:nvSpPr>
          <p:cNvPr id="146" name="Shape 144"/>
          <p:cNvSpPr/>
          <p:nvPr/>
        </p:nvSpPr>
        <p:spPr>
          <a:xfrm>
            <a:off x="10465308" y="6613512"/>
            <a:ext cx="803758" cy="331356"/>
          </a:xfrm>
          <a:prstGeom prst="rect">
            <a:avLst/>
          </a:prstGeom>
          <a:solidFill>
            <a:srgbClr val="FFFFFF">
              <a:alpha val="1100"/>
            </a:srgbClr>
          </a:solidFill>
          <a:ln/>
        </p:spPr>
      </p:sp>
      <p:sp>
        <p:nvSpPr>
          <p:cNvPr id="147" name="Shape 145"/>
          <p:cNvSpPr/>
          <p:nvPr/>
        </p:nvSpPr>
        <p:spPr>
          <a:xfrm>
            <a:off x="11155680" y="3177540"/>
            <a:ext cx="803758" cy="482117"/>
          </a:xfrm>
          <a:prstGeom prst="rect">
            <a:avLst/>
          </a:prstGeom>
          <a:solidFill>
            <a:srgbClr val="FFFFFF">
              <a:alpha val="344"/>
            </a:srgbClr>
          </a:solidFill>
          <a:ln/>
        </p:spPr>
      </p:sp>
      <p:sp>
        <p:nvSpPr>
          <p:cNvPr id="148" name="Shape 146"/>
          <p:cNvSpPr/>
          <p:nvPr/>
        </p:nvSpPr>
        <p:spPr>
          <a:xfrm>
            <a:off x="11155680" y="3650513"/>
            <a:ext cx="803758" cy="482117"/>
          </a:xfrm>
          <a:prstGeom prst="rect">
            <a:avLst/>
          </a:prstGeom>
          <a:solidFill>
            <a:srgbClr val="FFFFFF">
              <a:alpha val="688"/>
            </a:srgbClr>
          </a:solidFill>
          <a:ln/>
        </p:spPr>
      </p:sp>
      <p:sp>
        <p:nvSpPr>
          <p:cNvPr id="149" name="Shape 147"/>
          <p:cNvSpPr/>
          <p:nvPr/>
        </p:nvSpPr>
        <p:spPr>
          <a:xfrm>
            <a:off x="11155680" y="4123487"/>
            <a:ext cx="803758" cy="482117"/>
          </a:xfrm>
          <a:prstGeom prst="rect">
            <a:avLst/>
          </a:prstGeom>
          <a:solidFill>
            <a:srgbClr val="FFFFFF">
              <a:alpha val="1031"/>
            </a:srgbClr>
          </a:solidFill>
          <a:ln/>
        </p:spPr>
      </p:sp>
      <p:sp>
        <p:nvSpPr>
          <p:cNvPr id="150" name="Shape 148"/>
          <p:cNvSpPr/>
          <p:nvPr/>
        </p:nvSpPr>
        <p:spPr>
          <a:xfrm>
            <a:off x="11155680" y="4596460"/>
            <a:ext cx="803758" cy="482117"/>
          </a:xfrm>
          <a:prstGeom prst="rect">
            <a:avLst/>
          </a:prstGeom>
          <a:solidFill>
            <a:srgbClr val="FFFFFF">
              <a:alpha val="1375"/>
            </a:srgbClr>
          </a:solidFill>
          <a:ln/>
        </p:spPr>
      </p:sp>
      <p:sp>
        <p:nvSpPr>
          <p:cNvPr id="151" name="Shape 149"/>
          <p:cNvSpPr/>
          <p:nvPr/>
        </p:nvSpPr>
        <p:spPr>
          <a:xfrm>
            <a:off x="11155680" y="5069434"/>
            <a:ext cx="803758" cy="482117"/>
          </a:xfrm>
          <a:prstGeom prst="rect">
            <a:avLst/>
          </a:prstGeom>
          <a:solidFill>
            <a:srgbClr val="FFFFFF">
              <a:alpha val="1719"/>
            </a:srgbClr>
          </a:solidFill>
          <a:ln/>
        </p:spPr>
      </p:sp>
      <p:sp>
        <p:nvSpPr>
          <p:cNvPr id="152" name="Shape 150"/>
          <p:cNvSpPr/>
          <p:nvPr/>
        </p:nvSpPr>
        <p:spPr>
          <a:xfrm>
            <a:off x="11155680" y="5542407"/>
            <a:ext cx="803758" cy="482117"/>
          </a:xfrm>
          <a:prstGeom prst="rect">
            <a:avLst/>
          </a:prstGeom>
          <a:solidFill>
            <a:srgbClr val="FFFFFF">
              <a:alpha val="2063"/>
            </a:srgbClr>
          </a:solidFill>
          <a:ln/>
        </p:spPr>
      </p:sp>
      <p:sp>
        <p:nvSpPr>
          <p:cNvPr id="153" name="Shape 151"/>
          <p:cNvSpPr/>
          <p:nvPr/>
        </p:nvSpPr>
        <p:spPr>
          <a:xfrm>
            <a:off x="11155680" y="6015380"/>
            <a:ext cx="803758" cy="482117"/>
          </a:xfrm>
          <a:prstGeom prst="rect">
            <a:avLst/>
          </a:prstGeom>
          <a:solidFill>
            <a:srgbClr val="FFFFFF">
              <a:alpha val="2406"/>
            </a:srgbClr>
          </a:solidFill>
          <a:ln/>
        </p:spPr>
      </p:sp>
      <p:sp>
        <p:nvSpPr>
          <p:cNvPr id="154" name="Shape 152"/>
          <p:cNvSpPr/>
          <p:nvPr/>
        </p:nvSpPr>
        <p:spPr>
          <a:xfrm>
            <a:off x="11155680" y="6488354"/>
            <a:ext cx="803758" cy="482117"/>
          </a:xfrm>
          <a:prstGeom prst="rect">
            <a:avLst/>
          </a:prstGeom>
          <a:solidFill>
            <a:srgbClr val="FFFFFF">
              <a:alpha val="2750"/>
            </a:srgbClr>
          </a:solidFill>
          <a:ln/>
        </p:spPr>
      </p:sp>
      <p:sp>
        <p:nvSpPr>
          <p:cNvPr id="156" name="Tier 0"/>
          <p:cNvSpPr/>
          <p:nvPr/>
        </p:nvSpPr>
        <p:spPr>
          <a:xfrm>
            <a:off x="640080" y="5623560"/>
            <a:ext cx="5120640" cy="640080"/>
          </a:xfrm>
          <a:prstGeom prst="roundRect">
            <a:avLst>
              <a:gd name="adj" fmla="val 18000"/>
            </a:avLst>
          </a:prstGeom>
          <a:solidFill>
            <a:srgbClr val="2A3A31"/>
          </a:solidFill>
          <a:ln w="9525">
            <a:solidFill>
              <a:srgbClr val="5C6E5E"/>
            </a:solidFill>
          </a:ln>
        </p:spPr>
        <p:txBody>
          <a:bodyPr wrap="square" lIns="137160" rIns="137160" tIns="0" bIns="0" anchor="ctr" rtlCol="0"/>
          <a:lstStyle/>
          <a:p>
            <a:pPr algn="l"/>
            <a:r>
              <a:rPr lang="en-US" sz="1600" b="1" dirty="0">
                <a:solidFill>
                  <a:srgbClr val="A9C022"/>
                </a:solidFill>
                <a:latin typeface="Manrope"/>
                <a:cs typeface="Manrope"/>
              </a:rPr>
              <a:t>Stage 0  </a:t>
            </a:r>
            <a:r>
              <a:rPr lang="en-US" sz="1600" b="0" dirty="0">
                <a:solidFill>
                  <a:srgbClr val="FFFFFF"/>
                </a:solidFill>
                <a:latin typeface="Manrope"/>
                <a:cs typeface="Manrope"/>
              </a:rPr>
              <a:t>program in Python</a:t>
            </a:r>
            <a:endParaRPr lang="en-US" sz="1600"/>
          </a:p>
        </p:txBody>
      </p:sp>
      <p:sp>
        <p:nvSpPr>
          <p:cNvPr id="157" name="Tier 1"/>
          <p:cNvSpPr/>
          <p:nvPr/>
        </p:nvSpPr>
        <p:spPr>
          <a:xfrm>
            <a:off x="886968" y="4892040"/>
            <a:ext cx="5120640" cy="640080"/>
          </a:xfrm>
          <a:prstGeom prst="roundRect">
            <a:avLst>
              <a:gd name="adj" fmla="val 18000"/>
            </a:avLst>
          </a:prstGeom>
          <a:solidFill>
            <a:srgbClr val="24332B"/>
          </a:solidFill>
          <a:ln w="9525">
            <a:solidFill>
              <a:srgbClr val="5C6E5E"/>
            </a:solidFill>
          </a:ln>
        </p:spPr>
        <p:txBody>
          <a:bodyPr wrap="square" lIns="137160" rIns="137160" tIns="0" bIns="0" anchor="ctr" rtlCol="0"/>
          <a:lstStyle/>
          <a:p>
            <a:pPr algn="l"/>
            <a:r>
              <a:rPr lang="en-US" sz="1600" b="1" dirty="0">
                <a:solidFill>
                  <a:srgbClr val="A9C022"/>
                </a:solidFill>
                <a:latin typeface="Manrope"/>
                <a:cs typeface="Manrope"/>
              </a:rPr>
              <a:t>Stages 1–3  </a:t>
            </a:r>
            <a:r>
              <a:rPr lang="en-US" sz="1600" b="0" dirty="0">
                <a:solidFill>
                  <a:srgbClr val="FFFFFF"/>
                </a:solidFill>
                <a:latin typeface="Manrope"/>
                <a:cs typeface="Manrope"/>
              </a:rPr>
              <a:t>math, ML basics, deep learning, LLMs</a:t>
            </a:r>
            <a:endParaRPr lang="en-US" sz="1600"/>
          </a:p>
        </p:txBody>
      </p:sp>
      <p:sp>
        <p:nvSpPr>
          <p:cNvPr id="158" name="Tier 2"/>
          <p:cNvSpPr/>
          <p:nvPr/>
        </p:nvSpPr>
        <p:spPr>
          <a:xfrm>
            <a:off x="1133856" y="4160520"/>
            <a:ext cx="5120640" cy="640080"/>
          </a:xfrm>
          <a:prstGeom prst="roundRect">
            <a:avLst>
              <a:gd name="adj" fmla="val 18000"/>
            </a:avLst>
          </a:prstGeom>
          <a:solidFill>
            <a:srgbClr val="2A3A31"/>
          </a:solidFill>
          <a:ln w="9525">
            <a:solidFill>
              <a:srgbClr val="5C6E5E"/>
            </a:solidFill>
          </a:ln>
        </p:spPr>
        <p:txBody>
          <a:bodyPr wrap="square" lIns="137160" rIns="137160" tIns="0" bIns="0" anchor="ctr" rtlCol="0"/>
          <a:lstStyle/>
          <a:p>
            <a:pPr algn="l"/>
            <a:r>
              <a:rPr lang="en-US" sz="1600" b="1" dirty="0">
                <a:solidFill>
                  <a:srgbClr val="A9C022"/>
                </a:solidFill>
                <a:latin typeface="Manrope"/>
                <a:cs typeface="Manrope"/>
              </a:rPr>
              <a:t>Stages 4–5  </a:t>
            </a:r>
            <a:r>
              <a:rPr lang="en-US" sz="1600" b="0" dirty="0">
                <a:solidFill>
                  <a:srgbClr val="FFFFFF"/>
                </a:solidFill>
                <a:latin typeface="Manrope"/>
                <a:cs typeface="Manrope"/>
              </a:rPr>
              <a:t>instruct the model, add RAG</a:t>
            </a:r>
            <a:endParaRPr lang="en-US" sz="1600"/>
          </a:p>
        </p:txBody>
      </p:sp>
      <p:sp>
        <p:nvSpPr>
          <p:cNvPr id="159" name="Tier 3"/>
          <p:cNvSpPr/>
          <p:nvPr/>
        </p:nvSpPr>
        <p:spPr>
          <a:xfrm>
            <a:off x="1380744" y="3429000"/>
            <a:ext cx="5120640" cy="640080"/>
          </a:xfrm>
          <a:prstGeom prst="roundRect">
            <a:avLst>
              <a:gd name="adj" fmla="val 18000"/>
            </a:avLst>
          </a:prstGeom>
          <a:solidFill>
            <a:srgbClr val="24332B"/>
          </a:solidFill>
          <a:ln w="9525">
            <a:solidFill>
              <a:srgbClr val="5C6E5E"/>
            </a:solidFill>
          </a:ln>
        </p:spPr>
        <p:txBody>
          <a:bodyPr wrap="square" lIns="137160" rIns="137160" tIns="0" bIns="0" anchor="ctr" rtlCol="0"/>
          <a:lstStyle/>
          <a:p>
            <a:pPr algn="l"/>
            <a:r>
              <a:rPr lang="en-US" sz="1600" b="1" dirty="0">
                <a:solidFill>
                  <a:srgbClr val="A9C022"/>
                </a:solidFill>
                <a:latin typeface="Manrope"/>
                <a:cs typeface="Manrope"/>
              </a:rPr>
              <a:t>Stages 6–7  </a:t>
            </a:r>
            <a:r>
              <a:rPr lang="en-US" sz="1600" b="0" dirty="0">
                <a:solidFill>
                  <a:srgbClr val="FFFFFF"/>
                </a:solidFill>
                <a:latin typeface="Manrope"/>
                <a:cs typeface="Manrope"/>
              </a:rPr>
              <a:t>tools, planning, memory, teamwork</a:t>
            </a:r>
            <a:endParaRPr lang="en-US" sz="1600"/>
          </a:p>
        </p:txBody>
      </p:sp>
      <p:sp>
        <p:nvSpPr>
          <p:cNvPr id="160" name="Tier 4"/>
          <p:cNvSpPr/>
          <p:nvPr/>
        </p:nvSpPr>
        <p:spPr>
          <a:xfrm>
            <a:off x="1627632" y="2697480"/>
            <a:ext cx="5120640" cy="640080"/>
          </a:xfrm>
          <a:prstGeom prst="roundRect">
            <a:avLst>
              <a:gd name="adj" fmla="val 18000"/>
            </a:avLst>
          </a:prstGeom>
          <a:solidFill>
            <a:srgbClr val="2A3A31"/>
          </a:solidFill>
          <a:ln w="9525">
            <a:solidFill>
              <a:srgbClr val="5C6E5E"/>
            </a:solidFill>
          </a:ln>
        </p:spPr>
        <p:txBody>
          <a:bodyPr wrap="square" lIns="137160" rIns="137160" tIns="0" bIns="0" anchor="ctr" rtlCol="0"/>
          <a:lstStyle/>
          <a:p>
            <a:pPr algn="l"/>
            <a:r>
              <a:rPr lang="en-US" sz="1600" b="1" dirty="0">
                <a:solidFill>
                  <a:srgbClr val="A9C022"/>
                </a:solidFill>
                <a:latin typeface="Manrope"/>
                <a:cs typeface="Manrope"/>
              </a:rPr>
              <a:t>Stage 8  </a:t>
            </a:r>
            <a:r>
              <a:rPr lang="en-US" sz="1600" b="0" dirty="0">
                <a:solidFill>
                  <a:srgbClr val="FFFFFF"/>
                </a:solidFill>
                <a:latin typeface="Manrope"/>
                <a:cs typeface="Manrope"/>
              </a:rPr>
              <a:t>frameworks and MCP</a:t>
            </a:r>
            <a:endParaRPr lang="en-US" sz="1600"/>
          </a:p>
        </p:txBody>
      </p:sp>
      <p:sp>
        <p:nvSpPr>
          <p:cNvPr id="161" name="Tier 5"/>
          <p:cNvSpPr/>
          <p:nvPr/>
        </p:nvSpPr>
        <p:spPr>
          <a:xfrm>
            <a:off x="1874520" y="1965960"/>
            <a:ext cx="5120640" cy="640080"/>
          </a:xfrm>
          <a:prstGeom prst="roundRect">
            <a:avLst>
              <a:gd name="adj" fmla="val 18000"/>
            </a:avLst>
          </a:prstGeom>
          <a:solidFill>
            <a:srgbClr val="24332B"/>
          </a:solidFill>
          <a:ln w="9525">
            <a:solidFill>
              <a:srgbClr val="5C6E5E"/>
            </a:solidFill>
          </a:ln>
        </p:spPr>
        <p:txBody>
          <a:bodyPr wrap="square" lIns="137160" rIns="137160" tIns="0" bIns="0" anchor="ctr" rtlCol="0"/>
          <a:lstStyle/>
          <a:p>
            <a:pPr algn="l"/>
            <a:r>
              <a:rPr lang="en-US" sz="1600" b="1" dirty="0">
                <a:solidFill>
                  <a:srgbClr val="A9C022"/>
                </a:solidFill>
                <a:latin typeface="Manrope"/>
                <a:cs typeface="Manrope"/>
              </a:rPr>
              <a:t>Stage 9  </a:t>
            </a:r>
            <a:r>
              <a:rPr lang="en-US" sz="1600" b="0" dirty="0">
                <a:solidFill>
                  <a:srgbClr val="FFFFFF"/>
                </a:solidFill>
                <a:latin typeface="Manrope"/>
                <a:cs typeface="Manrope"/>
              </a:rPr>
              <a:t>test and defend</a:t>
            </a:r>
            <a:endParaRPr lang="en-US" sz="1600"/>
          </a:p>
        </p:txBody>
      </p:sp>
      <p:sp>
        <p:nvSpPr>
          <p:cNvPr id="162" name="Tier 6"/>
          <p:cNvSpPr/>
          <p:nvPr/>
        </p:nvSpPr>
        <p:spPr>
          <a:xfrm>
            <a:off x="2121408" y="1234440"/>
            <a:ext cx="5120640" cy="640080"/>
          </a:xfrm>
          <a:prstGeom prst="roundRect">
            <a:avLst>
              <a:gd name="adj" fmla="val 18000"/>
            </a:avLst>
          </a:prstGeom>
          <a:solidFill>
            <a:srgbClr val="34452A"/>
          </a:solidFill>
          <a:ln w="12700">
            <a:solidFill>
              <a:srgbClr val="A9C022"/>
            </a:solidFill>
          </a:ln>
        </p:spPr>
        <p:txBody>
          <a:bodyPr wrap="square" lIns="137160" rIns="137160" tIns="0" bIns="0" anchor="ctr" rtlCol="0"/>
          <a:lstStyle/>
          <a:p>
            <a:pPr algn="l"/>
            <a:r>
              <a:rPr lang="en-US" sz="1600" b="1" dirty="0">
                <a:solidFill>
                  <a:srgbClr val="A9C022"/>
                </a:solidFill>
                <a:latin typeface="Manrope"/>
                <a:cs typeface="Manrope"/>
              </a:rPr>
              <a:t>Stage 10  </a:t>
            </a:r>
            <a:r>
              <a:rPr lang="en-US" sz="1600" b="0" dirty="0">
                <a:solidFill>
                  <a:srgbClr val="FFFFFF"/>
                </a:solidFill>
                <a:latin typeface="Manrope"/>
                <a:cs typeface="Manrope"/>
              </a:rPr>
              <a:t>launch it for real</a:t>
            </a:r>
            <a:endParaRPr lang="en-US" sz="1600"/>
          </a:p>
        </p:txBody>
      </p:sp>
      <p:sp>
        <p:nvSpPr>
          <p:cNvPr id="163" name="Base label"/>
          <p:cNvSpPr/>
          <p:nvPr/>
        </p:nvSpPr>
        <p:spPr>
          <a:xfrm>
            <a:off x="640080" y="6309360"/>
            <a:ext cx="5120640" cy="365760"/>
          </a:xfrm>
          <a:prstGeom prst="rect">
            <a:avLst/>
          </a:prstGeom>
          <a:noFill/>
          <a:ln w="12700">
            <a:noFill/>
          </a:ln>
        </p:spPr>
        <p:txBody>
          <a:bodyPr wrap="square" lIns="137160" rIns="137160" tIns="0" bIns="0" anchor="ctr" rtlCol="0"/>
          <a:lstStyle/>
          <a:p>
            <a:pPr algn="l"/>
            <a:r>
              <a:rPr lang="en-US" sz="1600" b="0" dirty="0">
                <a:solidFill>
                  <a:srgbClr val="C0DAB4"/>
                </a:solidFill>
                <a:latin typeface="Manrope"/>
                <a:cs typeface="Manrope"/>
              </a:rPr>
              <a:t>Each stage rests on the ones below it</a:t>
            </a:r>
            <a:endParaRPr lang="en-US" sz="16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1D1D1D"/>
        </a:solidFill>
      </p:bgPr>
    </p:bg>
    <p:spTree>
      <p:nvGrpSpPr>
        <p:cNvPr id="1" name=""/>
        <p:cNvGrpSpPr/>
        <p:nvPr/>
      </p:nvGrpSpPr>
      <p:grpSpPr>
        <a:xfrm>
          <a:off x="0" y="0"/>
          <a:ext cx="0" cy="0"/>
          <a:chOff x="0" y="0"/>
          <a:chExt cx="0" cy="0"/>
        </a:xfrm>
      </p:grpSpPr>
      <p:sp>
        <p:nvSpPr>
          <p:cNvPr id="7" name="Shape 5"/>
          <p:cNvSpPr/>
          <p:nvPr/>
        </p:nvSpPr>
        <p:spPr>
          <a:xfrm>
            <a:off x="647395" y="2042770"/>
            <a:ext cx="6285586" cy="3941978"/>
          </a:xfrm>
          <a:prstGeom prst="roundRect">
            <a:avLst>
              <a:gd name="adj" fmla="val 1807"/>
            </a:avLst>
          </a:prstGeom>
          <a:ln w="2540">
            <a:solidFill>
              <a:srgbClr val="FFFFFF">
                <a:alpha val="45000"/>
              </a:srgbClr>
            </a:solidFill>
            <a:prstDash val="solid"/>
          </a:ln>
        </p:spPr>
      </p:sp>
      <p:sp>
        <p:nvSpPr>
          <p:cNvPr id="8" name="Text 6"/>
          <p:cNvSpPr/>
          <p:nvPr/>
        </p:nvSpPr>
        <p:spPr>
          <a:xfrm>
            <a:off x="583387" y="1126541"/>
            <a:ext cx="6349594" cy="757123"/>
          </a:xfrm>
          <a:prstGeom prst="rect">
            <a:avLst/>
          </a:prstGeom>
          <a:noFill/>
          <a:ln/>
        </p:spPr>
        <p:txBody>
          <a:bodyPr wrap="square" rtlCol="0" anchor="t"/>
          <a:lstStyle/>
          <a:p>
            <a:pPr indent="0" marL="0">
              <a:lnSpc>
                <a:spcPct val="90000"/>
              </a:lnSpc>
              <a:buNone/>
            </a:pPr>
            <a:r>
              <a:rPr lang="en-US" sz="4000" spc="-150" kern="0" dirty="0">
                <a:solidFill>
                  <a:srgbClr val="D5E6CD"/>
                </a:solidFill>
                <a:latin typeface="Manrope" pitchFamily="34" charset="0"/>
                <a:ea typeface="Manrope" pitchFamily="34" charset="-122"/>
                <a:cs typeface="Manrope" pitchFamily="34" charset="-120"/>
              </a:rPr>
              <a:t>Key words </a:t>
            </a:r>
            <a:r>
              <a:rPr lang="en-US" sz="4000" spc="-150" kern="0" dirty="0">
                <a:solidFill>
                  <a:srgbClr val="FFFFFF"/>
                </a:solidFill>
                <a:latin typeface="Manrope" pitchFamily="34" charset="0"/>
                <a:ea typeface="Manrope" pitchFamily="34" charset="-122"/>
                <a:cs typeface="Manrope" pitchFamily="34" charset="-120"/>
              </a:rPr>
              <a:t>to remember</a:t>
            </a:r>
          </a:p>
        </p:txBody>
      </p:sp>
      <p:sp>
        <p:nvSpPr>
          <p:cNvPr id="9" name="Shape 7"/>
          <p:cNvSpPr/>
          <p:nvPr/>
        </p:nvSpPr>
        <p:spPr>
          <a:xfrm>
            <a:off x="647395" y="2042770"/>
            <a:ext cx="6285586" cy="645566"/>
          </a:xfrm>
          <a:prstGeom prst="roundRect">
            <a:avLst>
              <a:gd name="adj" fmla="val 11505"/>
            </a:avLst>
          </a:prstGeom>
          <a:solidFill>
            <a:srgbClr val="709162"/>
          </a:solidFill>
          <a:ln/>
        </p:spPr>
      </p:sp>
      <p:sp>
        <p:nvSpPr>
          <p:cNvPr id="10" name="Shape 8"/>
          <p:cNvSpPr/>
          <p:nvPr/>
        </p:nvSpPr>
        <p:spPr>
          <a:xfrm>
            <a:off x="1280160" y="2042770"/>
            <a:ext cx="480212" cy="645566"/>
          </a:xfrm>
          <a:prstGeom prst="rect">
            <a:avLst/>
          </a:prstGeom>
          <a:solidFill>
            <a:srgbClr val="61855D"/>
          </a:solidFill>
          <a:ln/>
        </p:spPr>
      </p:sp>
      <p:sp>
        <p:nvSpPr>
          <p:cNvPr id="11" name="Shape 9"/>
          <p:cNvSpPr/>
          <p:nvPr/>
        </p:nvSpPr>
        <p:spPr>
          <a:xfrm>
            <a:off x="1751228" y="2042770"/>
            <a:ext cx="480212" cy="645566"/>
          </a:xfrm>
          <a:prstGeom prst="rect">
            <a:avLst/>
          </a:prstGeom>
          <a:solidFill>
            <a:srgbClr val="597F5A"/>
          </a:solidFill>
          <a:ln/>
        </p:spPr>
      </p:sp>
      <p:sp>
        <p:nvSpPr>
          <p:cNvPr id="12" name="Shape 10"/>
          <p:cNvSpPr/>
          <p:nvPr/>
        </p:nvSpPr>
        <p:spPr>
          <a:xfrm>
            <a:off x="2222297" y="2042770"/>
            <a:ext cx="480212" cy="645566"/>
          </a:xfrm>
          <a:prstGeom prst="rect">
            <a:avLst/>
          </a:prstGeom>
          <a:solidFill>
            <a:srgbClr val="527958"/>
          </a:solidFill>
          <a:ln/>
        </p:spPr>
      </p:sp>
      <p:sp>
        <p:nvSpPr>
          <p:cNvPr id="13" name="Shape 11"/>
          <p:cNvSpPr/>
          <p:nvPr/>
        </p:nvSpPr>
        <p:spPr>
          <a:xfrm>
            <a:off x="2693365" y="2042770"/>
            <a:ext cx="480212" cy="645566"/>
          </a:xfrm>
          <a:prstGeom prst="rect">
            <a:avLst/>
          </a:prstGeom>
          <a:solidFill>
            <a:srgbClr val="4A7355"/>
          </a:solidFill>
          <a:ln/>
        </p:spPr>
      </p:sp>
      <p:sp>
        <p:nvSpPr>
          <p:cNvPr id="14" name="Shape 12"/>
          <p:cNvSpPr/>
          <p:nvPr/>
        </p:nvSpPr>
        <p:spPr>
          <a:xfrm>
            <a:off x="3164434" y="2042770"/>
            <a:ext cx="480212" cy="645566"/>
          </a:xfrm>
          <a:prstGeom prst="rect">
            <a:avLst/>
          </a:prstGeom>
          <a:solidFill>
            <a:srgbClr val="426D53"/>
          </a:solidFill>
          <a:ln/>
        </p:spPr>
      </p:sp>
      <p:sp>
        <p:nvSpPr>
          <p:cNvPr id="15" name="Shape 13"/>
          <p:cNvSpPr/>
          <p:nvPr/>
        </p:nvSpPr>
        <p:spPr>
          <a:xfrm>
            <a:off x="3635502" y="2042770"/>
            <a:ext cx="480212" cy="645566"/>
          </a:xfrm>
          <a:prstGeom prst="rect">
            <a:avLst/>
          </a:prstGeom>
          <a:solidFill>
            <a:srgbClr val="3A6750"/>
          </a:solidFill>
          <a:ln/>
        </p:spPr>
      </p:sp>
      <p:sp>
        <p:nvSpPr>
          <p:cNvPr id="16" name="Shape 14"/>
          <p:cNvSpPr/>
          <p:nvPr/>
        </p:nvSpPr>
        <p:spPr>
          <a:xfrm>
            <a:off x="4106570" y="2042770"/>
            <a:ext cx="480212" cy="645566"/>
          </a:xfrm>
          <a:prstGeom prst="rect">
            <a:avLst/>
          </a:prstGeom>
          <a:solidFill>
            <a:srgbClr val="33624E"/>
          </a:solidFill>
          <a:ln/>
        </p:spPr>
      </p:sp>
      <p:sp>
        <p:nvSpPr>
          <p:cNvPr id="17" name="Shape 15"/>
          <p:cNvSpPr/>
          <p:nvPr/>
        </p:nvSpPr>
        <p:spPr>
          <a:xfrm>
            <a:off x="4577639" y="2042770"/>
            <a:ext cx="480212" cy="645566"/>
          </a:xfrm>
          <a:prstGeom prst="rect">
            <a:avLst/>
          </a:prstGeom>
          <a:solidFill>
            <a:srgbClr val="2B5C4B"/>
          </a:solidFill>
          <a:ln/>
        </p:spPr>
      </p:sp>
      <p:sp>
        <p:nvSpPr>
          <p:cNvPr id="18" name="Shape 16"/>
          <p:cNvSpPr/>
          <p:nvPr/>
        </p:nvSpPr>
        <p:spPr>
          <a:xfrm>
            <a:off x="5048707" y="2042770"/>
            <a:ext cx="480212" cy="645566"/>
          </a:xfrm>
          <a:prstGeom prst="rect">
            <a:avLst/>
          </a:prstGeom>
          <a:solidFill>
            <a:srgbClr val="235649"/>
          </a:solidFill>
          <a:ln/>
        </p:spPr>
      </p:sp>
      <p:sp>
        <p:nvSpPr>
          <p:cNvPr id="19" name="Shape 17"/>
          <p:cNvSpPr/>
          <p:nvPr/>
        </p:nvSpPr>
        <p:spPr>
          <a:xfrm>
            <a:off x="5519776" y="2042770"/>
            <a:ext cx="480212" cy="645566"/>
          </a:xfrm>
          <a:prstGeom prst="rect">
            <a:avLst/>
          </a:prstGeom>
          <a:solidFill>
            <a:srgbClr val="1B5046"/>
          </a:solidFill>
          <a:ln/>
        </p:spPr>
      </p:sp>
      <p:sp>
        <p:nvSpPr>
          <p:cNvPr id="20" name="Shape 18"/>
          <p:cNvSpPr/>
          <p:nvPr/>
        </p:nvSpPr>
        <p:spPr>
          <a:xfrm>
            <a:off x="5990844" y="2042770"/>
            <a:ext cx="480212" cy="645566"/>
          </a:xfrm>
          <a:prstGeom prst="rect">
            <a:avLst/>
          </a:prstGeom>
          <a:solidFill>
            <a:srgbClr val="144A44"/>
          </a:solidFill>
          <a:ln/>
        </p:spPr>
      </p:sp>
      <p:sp>
        <p:nvSpPr>
          <p:cNvPr id="21" name="Shape 19"/>
          <p:cNvSpPr/>
          <p:nvPr/>
        </p:nvSpPr>
        <p:spPr>
          <a:xfrm>
            <a:off x="6461912" y="2042770"/>
            <a:ext cx="480212" cy="645566"/>
          </a:xfrm>
          <a:prstGeom prst="rect">
            <a:avLst/>
          </a:prstGeom>
          <a:solidFill>
            <a:srgbClr val="0C4441"/>
          </a:solidFill>
          <a:ln/>
        </p:spPr>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866851" y="1954073"/>
          <a:ext cx="5809183" cy="3937406"/>
        </p:xfrm>
        <a:graphic>
          <a:graphicData uri="http://schemas.openxmlformats.org/drawingml/2006/table">
            <a:tbl>
              <a:tblPr/>
              <a:tblGrid>
                <a:gridCol w="1737360"/>
                <a:gridCol w="2011680"/>
                <a:gridCol w="2060143"/>
              </a:tblGrid>
              <a:tr h="645566">
                <a:tc>
                  <a:txBody>
                    <a:bodyPr/>
                    <a:lstStyle/>
                    <a:p>
                      <a:pPr algn="l" indent="0" marL="0">
                        <a:buNone/>
                      </a:pPr>
                      <a:r>
                        <a:rPr lang="en-US" sz="1600" dirty="0">
                          <a:solidFill>
                            <a:srgbClr val="FFFFFF"/>
                          </a:solidFill>
                          <a:latin typeface="Manrope" pitchFamily="34" charset="0"/>
                          <a:ea typeface="Manrope" pitchFamily="34" charset="-122"/>
                          <a:cs typeface="Manrope" pitchFamily="34" charset="-120"/>
                        </a:rPr>
                        <a:t>Word</a:t>
                      </a:r>
                    </a:p>
                  </a:txBody>
                  <a:tcPr marL="177800" marR="50800" marT="50800" marB="50800" anchor="ctr">
                    <a:lnL w="0" cap="flat" cmpd="sng" algn="ctr">
                      <a:noFill/>
                    </a:lnL>
                    <a:lnR w="0" cap="flat" cmpd="sng" algn="ctr">
                      <a:noFill/>
                    </a:lnR>
                    <a:lnT w="0" cap="flat" cmpd="sng" algn="ctr">
                      <a:noFill/>
                    </a:lnT>
                    <a:lnB w="0" cap="flat" cmpd="sng" algn="ctr">
                      <a:noFill/>
                    </a:lnB>
                  </a:tcPr>
                </a:tc>
                <a:tc gridSpan="2">
                  <a:txBody>
                    <a:bodyPr/>
                    <a:lstStyle/>
                    <a:p>
                      <a:pPr algn="l" indent="0" marL="0">
                        <a:buNone/>
                      </a:pPr>
                      <a:r>
                        <a:rPr lang="en-US" sz="1600" b="1" dirty="0">
                          <a:solidFill>
                            <a:srgbClr val="FFFFFF"/>
                          </a:solidFill>
                          <a:latin typeface="Manrope" pitchFamily="34" charset="0"/>
                          <a:ea typeface="Manrope" pitchFamily="34" charset="-122"/>
                          <a:cs typeface="Manrope" pitchFamily="34" charset="-120"/>
                        </a:rPr>
                        <a:t>Plain meaning</a:t>
                      </a:r>
                    </a:p>
                  </a:txBody>
                  <a:tcPr marL="50800" marR="50800" marT="50800" marB="50800" anchor="ctr">
                    <a:lnL w="0" cap="flat" cmpd="sng" algn="ctr">
                      <a:noFill/>
                    </a:lnL>
                    <a:lnR w="0" cap="flat" cmpd="sng" algn="ctr">
                      <a:noFill/>
                    </a:lnR>
                    <a:lnT w="0" cap="flat" cmpd="sng" algn="ctr">
                      <a:noFill/>
                    </a:lnT>
                    <a:lnB w="0" cap="flat" cmpd="sng" algn="ctr">
                      <a:noFill/>
                    </a:lnB>
                  </a:tcPr>
                </a:tc>
                <a:tc hMerge="1">
                  <a:txBody>
                    <a:bodyPr/>
                    <a:lstStyle/>
                    <a:p>
                      <a:pPr algn="l" indent="0" marL="0">
                        <a:buNone/>
                      </a:pPr>
                      <a:r>
                        <a:rPr lang="en-US" sz="1600" b="1" dirty="0">
                          <a:solidFill>
                            <a:srgbClr val="FFFFFF"/>
                          </a:solidFill>
                          <a:latin typeface="Manrope" pitchFamily="34" charset="0"/>
                          <a:ea typeface="Manrope" pitchFamily="34" charset="-122"/>
                          <a:cs typeface="Manrope" pitchFamily="34" charset="-120"/>
                        </a:rPr>
                        <a:t/>
                      </a:r>
                    </a:p>
                  </a:txBody>
                  <a:tcPr marL="50800" marR="50800" marT="50800" marB="50800" anchor="ctr">
                    <a:lnL w="0" cap="flat" cmpd="sng" algn="ctr">
                      <a:noFill/>
                    </a:lnL>
                    <a:lnR w="0" cap="flat" cmpd="sng" algn="ctr">
                      <a:noFill/>
                    </a:lnR>
                    <a:lnT w="0" cap="flat" cmpd="sng" algn="ctr">
                      <a:noFill/>
                    </a:lnT>
                    <a:lnB w="0" cap="flat" cmpd="sng" algn="ctr">
                      <a:noFill/>
                    </a:lnB>
                  </a:tcPr>
                </a:tc>
              </a:tr>
              <a:tr h="548640">
                <a:tc>
                  <a:txBody>
                    <a:bodyPr/>
                    <a:lstStyle/>
                    <a:p>
                      <a:pPr algn="l" indent="0" marL="0">
                        <a:buNone/>
                      </a:pPr>
                      <a:r>
                        <a:rPr lang="en-US" sz="1600" dirty="0" b="1">
                          <a:solidFill>
                            <a:srgbClr val="A9C022"/>
                          </a:solidFill>
                          <a:latin typeface="Manrope" pitchFamily="34" charset="0"/>
                          <a:ea typeface="Manrope" pitchFamily="34" charset="-122"/>
                          <a:cs typeface="Manrope" pitchFamily="34" charset="-120"/>
                        </a:rPr>
                        <a:t>Agent</a:t>
                      </a:r>
                    </a:p>
                  </a:txBody>
                  <a:tcPr marL="508000" marR="50800" marT="50800" marB="50800" anchor="ctr">
                    <a:lnL w="0" cap="flat" cmpd="sng" algn="ctr">
                      <a:noFill/>
                    </a:lnL>
                    <a:lnR w="0" cap="flat" cmpd="sng" algn="ctr">
                      <a:noFill/>
                    </a:lnR>
                    <a:lnT w="0" cap="flat" cmpd="sng" algn="ctr">
                      <a:noFill/>
                    </a:lnT>
                    <a:lnB w="0" cap="flat" cmpd="sng" algn="ctr">
                      <a:noFill/>
                    </a:lnB>
                  </a:tcPr>
                </a:tc>
                <a:tc gridSpan="2">
                  <a:txBody>
                    <a:bodyPr/>
                    <a:lstStyle/>
                    <a:p>
                      <a:pPr algn="l" indent="0" marL="0">
                        <a:buNone/>
                      </a:pPr>
                      <a:r>
                        <a:rPr lang="en-US" sz="1600" dirty="0">
                          <a:solidFill>
                            <a:srgbClr val="E7E6E6"/>
                          </a:solidFill>
                          <a:latin typeface="Manrope" pitchFamily="34" charset="0"/>
                          <a:ea typeface="Manrope" pitchFamily="34" charset="-122"/>
                          <a:cs typeface="Manrope" pitchFamily="34" charset="-120"/>
                        </a:rPr>
                        <a:t>Software that plans steps and acts for you</a:t>
                      </a:r>
                    </a:p>
                  </a:txBody>
                  <a:tcPr marL="50800" marR="50800" marT="50800" marB="50800" anchor="ctr">
                    <a:lnL w="0" cap="flat" cmpd="sng" algn="ctr">
                      <a:noFill/>
                    </a:lnL>
                    <a:lnR w="0" cap="flat" cmpd="sng" algn="ctr">
                      <a:noFill/>
                    </a:lnR>
                    <a:lnT w="0" cap="flat" cmpd="sng" algn="ctr">
                      <a:noFill/>
                    </a:lnT>
                    <a:lnB w="0" cap="flat" cmpd="sng" algn="ctr">
                      <a:noFill/>
                    </a:lnB>
                  </a:tcPr>
                </a:tc>
                <a:tc hMerge="1">
                  <a:txBody>
                    <a:bodyPr/>
                    <a:lstStyle/>
                    <a:p>
                      <a:pPr algn="l" indent="0" marL="0">
                        <a:buNone/>
                      </a:pPr>
                      <a:r>
                        <a:rPr lang="en-US" sz="1600" dirty="0">
                          <a:solidFill>
                            <a:srgbClr val="FFFFFF"/>
                          </a:solidFill>
                          <a:latin typeface="Manrope" pitchFamily="34" charset="0"/>
                          <a:ea typeface="Manrope" pitchFamily="34" charset="-122"/>
                          <a:cs typeface="Manrope" pitchFamily="34" charset="-120"/>
                        </a:rPr>
                        <a:t/>
                      </a:r>
                    </a:p>
                  </a:txBody>
                  <a:tcPr marL="50800" marR="50800" marT="50800" marB="50800" anchor="ctr">
                    <a:lnL w="0" cap="flat" cmpd="sng" algn="ctr">
                      <a:noFill/>
                    </a:lnL>
                    <a:lnR w="0" cap="flat" cmpd="sng" algn="ctr">
                      <a:noFill/>
                    </a:lnR>
                    <a:lnT w="0" cap="flat" cmpd="sng" algn="ctr">
                      <a:noFill/>
                    </a:lnT>
                    <a:lnB w="0" cap="flat" cmpd="sng" algn="ctr">
                      <a:noFill/>
                    </a:lnB>
                  </a:tcPr>
                </a:tc>
              </a:tr>
              <a:tr h="548640">
                <a:tc>
                  <a:txBody>
                    <a:bodyPr/>
                    <a:lstStyle/>
                    <a:p>
                      <a:pPr algn="l" indent="0" marL="0">
                        <a:buNone/>
                      </a:pPr>
                      <a:r>
                        <a:rPr lang="en-US" sz="1600" dirty="0" b="1">
                          <a:solidFill>
                            <a:srgbClr val="A9C022"/>
                          </a:solidFill>
                          <a:latin typeface="Manrope" pitchFamily="34" charset="0"/>
                          <a:ea typeface="Manrope" pitchFamily="34" charset="-122"/>
                          <a:cs typeface="Manrope" pitchFamily="34" charset="-120"/>
                        </a:rPr>
                        <a:t>LLM</a:t>
                      </a:r>
                    </a:p>
                  </a:txBody>
                  <a:tcPr marL="508000" marR="50800" marT="50800" marB="50800" anchor="ctr">
                    <a:lnL w="0" cap="flat" cmpd="sng" algn="ctr">
                      <a:noFill/>
                    </a:lnL>
                    <a:lnR w="0" cap="flat" cmpd="sng" algn="ctr">
                      <a:noFill/>
                    </a:lnR>
                    <a:lnT w="0" cap="flat" cmpd="sng" algn="ctr">
                      <a:noFill/>
                    </a:lnT>
                    <a:lnB w="0" cap="flat" cmpd="sng" algn="ctr">
                      <a:noFill/>
                    </a:lnB>
                  </a:tcPr>
                </a:tc>
                <a:tc gridSpan="2">
                  <a:txBody>
                    <a:bodyPr/>
                    <a:lstStyle/>
                    <a:p>
                      <a:pPr algn="l" indent="0" marL="0">
                        <a:buNone/>
                      </a:pPr>
                      <a:r>
                        <a:rPr lang="en-US" sz="1600" dirty="0">
                          <a:solidFill>
                            <a:srgbClr val="E7E6E6"/>
                          </a:solidFill>
                          <a:latin typeface="Manrope" pitchFamily="34" charset="0"/>
                          <a:ea typeface="Manrope" pitchFamily="34" charset="-122"/>
                          <a:cs typeface="Manrope" pitchFamily="34" charset="-120"/>
                        </a:rPr>
                        <a:t>AI model trained on huge amounts of text</a:t>
                      </a:r>
                    </a:p>
                  </a:txBody>
                  <a:tcPr marL="50800" marR="50800" marT="50800" marB="50800" anchor="ctr">
                    <a:lnL w="0" cap="flat" cmpd="sng" algn="ctr">
                      <a:noFill/>
                    </a:lnL>
                    <a:lnR w="0" cap="flat" cmpd="sng" algn="ctr">
                      <a:noFill/>
                    </a:lnR>
                    <a:lnT w="0" cap="flat" cmpd="sng" algn="ctr">
                      <a:noFill/>
                    </a:lnT>
                    <a:lnB w="0" cap="flat" cmpd="sng" algn="ctr">
                      <a:noFill/>
                    </a:lnB>
                  </a:tcPr>
                </a:tc>
                <a:tc hMerge="1">
                  <a:txBody>
                    <a:bodyPr/>
                    <a:lstStyle/>
                    <a:p>
                      <a:pPr algn="l" indent="0" marL="0">
                        <a:buNone/>
                      </a:pPr>
                      <a:r>
                        <a:rPr lang="en-US" sz="1600" dirty="0">
                          <a:solidFill>
                            <a:srgbClr val="FFFFFF"/>
                          </a:solidFill>
                          <a:latin typeface="Manrope" pitchFamily="34" charset="0"/>
                          <a:ea typeface="Manrope" pitchFamily="34" charset="-122"/>
                          <a:cs typeface="Manrope" pitchFamily="34" charset="-120"/>
                        </a:rPr>
                        <a:t/>
                      </a:r>
                    </a:p>
                  </a:txBody>
                  <a:tcPr marL="50800" marR="50800" marT="50800" marB="50800" anchor="ctr">
                    <a:lnL w="0" cap="flat" cmpd="sng" algn="ctr">
                      <a:noFill/>
                    </a:lnL>
                    <a:lnR w="0" cap="flat" cmpd="sng" algn="ctr">
                      <a:noFill/>
                    </a:lnR>
                    <a:lnT w="0" cap="flat" cmpd="sng" algn="ctr">
                      <a:noFill/>
                    </a:lnT>
                    <a:lnB w="0" cap="flat" cmpd="sng" algn="ctr">
                      <a:noFill/>
                    </a:lnB>
                  </a:tcPr>
                </a:tc>
              </a:tr>
              <a:tr h="548640">
                <a:tc>
                  <a:txBody>
                    <a:bodyPr/>
                    <a:lstStyle/>
                    <a:p>
                      <a:pPr algn="l" indent="0" marL="0">
                        <a:buNone/>
                      </a:pPr>
                      <a:r>
                        <a:rPr lang="en-US" sz="1600" dirty="0" b="1">
                          <a:solidFill>
                            <a:srgbClr val="A9C022"/>
                          </a:solidFill>
                          <a:latin typeface="Manrope" pitchFamily="34" charset="0"/>
                          <a:ea typeface="Manrope" pitchFamily="34" charset="-122"/>
                          <a:cs typeface="Manrope" pitchFamily="34" charset="-120"/>
                        </a:rPr>
                        <a:t>Embedding</a:t>
                      </a:r>
                    </a:p>
                  </a:txBody>
                  <a:tcPr marL="508000" marR="50800" marT="50800" marB="50800" anchor="ctr">
                    <a:lnL w="0" cap="flat" cmpd="sng" algn="ctr">
                      <a:noFill/>
                    </a:lnL>
                    <a:lnR w="0" cap="flat" cmpd="sng" algn="ctr">
                      <a:noFill/>
                    </a:lnR>
                    <a:lnT w="0" cap="flat" cmpd="sng" algn="ctr">
                      <a:noFill/>
                    </a:lnT>
                    <a:lnB w="0" cap="flat" cmpd="sng" algn="ctr">
                      <a:noFill/>
                    </a:lnB>
                  </a:tcPr>
                </a:tc>
                <a:tc gridSpan="2">
                  <a:txBody>
                    <a:bodyPr/>
                    <a:lstStyle/>
                    <a:p>
                      <a:pPr algn="l" indent="0" marL="0">
                        <a:buNone/>
                      </a:pPr>
                      <a:r>
                        <a:rPr lang="en-US" sz="1600" dirty="0">
                          <a:solidFill>
                            <a:srgbClr val="E7E6E6"/>
                          </a:solidFill>
                          <a:latin typeface="Manrope" pitchFamily="34" charset="0"/>
                          <a:ea typeface="Manrope" pitchFamily="34" charset="-122"/>
                          <a:cs typeface="Manrope" pitchFamily="34" charset="-120"/>
                        </a:rPr>
                        <a:t>Words as numbers a computer can compare</a:t>
                      </a:r>
                    </a:p>
                  </a:txBody>
                  <a:tcPr marL="50800" marR="50800" marT="50800" marB="50800" anchor="ctr">
                    <a:lnL w="0" cap="flat" cmpd="sng" algn="ctr">
                      <a:noFill/>
                    </a:lnL>
                    <a:lnR w="0" cap="flat" cmpd="sng" algn="ctr">
                      <a:noFill/>
                    </a:lnR>
                    <a:lnT w="0" cap="flat" cmpd="sng" algn="ctr">
                      <a:noFill/>
                    </a:lnT>
                    <a:lnB w="0" cap="flat" cmpd="sng" algn="ctr">
                      <a:noFill/>
                    </a:lnB>
                  </a:tcPr>
                </a:tc>
                <a:tc hMerge="1">
                  <a:txBody>
                    <a:bodyPr/>
                    <a:lstStyle/>
                    <a:p>
                      <a:pPr algn="l" indent="0" marL="0">
                        <a:buNone/>
                      </a:pPr>
                      <a:r>
                        <a:rPr lang="en-US" sz="1600" dirty="0">
                          <a:solidFill>
                            <a:srgbClr val="FFFFFF"/>
                          </a:solidFill>
                          <a:latin typeface="Manrope" pitchFamily="34" charset="0"/>
                          <a:ea typeface="Manrope" pitchFamily="34" charset="-122"/>
                          <a:cs typeface="Manrope" pitchFamily="34" charset="-120"/>
                        </a:rPr>
                        <a:t/>
                      </a:r>
                    </a:p>
                  </a:txBody>
                  <a:tcPr marL="50800" marR="50800" marT="50800" marB="50800" anchor="ctr">
                    <a:lnL w="0" cap="flat" cmpd="sng" algn="ctr">
                      <a:noFill/>
                    </a:lnL>
                    <a:lnR w="0" cap="flat" cmpd="sng" algn="ctr">
                      <a:noFill/>
                    </a:lnR>
                    <a:lnT w="0" cap="flat" cmpd="sng" algn="ctr">
                      <a:noFill/>
                    </a:lnT>
                    <a:lnB w="0" cap="flat" cmpd="sng" algn="ctr">
                      <a:noFill/>
                    </a:lnB>
                  </a:tcPr>
                </a:tc>
              </a:tr>
              <a:tr h="548640">
                <a:tc>
                  <a:txBody>
                    <a:bodyPr/>
                    <a:lstStyle/>
                    <a:p>
                      <a:pPr algn="l" indent="0" marL="0">
                        <a:buNone/>
                      </a:pPr>
                      <a:r>
                        <a:rPr lang="en-US" sz="1600" dirty="0" b="1">
                          <a:solidFill>
                            <a:srgbClr val="A9C022"/>
                          </a:solidFill>
                          <a:latin typeface="Manrope" pitchFamily="34" charset="0"/>
                          <a:ea typeface="Manrope" pitchFamily="34" charset="-122"/>
                          <a:cs typeface="Manrope" pitchFamily="34" charset="-120"/>
                        </a:rPr>
                        <a:t>RAG</a:t>
                      </a:r>
                    </a:p>
                  </a:txBody>
                  <a:tcPr marL="508000" marR="50800" marT="50800" marB="50800" anchor="ctr">
                    <a:lnL w="0" cap="flat" cmpd="sng" algn="ctr">
                      <a:noFill/>
                    </a:lnL>
                    <a:lnR w="0" cap="flat" cmpd="sng" algn="ctr">
                      <a:noFill/>
                    </a:lnR>
                    <a:lnT w="0" cap="flat" cmpd="sng" algn="ctr">
                      <a:noFill/>
                    </a:lnT>
                    <a:lnB w="0" cap="flat" cmpd="sng" algn="ctr">
                      <a:noFill/>
                    </a:lnB>
                  </a:tcPr>
                </a:tc>
                <a:tc gridSpan="2">
                  <a:txBody>
                    <a:bodyPr/>
                    <a:lstStyle/>
                    <a:p>
                      <a:pPr algn="l" indent="0" marL="0">
                        <a:buNone/>
                      </a:pPr>
                      <a:r>
                        <a:rPr lang="en-US" sz="1600" dirty="0">
                          <a:solidFill>
                            <a:srgbClr val="E7E6E6"/>
                          </a:solidFill>
                          <a:latin typeface="Manrope" pitchFamily="34" charset="0"/>
                          <a:ea typeface="Manrope" pitchFamily="34" charset="-122"/>
                          <a:cs typeface="Manrope" pitchFamily="34" charset="-120"/>
                        </a:rPr>
                        <a:t>Lets a model look things up, no retraining</a:t>
                      </a:r>
                    </a:p>
                  </a:txBody>
                  <a:tcPr marL="50800" marR="50800" marT="50800" marB="50800" anchor="ctr">
                    <a:lnL w="0" cap="flat" cmpd="sng" algn="ctr">
                      <a:noFill/>
                    </a:lnL>
                    <a:lnR w="0" cap="flat" cmpd="sng" algn="ctr">
                      <a:noFill/>
                    </a:lnR>
                    <a:lnT w="0" cap="flat" cmpd="sng" algn="ctr">
                      <a:noFill/>
                    </a:lnT>
                    <a:lnB w="0" cap="flat" cmpd="sng" algn="ctr">
                      <a:noFill/>
                    </a:lnB>
                  </a:tcPr>
                </a:tc>
                <a:tc hMerge="1">
                  <a:txBody>
                    <a:bodyPr/>
                    <a:lstStyle/>
                    <a:p>
                      <a:pPr algn="l" indent="0" marL="0">
                        <a:buNone/>
                      </a:pPr>
                      <a:r>
                        <a:rPr lang="en-US" sz="1600" dirty="0">
                          <a:solidFill>
                            <a:srgbClr val="FFFFFF"/>
                          </a:solidFill>
                          <a:latin typeface="Manrope" pitchFamily="34" charset="0"/>
                          <a:ea typeface="Manrope" pitchFamily="34" charset="-122"/>
                          <a:cs typeface="Manrope" pitchFamily="34" charset="-120"/>
                        </a:rPr>
                        <a:t/>
                      </a:r>
                    </a:p>
                  </a:txBody>
                  <a:tcPr marL="50800" marR="50800" marT="50800" marB="50800" anchor="ctr">
                    <a:lnL w="0" cap="flat" cmpd="sng" algn="ctr">
                      <a:noFill/>
                    </a:lnL>
                    <a:lnR w="0" cap="flat" cmpd="sng" algn="ctr">
                      <a:noFill/>
                    </a:lnR>
                    <a:lnT w="0" cap="flat" cmpd="sng" algn="ctr">
                      <a:noFill/>
                    </a:lnT>
                    <a:lnB w="0" cap="flat" cmpd="sng" algn="ctr">
                      <a:noFill/>
                    </a:lnB>
                  </a:tcPr>
                </a:tc>
              </a:tr>
              <a:tr h="548640">
                <a:tc>
                  <a:txBody>
                    <a:bodyPr/>
                    <a:lstStyle/>
                    <a:p>
                      <a:pPr algn="l" indent="0" marL="0">
                        <a:buNone/>
                      </a:pPr>
                      <a:r>
                        <a:rPr lang="en-US" sz="1600" dirty="0" b="1">
                          <a:solidFill>
                            <a:srgbClr val="A9C022"/>
                          </a:solidFill>
                          <a:latin typeface="Manrope" pitchFamily="34" charset="0"/>
                          <a:ea typeface="Manrope" pitchFamily="34" charset="-122"/>
                          <a:cs typeface="Manrope" pitchFamily="34" charset="-120"/>
                        </a:rPr>
                        <a:t>API key</a:t>
                      </a:r>
                    </a:p>
                  </a:txBody>
                  <a:tcPr marL="508000" marR="50800" marT="50800" marB="50800" anchor="ctr">
                    <a:lnL w="0" cap="flat" cmpd="sng" algn="ctr">
                      <a:noFill/>
                    </a:lnL>
                    <a:lnR w="0" cap="flat" cmpd="sng" algn="ctr">
                      <a:noFill/>
                    </a:lnR>
                    <a:lnT w="0" cap="flat" cmpd="sng" algn="ctr">
                      <a:noFill/>
                    </a:lnT>
                    <a:lnB w="0" cap="flat" cmpd="sng" algn="ctr">
                      <a:noFill/>
                    </a:lnB>
                  </a:tcPr>
                </a:tc>
                <a:tc gridSpan="2">
                  <a:txBody>
                    <a:bodyPr/>
                    <a:lstStyle/>
                    <a:p>
                      <a:pPr algn="l" indent="0" marL="0">
                        <a:buNone/>
                      </a:pPr>
                      <a:r>
                        <a:rPr lang="en-US" sz="1600" dirty="0">
                          <a:solidFill>
                            <a:srgbClr val="E7E6E6"/>
                          </a:solidFill>
                          <a:latin typeface="Manrope" pitchFamily="34" charset="0"/>
                          <a:ea typeface="Manrope" pitchFamily="34" charset="-122"/>
                          <a:cs typeface="Manrope" pitchFamily="34" charset="-120"/>
                        </a:rPr>
                        <a:t>A secret code, like a password</a:t>
                      </a:r>
                    </a:p>
                  </a:txBody>
                  <a:tcPr marL="50800" marR="50800" marT="50800" marB="50800" anchor="ctr">
                    <a:lnL w="0" cap="flat" cmpd="sng" algn="ctr">
                      <a:noFill/>
                    </a:lnL>
                    <a:lnR w="0" cap="flat" cmpd="sng" algn="ctr">
                      <a:noFill/>
                    </a:lnR>
                    <a:lnT w="0" cap="flat" cmpd="sng" algn="ctr">
                      <a:noFill/>
                    </a:lnT>
                    <a:lnB w="0" cap="flat" cmpd="sng" algn="ctr">
                      <a:noFill/>
                    </a:lnB>
                  </a:tcPr>
                </a:tc>
                <a:tc hMerge="1">
                  <a:txBody>
                    <a:bodyPr/>
                    <a:lstStyle/>
                    <a:p>
                      <a:pPr algn="l" indent="0" marL="0">
                        <a:buNone/>
                      </a:pPr>
                      <a:r>
                        <a:rPr lang="en-US" sz="1600" dirty="0">
                          <a:solidFill>
                            <a:srgbClr val="FFFFFF"/>
                          </a:solidFill>
                          <a:latin typeface="Manrope" pitchFamily="34" charset="0"/>
                          <a:ea typeface="Manrope" pitchFamily="34" charset="-122"/>
                          <a:cs typeface="Manrope" pitchFamily="34" charset="-120"/>
                        </a:rPr>
                        <a:t/>
                      </a:r>
                    </a:p>
                  </a:txBody>
                  <a:tcPr marL="50800" marR="50800" marT="50800" marB="50800" anchor="ctr">
                    <a:lnL w="0" cap="flat" cmpd="sng" algn="ctr">
                      <a:noFill/>
                    </a:lnL>
                    <a:lnR w="0" cap="flat" cmpd="sng" algn="ctr">
                      <a:noFill/>
                    </a:lnR>
                    <a:lnT w="0" cap="flat" cmpd="sng" algn="ctr">
                      <a:noFill/>
                    </a:lnT>
                    <a:lnB w="0" cap="flat" cmpd="sng" algn="ctr">
                      <a:noFill/>
                    </a:lnB>
                  </a:tcPr>
                </a:tc>
              </a:tr>
              <a:tr h="548640">
                <a:tc>
                  <a:txBody>
                    <a:bodyPr/>
                    <a:lstStyle/>
                    <a:p>
                      <a:pPr algn="l" indent="0" marL="0">
                        <a:buNone/>
                      </a:pPr>
                      <a:r>
                        <a:rPr lang="en-US" sz="1600" dirty="0" b="1">
                          <a:solidFill>
                            <a:srgbClr val="A9C022"/>
                          </a:solidFill>
                          <a:latin typeface="Manrope" pitchFamily="34" charset="0"/>
                          <a:ea typeface="Manrope" pitchFamily="34" charset="-122"/>
                          <a:cs typeface="Manrope" pitchFamily="34" charset="-120"/>
                        </a:rPr>
                        <a:t>MCP</a:t>
                      </a:r>
                    </a:p>
                  </a:txBody>
                  <a:tcPr marL="508000" marR="50800" marT="50800" marB="50800" anchor="ctr">
                    <a:lnL w="0" cap="flat" cmpd="sng" algn="ctr">
                      <a:noFill/>
                    </a:lnL>
                    <a:lnR w="0" cap="flat" cmpd="sng" algn="ctr">
                      <a:noFill/>
                    </a:lnR>
                    <a:lnT w="0" cap="flat" cmpd="sng" algn="ctr">
                      <a:noFill/>
                    </a:lnT>
                    <a:lnB w="0" cap="flat" cmpd="sng" algn="ctr">
                      <a:noFill/>
                    </a:lnB>
                  </a:tcPr>
                </a:tc>
                <a:tc gridSpan="2">
                  <a:txBody>
                    <a:bodyPr/>
                    <a:lstStyle/>
                    <a:p>
                      <a:pPr algn="l" indent="0" marL="0">
                        <a:buNone/>
                      </a:pPr>
                      <a:r>
                        <a:rPr lang="en-US" sz="1600" dirty="0">
                          <a:solidFill>
                            <a:srgbClr val="E7E6E6"/>
                          </a:solidFill>
                          <a:latin typeface="Manrope" pitchFamily="34" charset="0"/>
                          <a:ea typeface="Manrope" pitchFamily="34" charset="-122"/>
                          <a:cs typeface="Manrope" pitchFamily="34" charset="-120"/>
                        </a:rPr>
                        <a:t>“Like a USB-C port for AI applications”</a:t>
                      </a:r>
                    </a:p>
                  </a:txBody>
                  <a:tcPr marL="50800" marR="50800" marT="50800" marB="50800" anchor="ctr">
                    <a:lnL w="0" cap="flat" cmpd="sng" algn="ctr">
                      <a:noFill/>
                    </a:lnL>
                    <a:lnR w="0" cap="flat" cmpd="sng" algn="ctr">
                      <a:noFill/>
                    </a:lnR>
                    <a:lnT w="0" cap="flat" cmpd="sng" algn="ctr">
                      <a:noFill/>
                    </a:lnT>
                    <a:lnB w="0" cap="flat" cmpd="sng" algn="ctr">
                      <a:noFill/>
                    </a:lnB>
                  </a:tcPr>
                </a:tc>
                <a:tc hMerge="1">
                  <a:txBody>
                    <a:bodyPr/>
                    <a:lstStyle/>
                    <a:p>
                      <a:pPr algn="l" indent="0" marL="0">
                        <a:buNone/>
                      </a:pPr>
                      <a:r>
                        <a:rPr lang="en-US" sz="1600" dirty="0">
                          <a:solidFill>
                            <a:srgbClr val="FFFFFF"/>
                          </a:solidFill>
                          <a:latin typeface="Manrope" pitchFamily="34" charset="0"/>
                          <a:ea typeface="Manrope" pitchFamily="34" charset="-122"/>
                          <a:cs typeface="Manrope" pitchFamily="34" charset="-120"/>
                        </a:rPr>
                        <a:t/>
                      </a:r>
                    </a:p>
                  </a:txBody>
                  <a:tcPr marL="50800" marR="50800" marT="50800" marB="50800" anchor="ctr">
                    <a:lnL w="0" cap="flat" cmpd="sng" algn="ctr">
                      <a:noFill/>
                    </a:lnL>
                    <a:lnR w="0" cap="flat" cmpd="sng" algn="ctr">
                      <a:noFill/>
                    </a:lnR>
                    <a:lnT w="0" cap="flat" cmpd="sng" algn="ctr">
                      <a:noFill/>
                    </a:lnT>
                    <a:lnB w="0" cap="flat" cmpd="sng" algn="ctr">
                      <a:noFill/>
                    </a:lnB>
                  </a:tcPr>
                </a:tc>
              </a:tr>
            </a:tbl>
          </a:graphicData>
        </a:graphic>
      </p:graphicFrame>
      <p:sp>
        <p:nvSpPr>
          <p:cNvPr id="23" name="Shape 20"/>
          <p:cNvSpPr/>
          <p:nvPr/>
        </p:nvSpPr>
        <p:spPr>
          <a:xfrm>
            <a:off x="7541971" y="873252"/>
            <a:ext cx="0" cy="5984748"/>
          </a:xfrm>
          <a:prstGeom prst="line">
            <a:avLst/>
          </a:prstGeom>
          <a:noFill/>
          <a:ln w="2540">
            <a:solidFill>
              <a:srgbClr val="D0CFCF"/>
            </a:solidFill>
            <a:prstDash val="solid"/>
          </a:ln>
        </p:spPr>
      </p:sp>
      <p:sp>
        <p:nvSpPr>
          <p:cNvPr id="24" name="Shape 21"/>
          <p:cNvSpPr/>
          <p:nvPr/>
        </p:nvSpPr>
        <p:spPr>
          <a:xfrm>
            <a:off x="7506310" y="836676"/>
            <a:ext cx="72238" cy="72238"/>
          </a:xfrm>
          <a:prstGeom prst="ellipse">
            <a:avLst/>
          </a:prstGeom>
          <a:solidFill>
            <a:srgbClr val="D0CFCF"/>
          </a:solidFill>
          <a:ln/>
        </p:spPr>
      </p:sp>
      <p:sp>
        <p:nvSpPr>
          <p:cNvPr id="26" name="Shape 23"/>
          <p:cNvSpPr/>
          <p:nvPr/>
        </p:nvSpPr>
        <p:spPr>
          <a:xfrm>
            <a:off x="2604211" y="2042770"/>
            <a:ext cx="0" cy="3941978"/>
          </a:xfrm>
          <a:prstGeom prst="line">
            <a:avLst/>
          </a:prstGeom>
          <a:noFill/>
          <a:ln w="2540">
            <a:solidFill>
              <a:srgbClr val="FFFFFF">
                <a:alpha val="45000"/>
              </a:srgbClr>
            </a:solidFill>
            <a:prstDash val="solid"/>
          </a:ln>
        </p:spPr>
      </p:sp>
      <p:sp>
        <p:nvSpPr>
          <p:cNvPr id="27" name="Text 24"/>
          <p:cNvSpPr/>
          <p:nvPr/>
        </p:nvSpPr>
        <p:spPr>
          <a:xfrm>
            <a:off x="7992770" y="5285232"/>
            <a:ext cx="3474720" cy="914400"/>
          </a:xfrm>
          <a:prstGeom prst="rect">
            <a:avLst/>
          </a:prstGeom>
          <a:noFill/>
          <a:ln/>
        </p:spPr>
        <p:txBody>
          <a:bodyPr wrap="square" rtlCol="0" anchor="t"/>
          <a:lstStyle/>
          <a:p>
            <a:pPr indent="0" marL="0">
              <a:lnSpc>
                <a:spcPct val="125000"/>
              </a:lnSpc>
              <a:spcAft>
                <a:spcPts val="600"/>
              </a:spcAft>
              <a:buNone/>
            </a:pPr>
            <a:r>
              <a:rPr lang="en-US" sz="1600" dirty="0" b="1">
                <a:solidFill>
                  <a:srgbClr val="D5E6CD"/>
                </a:solidFill>
                <a:latin typeface="Manrope" pitchFamily="34" charset="0"/>
                <a:ea typeface="Manrope" pitchFamily="34" charset="-122"/>
                <a:cs typeface="Manrope" pitchFamily="34" charset="-120"/>
              </a:rPr>
              <a:t>Gap </a:t>
            </a:r>
            <a:r>
              <a:rPr lang="en-US" sz="1600" dirty="0">
                <a:solidFill>
                  <a:srgbClr val="FFFFFF"/>
                </a:solidFill>
                <a:latin typeface="Manrope" pitchFamily="34" charset="0"/>
                <a:ea typeface="Manrope" pitchFamily="34" charset="-122"/>
                <a:cs typeface="Manrope" pitchFamily="34" charset="-120"/>
              </a:rPr>
              <a:t>marks something the sources don't cover.</a:t>
            </a:r>
          </a:p>
        </p:txBody>
      </p:sp>
      <p:sp>
        <p:nvSpPr>
          <p:cNvPr id="28" name="Shape 25"/>
          <p:cNvSpPr/>
          <p:nvPr/>
        </p:nvSpPr>
        <p:spPr>
          <a:xfrm>
            <a:off x="7860182" y="1097280"/>
            <a:ext cx="3420770" cy="1828800"/>
          </a:xfrm>
          <a:prstGeom prst="roundRect">
            <a:avLst>
              <a:gd name="adj" fmla="val 5132"/>
            </a:avLst>
          </a:prstGeom>
          <a:solidFill>
            <a:srgbClr val="FFFFFF">
              <a:alpha val="10000"/>
            </a:srgbClr>
          </a:solidFill>
          <a:ln w="2540">
            <a:solidFill>
              <a:srgbClr val="FFFFFF">
                <a:alpha val="40000"/>
              </a:srgbClr>
            </a:solidFill>
            <a:prstDash val="solid"/>
          </a:ln>
        </p:spPr>
      </p:sp>
      <p:sp>
        <p:nvSpPr>
          <p:cNvPr id="29" name="Text 26"/>
          <p:cNvSpPr/>
          <p:nvPr/>
        </p:nvSpPr>
        <p:spPr>
          <a:xfrm>
            <a:off x="8618220" y="1234440"/>
            <a:ext cx="2606040" cy="320954"/>
          </a:xfrm>
          <a:prstGeom prst="rect">
            <a:avLst/>
          </a:prstGeom>
          <a:noFill/>
          <a:ln/>
        </p:spPr>
        <p:txBody>
          <a:bodyPr wrap="square" lIns="0" tIns="0" rIns="0" bIns="0"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99 terms</a:t>
            </a:r>
          </a:p>
        </p:txBody>
      </p:sp>
      <p:sp>
        <p:nvSpPr>
          <p:cNvPr id="30" name="Text 27"/>
          <p:cNvSpPr/>
          <p:nvPr/>
        </p:nvSpPr>
        <p:spPr>
          <a:xfrm>
            <a:off x="8521294" y="1627632"/>
            <a:ext cx="2606040" cy="118872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The notes' Plain-English Glossary has 99 terms, each tagged with its stage.</a:t>
            </a:r>
          </a:p>
        </p:txBody>
      </p:sp>
      <p:sp>
        <p:nvSpPr>
          <p:cNvPr id="31" name="Shape 28"/>
          <p:cNvSpPr/>
          <p:nvPr/>
        </p:nvSpPr>
        <p:spPr>
          <a:xfrm>
            <a:off x="7860182" y="3108960"/>
            <a:ext cx="3420770" cy="1965960"/>
          </a:xfrm>
          <a:prstGeom prst="roundRect">
            <a:avLst>
              <a:gd name="adj" fmla="val 5132"/>
            </a:avLst>
          </a:prstGeom>
          <a:solidFill>
            <a:srgbClr val="FFFFFF">
              <a:alpha val="10000"/>
            </a:srgbClr>
          </a:solidFill>
          <a:ln w="2540">
            <a:solidFill>
              <a:srgbClr val="FFFFFF">
                <a:alpha val="40000"/>
              </a:srgbClr>
            </a:solidFill>
            <a:prstDash val="solid"/>
          </a:ln>
        </p:spPr>
      </p:sp>
      <p:sp>
        <p:nvSpPr>
          <p:cNvPr id="32" name="Text 29"/>
          <p:cNvSpPr/>
          <p:nvPr/>
        </p:nvSpPr>
        <p:spPr>
          <a:xfrm>
            <a:off x="8618220" y="3246120"/>
            <a:ext cx="2606040" cy="320954"/>
          </a:xfrm>
          <a:prstGeom prst="rect">
            <a:avLst/>
          </a:prstGeom>
          <a:noFill/>
          <a:ln/>
        </p:spPr>
        <p:txBody>
          <a:bodyPr wrap="square" lIns="0" tIns="0" rIns="0" bIns="0"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Labels</a:t>
            </a:r>
          </a:p>
        </p:txBody>
      </p:sp>
      <p:sp>
        <p:nvSpPr>
          <p:cNvPr id="33" name="Text 30"/>
          <p:cNvSpPr/>
          <p:nvPr/>
        </p:nvSpPr>
        <p:spPr>
          <a:xfrm>
            <a:off x="8521294" y="3639312"/>
            <a:ext cx="2606040" cy="137160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Analogies are only teaching aids. (editorial) marks Lucy's own suggestions.</a:t>
            </a:r>
          </a:p>
        </p:txBody>
      </p:sp>
      <p:sp>
        <p:nvSpPr>
          <p:cNvPr id="34" name="Shape 31"/>
          <p:cNvSpPr/>
          <p:nvPr/>
        </p:nvSpPr>
        <p:spPr>
          <a:xfrm>
            <a:off x="8146390" y="1252728"/>
            <a:ext cx="351130" cy="351130"/>
          </a:xfrm>
          <a:prstGeom prst="ellipse">
            <a:avLst/>
          </a:prstGeom>
          <a:ln w="15875">
            <a:solidFill>
              <a:srgbClr val="9FEF9C"/>
            </a:solidFill>
            <a:prstDash val="solid"/>
          </a:ln>
        </p:spPr>
      </p:sp>
      <p:sp>
        <p:nvSpPr>
          <p:cNvPr id="35" name="Shape 32"/>
          <p:cNvSpPr/>
          <p:nvPr/>
        </p:nvSpPr>
        <p:spPr>
          <a:xfrm>
            <a:off x="8262262" y="1368857"/>
            <a:ext cx="119384" cy="119384"/>
          </a:xfrm>
          <a:prstGeom prst="ellipse">
            <a:avLst/>
          </a:prstGeom>
          <a:solidFill>
            <a:srgbClr val="9FEF9C"/>
          </a:solidFill>
          <a:ln/>
        </p:spPr>
      </p:sp>
      <p:sp>
        <p:nvSpPr>
          <p:cNvPr id="36" name="Shape 33"/>
          <p:cNvSpPr/>
          <p:nvPr/>
        </p:nvSpPr>
        <p:spPr>
          <a:xfrm>
            <a:off x="8115300" y="3264408"/>
            <a:ext cx="329184" cy="329184"/>
          </a:xfrm>
          <a:prstGeom prst="ellipse">
            <a:avLst/>
          </a:prstGeom>
          <a:ln w="15875">
            <a:solidFill>
              <a:srgbClr val="9FEF9C"/>
            </a:solidFill>
            <a:prstDash val="solid"/>
          </a:ln>
        </p:spPr>
      </p:sp>
      <p:sp>
        <p:nvSpPr>
          <p:cNvPr id="37" name="Shape 34"/>
          <p:cNvSpPr/>
          <p:nvPr/>
        </p:nvSpPr>
        <p:spPr>
          <a:xfrm>
            <a:off x="8223931" y="3373222"/>
            <a:ext cx="111923" cy="111923"/>
          </a:xfrm>
          <a:prstGeom prst="ellipse">
            <a:avLst/>
          </a:prstGeom>
          <a:solidFill>
            <a:srgbClr val="9FEF9C"/>
          </a:solidFill>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6">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6462065" y="0"/>
            <a:ext cx="5729630" cy="6858000"/>
          </a:xfrm>
          <a:prstGeom prst="rect">
            <a:avLst/>
          </a:prstGeom>
          <a:solidFill>
            <a:srgbClr val="0C4441"/>
          </a:solidFill>
          <a:ln/>
        </p:spPr>
      </p:sp>
      <p:sp>
        <p:nvSpPr>
          <p:cNvPr id="3" name="Shape 1"/>
          <p:cNvSpPr/>
          <p:nvPr/>
        </p:nvSpPr>
        <p:spPr>
          <a:xfrm>
            <a:off x="7088429" y="-74066"/>
            <a:ext cx="803758" cy="753809"/>
          </a:xfrm>
          <a:prstGeom prst="rect">
            <a:avLst/>
          </a:prstGeom>
          <a:solidFill>
            <a:srgbClr val="F8FE05">
              <a:alpha val="8250"/>
            </a:srgbClr>
          </a:solidFill>
          <a:ln/>
        </p:spPr>
      </p:sp>
      <p:sp>
        <p:nvSpPr>
          <p:cNvPr id="4" name="Shape 2"/>
          <p:cNvSpPr/>
          <p:nvPr/>
        </p:nvSpPr>
        <p:spPr>
          <a:xfrm>
            <a:off x="7088429" y="670598"/>
            <a:ext cx="803758" cy="753809"/>
          </a:xfrm>
          <a:prstGeom prst="rect">
            <a:avLst/>
          </a:prstGeom>
          <a:solidFill>
            <a:srgbClr val="F8FE05">
              <a:alpha val="7219"/>
            </a:srgbClr>
          </a:solidFill>
          <a:ln/>
        </p:spPr>
      </p:sp>
      <p:sp>
        <p:nvSpPr>
          <p:cNvPr id="5" name="Shape 3"/>
          <p:cNvSpPr/>
          <p:nvPr/>
        </p:nvSpPr>
        <p:spPr>
          <a:xfrm>
            <a:off x="7088429" y="1415263"/>
            <a:ext cx="803758" cy="753809"/>
          </a:xfrm>
          <a:prstGeom prst="rect">
            <a:avLst/>
          </a:prstGeom>
          <a:solidFill>
            <a:srgbClr val="F8FE05">
              <a:alpha val="6188"/>
            </a:srgbClr>
          </a:solidFill>
          <a:ln/>
        </p:spPr>
      </p:sp>
      <p:sp>
        <p:nvSpPr>
          <p:cNvPr id="6" name="Shape 4"/>
          <p:cNvSpPr/>
          <p:nvPr/>
        </p:nvSpPr>
        <p:spPr>
          <a:xfrm>
            <a:off x="7088429" y="2159927"/>
            <a:ext cx="803758" cy="753809"/>
          </a:xfrm>
          <a:prstGeom prst="rect">
            <a:avLst/>
          </a:prstGeom>
          <a:solidFill>
            <a:srgbClr val="F8FE05">
              <a:alpha val="5156"/>
            </a:srgbClr>
          </a:solidFill>
          <a:ln/>
        </p:spPr>
      </p:sp>
      <p:sp>
        <p:nvSpPr>
          <p:cNvPr id="7" name="Shape 5"/>
          <p:cNvSpPr/>
          <p:nvPr/>
        </p:nvSpPr>
        <p:spPr>
          <a:xfrm>
            <a:off x="7088429" y="2904592"/>
            <a:ext cx="803758" cy="753809"/>
          </a:xfrm>
          <a:prstGeom prst="rect">
            <a:avLst/>
          </a:prstGeom>
          <a:solidFill>
            <a:srgbClr val="F8FE05">
              <a:alpha val="4125"/>
            </a:srgbClr>
          </a:solidFill>
          <a:ln/>
        </p:spPr>
      </p:sp>
      <p:sp>
        <p:nvSpPr>
          <p:cNvPr id="8" name="Shape 6"/>
          <p:cNvSpPr/>
          <p:nvPr/>
        </p:nvSpPr>
        <p:spPr>
          <a:xfrm>
            <a:off x="7088429" y="3649256"/>
            <a:ext cx="803758" cy="753809"/>
          </a:xfrm>
          <a:prstGeom prst="rect">
            <a:avLst/>
          </a:prstGeom>
          <a:solidFill>
            <a:srgbClr val="F8FE05">
              <a:alpha val="3094"/>
            </a:srgbClr>
          </a:solidFill>
          <a:ln/>
        </p:spPr>
      </p:sp>
      <p:sp>
        <p:nvSpPr>
          <p:cNvPr id="9" name="Shape 7"/>
          <p:cNvSpPr/>
          <p:nvPr/>
        </p:nvSpPr>
        <p:spPr>
          <a:xfrm>
            <a:off x="7088429" y="4393921"/>
            <a:ext cx="803758" cy="753809"/>
          </a:xfrm>
          <a:prstGeom prst="rect">
            <a:avLst/>
          </a:prstGeom>
          <a:solidFill>
            <a:srgbClr val="F8FE05">
              <a:alpha val="2063"/>
            </a:srgbClr>
          </a:solidFill>
          <a:ln/>
        </p:spPr>
      </p:sp>
      <p:sp>
        <p:nvSpPr>
          <p:cNvPr id="10" name="Shape 8"/>
          <p:cNvSpPr/>
          <p:nvPr/>
        </p:nvSpPr>
        <p:spPr>
          <a:xfrm>
            <a:off x="7088429" y="5138585"/>
            <a:ext cx="803758" cy="753809"/>
          </a:xfrm>
          <a:prstGeom prst="rect">
            <a:avLst/>
          </a:prstGeom>
          <a:solidFill>
            <a:srgbClr val="F8FE05">
              <a:alpha val="1031"/>
            </a:srgbClr>
          </a:solidFill>
          <a:ln/>
        </p:spPr>
      </p:sp>
      <p:sp>
        <p:nvSpPr>
          <p:cNvPr id="11" name="Shape 9"/>
          <p:cNvSpPr/>
          <p:nvPr/>
        </p:nvSpPr>
        <p:spPr>
          <a:xfrm>
            <a:off x="8459114" y="-74066"/>
            <a:ext cx="803758" cy="427825"/>
          </a:xfrm>
          <a:prstGeom prst="rect">
            <a:avLst/>
          </a:prstGeom>
          <a:solidFill>
            <a:srgbClr val="F8FE05">
              <a:alpha val="3850"/>
            </a:srgbClr>
          </a:solidFill>
          <a:ln/>
        </p:spPr>
      </p:sp>
      <p:sp>
        <p:nvSpPr>
          <p:cNvPr id="12" name="Shape 10"/>
          <p:cNvSpPr/>
          <p:nvPr/>
        </p:nvSpPr>
        <p:spPr>
          <a:xfrm>
            <a:off x="8459114" y="344614"/>
            <a:ext cx="803758" cy="427825"/>
          </a:xfrm>
          <a:prstGeom prst="rect">
            <a:avLst/>
          </a:prstGeom>
          <a:solidFill>
            <a:srgbClr val="F8FE05">
              <a:alpha val="3369"/>
            </a:srgbClr>
          </a:solidFill>
          <a:ln/>
        </p:spPr>
      </p:sp>
      <p:sp>
        <p:nvSpPr>
          <p:cNvPr id="13" name="Shape 11"/>
          <p:cNvSpPr/>
          <p:nvPr/>
        </p:nvSpPr>
        <p:spPr>
          <a:xfrm>
            <a:off x="8459114" y="763295"/>
            <a:ext cx="803758" cy="427825"/>
          </a:xfrm>
          <a:prstGeom prst="rect">
            <a:avLst/>
          </a:prstGeom>
          <a:solidFill>
            <a:srgbClr val="F8FE05">
              <a:alpha val="2888"/>
            </a:srgbClr>
          </a:solidFill>
          <a:ln/>
        </p:spPr>
      </p:sp>
      <p:sp>
        <p:nvSpPr>
          <p:cNvPr id="14" name="Shape 12"/>
          <p:cNvSpPr/>
          <p:nvPr/>
        </p:nvSpPr>
        <p:spPr>
          <a:xfrm>
            <a:off x="8459114" y="1181976"/>
            <a:ext cx="803758" cy="427825"/>
          </a:xfrm>
          <a:prstGeom prst="rect">
            <a:avLst/>
          </a:prstGeom>
          <a:solidFill>
            <a:srgbClr val="F8FE05">
              <a:alpha val="2406"/>
            </a:srgbClr>
          </a:solidFill>
          <a:ln/>
        </p:spPr>
      </p:sp>
      <p:sp>
        <p:nvSpPr>
          <p:cNvPr id="15" name="Shape 13"/>
          <p:cNvSpPr/>
          <p:nvPr/>
        </p:nvSpPr>
        <p:spPr>
          <a:xfrm>
            <a:off x="8459114" y="1600657"/>
            <a:ext cx="803758" cy="427825"/>
          </a:xfrm>
          <a:prstGeom prst="rect">
            <a:avLst/>
          </a:prstGeom>
          <a:solidFill>
            <a:srgbClr val="F8FE05">
              <a:alpha val="1925"/>
            </a:srgbClr>
          </a:solidFill>
          <a:ln/>
        </p:spPr>
      </p:sp>
      <p:sp>
        <p:nvSpPr>
          <p:cNvPr id="16" name="Shape 14"/>
          <p:cNvSpPr/>
          <p:nvPr/>
        </p:nvSpPr>
        <p:spPr>
          <a:xfrm>
            <a:off x="8459114" y="2019338"/>
            <a:ext cx="803758" cy="427825"/>
          </a:xfrm>
          <a:prstGeom prst="rect">
            <a:avLst/>
          </a:prstGeom>
          <a:solidFill>
            <a:srgbClr val="F8FE05">
              <a:alpha val="1444"/>
            </a:srgbClr>
          </a:solidFill>
          <a:ln/>
        </p:spPr>
      </p:sp>
      <p:sp>
        <p:nvSpPr>
          <p:cNvPr id="17" name="Shape 15"/>
          <p:cNvSpPr/>
          <p:nvPr/>
        </p:nvSpPr>
        <p:spPr>
          <a:xfrm>
            <a:off x="8459114" y="2438019"/>
            <a:ext cx="803758" cy="427825"/>
          </a:xfrm>
          <a:prstGeom prst="rect">
            <a:avLst/>
          </a:prstGeom>
          <a:solidFill>
            <a:srgbClr val="F8FE05">
              <a:alpha val="963"/>
            </a:srgbClr>
          </a:solidFill>
          <a:ln/>
        </p:spPr>
      </p:sp>
      <p:sp>
        <p:nvSpPr>
          <p:cNvPr id="18" name="Shape 16"/>
          <p:cNvSpPr/>
          <p:nvPr/>
        </p:nvSpPr>
        <p:spPr>
          <a:xfrm>
            <a:off x="8459114" y="2856700"/>
            <a:ext cx="803758" cy="427825"/>
          </a:xfrm>
          <a:prstGeom prst="rect">
            <a:avLst/>
          </a:prstGeom>
          <a:solidFill>
            <a:srgbClr val="F8FE05">
              <a:alpha val="481"/>
            </a:srgbClr>
          </a:solidFill>
          <a:ln/>
        </p:spPr>
      </p:sp>
      <p:sp>
        <p:nvSpPr>
          <p:cNvPr id="19" name="Shape 17"/>
          <p:cNvSpPr/>
          <p:nvPr/>
        </p:nvSpPr>
        <p:spPr>
          <a:xfrm>
            <a:off x="7768742" y="-48463"/>
            <a:ext cx="803758" cy="572300"/>
          </a:xfrm>
          <a:prstGeom prst="rect">
            <a:avLst/>
          </a:prstGeom>
          <a:solidFill>
            <a:srgbClr val="F8FE05">
              <a:alpha val="5500"/>
            </a:srgbClr>
          </a:solidFill>
          <a:ln/>
        </p:spPr>
      </p:sp>
      <p:sp>
        <p:nvSpPr>
          <p:cNvPr id="20" name="Shape 18"/>
          <p:cNvSpPr/>
          <p:nvPr/>
        </p:nvSpPr>
        <p:spPr>
          <a:xfrm>
            <a:off x="7768742" y="514693"/>
            <a:ext cx="803758" cy="572300"/>
          </a:xfrm>
          <a:prstGeom prst="rect">
            <a:avLst/>
          </a:prstGeom>
          <a:solidFill>
            <a:srgbClr val="F8FE05">
              <a:alpha val="4813"/>
            </a:srgbClr>
          </a:solidFill>
          <a:ln/>
        </p:spPr>
      </p:sp>
      <p:sp>
        <p:nvSpPr>
          <p:cNvPr id="21" name="Shape 19"/>
          <p:cNvSpPr/>
          <p:nvPr/>
        </p:nvSpPr>
        <p:spPr>
          <a:xfrm>
            <a:off x="7768742" y="1077849"/>
            <a:ext cx="803758" cy="572300"/>
          </a:xfrm>
          <a:prstGeom prst="rect">
            <a:avLst/>
          </a:prstGeom>
          <a:solidFill>
            <a:srgbClr val="F8FE05">
              <a:alpha val="4125"/>
            </a:srgbClr>
          </a:solidFill>
          <a:ln/>
        </p:spPr>
      </p:sp>
      <p:sp>
        <p:nvSpPr>
          <p:cNvPr id="22" name="Shape 20"/>
          <p:cNvSpPr/>
          <p:nvPr/>
        </p:nvSpPr>
        <p:spPr>
          <a:xfrm>
            <a:off x="7768742" y="1641005"/>
            <a:ext cx="803758" cy="572300"/>
          </a:xfrm>
          <a:prstGeom prst="rect">
            <a:avLst/>
          </a:prstGeom>
          <a:solidFill>
            <a:srgbClr val="F8FE05">
              <a:alpha val="3438"/>
            </a:srgbClr>
          </a:solidFill>
          <a:ln/>
        </p:spPr>
      </p:sp>
      <p:sp>
        <p:nvSpPr>
          <p:cNvPr id="23" name="Shape 21"/>
          <p:cNvSpPr/>
          <p:nvPr/>
        </p:nvSpPr>
        <p:spPr>
          <a:xfrm>
            <a:off x="7768742" y="2204161"/>
            <a:ext cx="803758" cy="572300"/>
          </a:xfrm>
          <a:prstGeom prst="rect">
            <a:avLst/>
          </a:prstGeom>
          <a:solidFill>
            <a:srgbClr val="F8FE05">
              <a:alpha val="2750"/>
            </a:srgbClr>
          </a:solidFill>
          <a:ln/>
        </p:spPr>
      </p:sp>
      <p:sp>
        <p:nvSpPr>
          <p:cNvPr id="24" name="Shape 22"/>
          <p:cNvSpPr/>
          <p:nvPr/>
        </p:nvSpPr>
        <p:spPr>
          <a:xfrm>
            <a:off x="7768742" y="2767317"/>
            <a:ext cx="803758" cy="572300"/>
          </a:xfrm>
          <a:prstGeom prst="rect">
            <a:avLst/>
          </a:prstGeom>
          <a:solidFill>
            <a:srgbClr val="F8FE05">
              <a:alpha val="2063"/>
            </a:srgbClr>
          </a:solidFill>
          <a:ln/>
        </p:spPr>
      </p:sp>
      <p:sp>
        <p:nvSpPr>
          <p:cNvPr id="25" name="Shape 23"/>
          <p:cNvSpPr/>
          <p:nvPr/>
        </p:nvSpPr>
        <p:spPr>
          <a:xfrm>
            <a:off x="7768742" y="3330473"/>
            <a:ext cx="803758" cy="572300"/>
          </a:xfrm>
          <a:prstGeom prst="rect">
            <a:avLst/>
          </a:prstGeom>
          <a:solidFill>
            <a:srgbClr val="F8FE05">
              <a:alpha val="1375"/>
            </a:srgbClr>
          </a:solidFill>
          <a:ln/>
        </p:spPr>
      </p:sp>
      <p:sp>
        <p:nvSpPr>
          <p:cNvPr id="26" name="Shape 24"/>
          <p:cNvSpPr/>
          <p:nvPr/>
        </p:nvSpPr>
        <p:spPr>
          <a:xfrm>
            <a:off x="7768742" y="3893629"/>
            <a:ext cx="803758" cy="572300"/>
          </a:xfrm>
          <a:prstGeom prst="rect">
            <a:avLst/>
          </a:prstGeom>
          <a:solidFill>
            <a:srgbClr val="F8FE05">
              <a:alpha val="688"/>
            </a:srgbClr>
          </a:solidFill>
          <a:ln/>
        </p:spPr>
      </p:sp>
      <p:sp>
        <p:nvSpPr>
          <p:cNvPr id="27" name="Shape 25"/>
          <p:cNvSpPr/>
          <p:nvPr/>
        </p:nvSpPr>
        <p:spPr>
          <a:xfrm>
            <a:off x="6401714" y="-48463"/>
            <a:ext cx="803758" cy="526009"/>
          </a:xfrm>
          <a:prstGeom prst="rect">
            <a:avLst/>
          </a:prstGeom>
          <a:solidFill>
            <a:srgbClr val="F8FE05">
              <a:alpha val="5500"/>
            </a:srgbClr>
          </a:solidFill>
          <a:ln/>
        </p:spPr>
      </p:sp>
      <p:sp>
        <p:nvSpPr>
          <p:cNvPr id="28" name="Shape 26"/>
          <p:cNvSpPr/>
          <p:nvPr/>
        </p:nvSpPr>
        <p:spPr>
          <a:xfrm>
            <a:off x="6401714" y="468401"/>
            <a:ext cx="803758" cy="526009"/>
          </a:xfrm>
          <a:prstGeom prst="rect">
            <a:avLst/>
          </a:prstGeom>
          <a:solidFill>
            <a:srgbClr val="F8FE05">
              <a:alpha val="4813"/>
            </a:srgbClr>
          </a:solidFill>
          <a:ln/>
        </p:spPr>
      </p:sp>
      <p:sp>
        <p:nvSpPr>
          <p:cNvPr id="29" name="Shape 27"/>
          <p:cNvSpPr/>
          <p:nvPr/>
        </p:nvSpPr>
        <p:spPr>
          <a:xfrm>
            <a:off x="6401714" y="985266"/>
            <a:ext cx="803758" cy="526009"/>
          </a:xfrm>
          <a:prstGeom prst="rect">
            <a:avLst/>
          </a:prstGeom>
          <a:solidFill>
            <a:srgbClr val="F8FE05">
              <a:alpha val="4125"/>
            </a:srgbClr>
          </a:solidFill>
          <a:ln/>
        </p:spPr>
      </p:sp>
      <p:sp>
        <p:nvSpPr>
          <p:cNvPr id="30" name="Shape 28"/>
          <p:cNvSpPr/>
          <p:nvPr/>
        </p:nvSpPr>
        <p:spPr>
          <a:xfrm>
            <a:off x="6401714" y="1502131"/>
            <a:ext cx="803758" cy="526009"/>
          </a:xfrm>
          <a:prstGeom prst="rect">
            <a:avLst/>
          </a:prstGeom>
          <a:solidFill>
            <a:srgbClr val="F8FE05">
              <a:alpha val="3438"/>
            </a:srgbClr>
          </a:solidFill>
          <a:ln/>
        </p:spPr>
      </p:sp>
      <p:sp>
        <p:nvSpPr>
          <p:cNvPr id="31" name="Shape 29"/>
          <p:cNvSpPr/>
          <p:nvPr/>
        </p:nvSpPr>
        <p:spPr>
          <a:xfrm>
            <a:off x="6401714" y="2018995"/>
            <a:ext cx="803758" cy="526009"/>
          </a:xfrm>
          <a:prstGeom prst="rect">
            <a:avLst/>
          </a:prstGeom>
          <a:solidFill>
            <a:srgbClr val="F8FE05">
              <a:alpha val="2750"/>
            </a:srgbClr>
          </a:solidFill>
          <a:ln/>
        </p:spPr>
      </p:sp>
      <p:sp>
        <p:nvSpPr>
          <p:cNvPr id="32" name="Shape 30"/>
          <p:cNvSpPr/>
          <p:nvPr/>
        </p:nvSpPr>
        <p:spPr>
          <a:xfrm>
            <a:off x="6401714" y="2535860"/>
            <a:ext cx="803758" cy="526009"/>
          </a:xfrm>
          <a:prstGeom prst="rect">
            <a:avLst/>
          </a:prstGeom>
          <a:solidFill>
            <a:srgbClr val="F8FE05">
              <a:alpha val="2063"/>
            </a:srgbClr>
          </a:solidFill>
          <a:ln/>
        </p:spPr>
      </p:sp>
      <p:sp>
        <p:nvSpPr>
          <p:cNvPr id="33" name="Shape 31"/>
          <p:cNvSpPr/>
          <p:nvPr/>
        </p:nvSpPr>
        <p:spPr>
          <a:xfrm>
            <a:off x="6401714" y="3052724"/>
            <a:ext cx="803758" cy="526009"/>
          </a:xfrm>
          <a:prstGeom prst="rect">
            <a:avLst/>
          </a:prstGeom>
          <a:solidFill>
            <a:srgbClr val="F8FE05">
              <a:alpha val="1375"/>
            </a:srgbClr>
          </a:solidFill>
          <a:ln/>
        </p:spPr>
      </p:sp>
      <p:sp>
        <p:nvSpPr>
          <p:cNvPr id="34" name="Shape 32"/>
          <p:cNvSpPr/>
          <p:nvPr/>
        </p:nvSpPr>
        <p:spPr>
          <a:xfrm>
            <a:off x="6401714" y="3569589"/>
            <a:ext cx="803758" cy="526009"/>
          </a:xfrm>
          <a:prstGeom prst="rect">
            <a:avLst/>
          </a:prstGeom>
          <a:solidFill>
            <a:srgbClr val="F8FE05">
              <a:alpha val="688"/>
            </a:srgbClr>
          </a:solidFill>
          <a:ln/>
        </p:spPr>
      </p:sp>
      <p:sp>
        <p:nvSpPr>
          <p:cNvPr id="35" name="Shape 33"/>
          <p:cNvSpPr/>
          <p:nvPr/>
        </p:nvSpPr>
        <p:spPr>
          <a:xfrm>
            <a:off x="11437315" y="-48463"/>
            <a:ext cx="803758" cy="750722"/>
          </a:xfrm>
          <a:prstGeom prst="rect">
            <a:avLst/>
          </a:prstGeom>
          <a:solidFill>
            <a:srgbClr val="F8FE05">
              <a:alpha val="8250"/>
            </a:srgbClr>
          </a:solidFill>
          <a:ln/>
        </p:spPr>
      </p:sp>
      <p:sp>
        <p:nvSpPr>
          <p:cNvPr id="36" name="Shape 34"/>
          <p:cNvSpPr/>
          <p:nvPr/>
        </p:nvSpPr>
        <p:spPr>
          <a:xfrm>
            <a:off x="11437315" y="693115"/>
            <a:ext cx="803758" cy="750722"/>
          </a:xfrm>
          <a:prstGeom prst="rect">
            <a:avLst/>
          </a:prstGeom>
          <a:solidFill>
            <a:srgbClr val="F8FE05">
              <a:alpha val="7219"/>
            </a:srgbClr>
          </a:solidFill>
          <a:ln/>
        </p:spPr>
      </p:sp>
      <p:sp>
        <p:nvSpPr>
          <p:cNvPr id="37" name="Shape 35"/>
          <p:cNvSpPr/>
          <p:nvPr/>
        </p:nvSpPr>
        <p:spPr>
          <a:xfrm>
            <a:off x="11437315" y="1434694"/>
            <a:ext cx="803758" cy="750722"/>
          </a:xfrm>
          <a:prstGeom prst="rect">
            <a:avLst/>
          </a:prstGeom>
          <a:solidFill>
            <a:srgbClr val="F8FE05">
              <a:alpha val="6188"/>
            </a:srgbClr>
          </a:solidFill>
          <a:ln/>
        </p:spPr>
      </p:sp>
      <p:sp>
        <p:nvSpPr>
          <p:cNvPr id="38" name="Shape 36"/>
          <p:cNvSpPr/>
          <p:nvPr/>
        </p:nvSpPr>
        <p:spPr>
          <a:xfrm>
            <a:off x="11437315" y="2176272"/>
            <a:ext cx="803758" cy="750722"/>
          </a:xfrm>
          <a:prstGeom prst="rect">
            <a:avLst/>
          </a:prstGeom>
          <a:solidFill>
            <a:srgbClr val="F8FE05">
              <a:alpha val="5156"/>
            </a:srgbClr>
          </a:solidFill>
          <a:ln/>
        </p:spPr>
      </p:sp>
      <p:sp>
        <p:nvSpPr>
          <p:cNvPr id="39" name="Shape 37"/>
          <p:cNvSpPr/>
          <p:nvPr/>
        </p:nvSpPr>
        <p:spPr>
          <a:xfrm>
            <a:off x="11437315" y="2917850"/>
            <a:ext cx="803758" cy="750722"/>
          </a:xfrm>
          <a:prstGeom prst="rect">
            <a:avLst/>
          </a:prstGeom>
          <a:solidFill>
            <a:srgbClr val="F8FE05">
              <a:alpha val="4125"/>
            </a:srgbClr>
          </a:solidFill>
          <a:ln/>
        </p:spPr>
      </p:sp>
      <p:sp>
        <p:nvSpPr>
          <p:cNvPr id="40" name="Shape 38"/>
          <p:cNvSpPr/>
          <p:nvPr/>
        </p:nvSpPr>
        <p:spPr>
          <a:xfrm>
            <a:off x="11437315" y="3659429"/>
            <a:ext cx="803758" cy="750722"/>
          </a:xfrm>
          <a:prstGeom prst="rect">
            <a:avLst/>
          </a:prstGeom>
          <a:solidFill>
            <a:srgbClr val="F8FE05">
              <a:alpha val="3094"/>
            </a:srgbClr>
          </a:solidFill>
          <a:ln/>
        </p:spPr>
      </p:sp>
      <p:sp>
        <p:nvSpPr>
          <p:cNvPr id="41" name="Shape 39"/>
          <p:cNvSpPr/>
          <p:nvPr/>
        </p:nvSpPr>
        <p:spPr>
          <a:xfrm>
            <a:off x="11437315" y="4401007"/>
            <a:ext cx="803758" cy="750722"/>
          </a:xfrm>
          <a:prstGeom prst="rect">
            <a:avLst/>
          </a:prstGeom>
          <a:solidFill>
            <a:srgbClr val="F8FE05">
              <a:alpha val="2063"/>
            </a:srgbClr>
          </a:solidFill>
          <a:ln/>
        </p:spPr>
      </p:sp>
      <p:sp>
        <p:nvSpPr>
          <p:cNvPr id="42" name="Shape 40"/>
          <p:cNvSpPr/>
          <p:nvPr/>
        </p:nvSpPr>
        <p:spPr>
          <a:xfrm>
            <a:off x="11437315" y="5142586"/>
            <a:ext cx="803758" cy="750722"/>
          </a:xfrm>
          <a:prstGeom prst="rect">
            <a:avLst/>
          </a:prstGeom>
          <a:solidFill>
            <a:srgbClr val="F8FE05">
              <a:alpha val="1031"/>
            </a:srgbClr>
          </a:solidFill>
          <a:ln/>
        </p:spPr>
      </p:sp>
      <p:sp>
        <p:nvSpPr>
          <p:cNvPr id="43" name="Shape 41"/>
          <p:cNvSpPr/>
          <p:nvPr/>
        </p:nvSpPr>
        <p:spPr>
          <a:xfrm>
            <a:off x="10750601" y="-74066"/>
            <a:ext cx="803758" cy="529209"/>
          </a:xfrm>
          <a:prstGeom prst="rect">
            <a:avLst/>
          </a:prstGeom>
          <a:solidFill>
            <a:srgbClr val="F8FE05">
              <a:alpha val="5500"/>
            </a:srgbClr>
          </a:solidFill>
          <a:ln/>
        </p:spPr>
      </p:sp>
      <p:sp>
        <p:nvSpPr>
          <p:cNvPr id="44" name="Shape 42"/>
          <p:cNvSpPr/>
          <p:nvPr/>
        </p:nvSpPr>
        <p:spPr>
          <a:xfrm>
            <a:off x="10750601" y="445999"/>
            <a:ext cx="803758" cy="529209"/>
          </a:xfrm>
          <a:prstGeom prst="rect">
            <a:avLst/>
          </a:prstGeom>
          <a:solidFill>
            <a:srgbClr val="F8FE05">
              <a:alpha val="4813"/>
            </a:srgbClr>
          </a:solidFill>
          <a:ln/>
        </p:spPr>
      </p:sp>
      <p:sp>
        <p:nvSpPr>
          <p:cNvPr id="45" name="Shape 43"/>
          <p:cNvSpPr/>
          <p:nvPr/>
        </p:nvSpPr>
        <p:spPr>
          <a:xfrm>
            <a:off x="10750601" y="966064"/>
            <a:ext cx="803758" cy="529209"/>
          </a:xfrm>
          <a:prstGeom prst="rect">
            <a:avLst/>
          </a:prstGeom>
          <a:solidFill>
            <a:srgbClr val="F8FE05">
              <a:alpha val="4125"/>
            </a:srgbClr>
          </a:solidFill>
          <a:ln/>
        </p:spPr>
      </p:sp>
      <p:sp>
        <p:nvSpPr>
          <p:cNvPr id="46" name="Shape 44"/>
          <p:cNvSpPr/>
          <p:nvPr/>
        </p:nvSpPr>
        <p:spPr>
          <a:xfrm>
            <a:off x="10750601" y="1486129"/>
            <a:ext cx="803758" cy="529209"/>
          </a:xfrm>
          <a:prstGeom prst="rect">
            <a:avLst/>
          </a:prstGeom>
          <a:solidFill>
            <a:srgbClr val="F8FE05">
              <a:alpha val="3438"/>
            </a:srgbClr>
          </a:solidFill>
          <a:ln/>
        </p:spPr>
      </p:sp>
      <p:sp>
        <p:nvSpPr>
          <p:cNvPr id="47" name="Shape 45"/>
          <p:cNvSpPr/>
          <p:nvPr/>
        </p:nvSpPr>
        <p:spPr>
          <a:xfrm>
            <a:off x="10750601" y="2006194"/>
            <a:ext cx="803758" cy="529209"/>
          </a:xfrm>
          <a:prstGeom prst="rect">
            <a:avLst/>
          </a:prstGeom>
          <a:solidFill>
            <a:srgbClr val="F8FE05">
              <a:alpha val="2750"/>
            </a:srgbClr>
          </a:solidFill>
          <a:ln/>
        </p:spPr>
      </p:sp>
      <p:sp>
        <p:nvSpPr>
          <p:cNvPr id="48" name="Shape 46"/>
          <p:cNvSpPr/>
          <p:nvPr/>
        </p:nvSpPr>
        <p:spPr>
          <a:xfrm>
            <a:off x="10750601" y="2526259"/>
            <a:ext cx="803758" cy="529209"/>
          </a:xfrm>
          <a:prstGeom prst="rect">
            <a:avLst/>
          </a:prstGeom>
          <a:solidFill>
            <a:srgbClr val="F8FE05">
              <a:alpha val="2063"/>
            </a:srgbClr>
          </a:solidFill>
          <a:ln/>
        </p:spPr>
      </p:sp>
      <p:sp>
        <p:nvSpPr>
          <p:cNvPr id="49" name="Shape 47"/>
          <p:cNvSpPr/>
          <p:nvPr/>
        </p:nvSpPr>
        <p:spPr>
          <a:xfrm>
            <a:off x="10750601" y="3046324"/>
            <a:ext cx="803758" cy="529209"/>
          </a:xfrm>
          <a:prstGeom prst="rect">
            <a:avLst/>
          </a:prstGeom>
          <a:solidFill>
            <a:srgbClr val="F8FE05">
              <a:alpha val="1375"/>
            </a:srgbClr>
          </a:solidFill>
          <a:ln/>
        </p:spPr>
      </p:sp>
      <p:sp>
        <p:nvSpPr>
          <p:cNvPr id="50" name="Shape 48"/>
          <p:cNvSpPr/>
          <p:nvPr/>
        </p:nvSpPr>
        <p:spPr>
          <a:xfrm>
            <a:off x="10750601" y="3566389"/>
            <a:ext cx="803758" cy="529209"/>
          </a:xfrm>
          <a:prstGeom prst="rect">
            <a:avLst/>
          </a:prstGeom>
          <a:solidFill>
            <a:srgbClr val="F8FE05">
              <a:alpha val="688"/>
            </a:srgbClr>
          </a:solidFill>
          <a:ln/>
        </p:spPr>
      </p:sp>
      <p:sp>
        <p:nvSpPr>
          <p:cNvPr id="51" name="Shape 49"/>
          <p:cNvSpPr/>
          <p:nvPr/>
        </p:nvSpPr>
        <p:spPr>
          <a:xfrm>
            <a:off x="10059314" y="-48463"/>
            <a:ext cx="803758" cy="296380"/>
          </a:xfrm>
          <a:prstGeom prst="rect">
            <a:avLst/>
          </a:prstGeom>
          <a:solidFill>
            <a:srgbClr val="F8FE05">
              <a:alpha val="3850"/>
            </a:srgbClr>
          </a:solidFill>
          <a:ln/>
        </p:spPr>
      </p:sp>
      <p:sp>
        <p:nvSpPr>
          <p:cNvPr id="52" name="Shape 50"/>
          <p:cNvSpPr/>
          <p:nvPr/>
        </p:nvSpPr>
        <p:spPr>
          <a:xfrm>
            <a:off x="10059314" y="238773"/>
            <a:ext cx="803758" cy="296380"/>
          </a:xfrm>
          <a:prstGeom prst="rect">
            <a:avLst/>
          </a:prstGeom>
          <a:solidFill>
            <a:srgbClr val="F8FE05">
              <a:alpha val="3369"/>
            </a:srgbClr>
          </a:solidFill>
          <a:ln/>
        </p:spPr>
      </p:sp>
      <p:sp>
        <p:nvSpPr>
          <p:cNvPr id="53" name="Shape 51"/>
          <p:cNvSpPr/>
          <p:nvPr/>
        </p:nvSpPr>
        <p:spPr>
          <a:xfrm>
            <a:off x="10059314" y="526009"/>
            <a:ext cx="803758" cy="296380"/>
          </a:xfrm>
          <a:prstGeom prst="rect">
            <a:avLst/>
          </a:prstGeom>
          <a:solidFill>
            <a:srgbClr val="F8FE05">
              <a:alpha val="2888"/>
            </a:srgbClr>
          </a:solidFill>
          <a:ln/>
        </p:spPr>
      </p:sp>
      <p:sp>
        <p:nvSpPr>
          <p:cNvPr id="54" name="Shape 52"/>
          <p:cNvSpPr/>
          <p:nvPr/>
        </p:nvSpPr>
        <p:spPr>
          <a:xfrm>
            <a:off x="10059314" y="813244"/>
            <a:ext cx="803758" cy="296380"/>
          </a:xfrm>
          <a:prstGeom prst="rect">
            <a:avLst/>
          </a:prstGeom>
          <a:solidFill>
            <a:srgbClr val="F8FE05">
              <a:alpha val="2406"/>
            </a:srgbClr>
          </a:solidFill>
          <a:ln/>
        </p:spPr>
      </p:sp>
      <p:sp>
        <p:nvSpPr>
          <p:cNvPr id="55" name="Shape 53"/>
          <p:cNvSpPr/>
          <p:nvPr/>
        </p:nvSpPr>
        <p:spPr>
          <a:xfrm>
            <a:off x="10059314" y="1100480"/>
            <a:ext cx="803758" cy="296380"/>
          </a:xfrm>
          <a:prstGeom prst="rect">
            <a:avLst/>
          </a:prstGeom>
          <a:solidFill>
            <a:srgbClr val="F8FE05">
              <a:alpha val="1925"/>
            </a:srgbClr>
          </a:solidFill>
          <a:ln/>
        </p:spPr>
      </p:sp>
      <p:sp>
        <p:nvSpPr>
          <p:cNvPr id="56" name="Shape 54"/>
          <p:cNvSpPr/>
          <p:nvPr/>
        </p:nvSpPr>
        <p:spPr>
          <a:xfrm>
            <a:off x="10059314" y="1387716"/>
            <a:ext cx="803758" cy="296380"/>
          </a:xfrm>
          <a:prstGeom prst="rect">
            <a:avLst/>
          </a:prstGeom>
          <a:solidFill>
            <a:srgbClr val="F8FE05">
              <a:alpha val="1444"/>
            </a:srgbClr>
          </a:solidFill>
          <a:ln/>
        </p:spPr>
      </p:sp>
      <p:sp>
        <p:nvSpPr>
          <p:cNvPr id="57" name="Shape 55"/>
          <p:cNvSpPr/>
          <p:nvPr/>
        </p:nvSpPr>
        <p:spPr>
          <a:xfrm>
            <a:off x="10059314" y="1674952"/>
            <a:ext cx="803758" cy="296380"/>
          </a:xfrm>
          <a:prstGeom prst="rect">
            <a:avLst/>
          </a:prstGeom>
          <a:solidFill>
            <a:srgbClr val="F8FE05">
              <a:alpha val="963"/>
            </a:srgbClr>
          </a:solidFill>
          <a:ln/>
        </p:spPr>
      </p:sp>
      <p:sp>
        <p:nvSpPr>
          <p:cNvPr id="58" name="Shape 56"/>
          <p:cNvSpPr/>
          <p:nvPr/>
        </p:nvSpPr>
        <p:spPr>
          <a:xfrm>
            <a:off x="10059314" y="1962188"/>
            <a:ext cx="803758" cy="296380"/>
          </a:xfrm>
          <a:prstGeom prst="rect">
            <a:avLst/>
          </a:prstGeom>
          <a:solidFill>
            <a:srgbClr val="F8FE05">
              <a:alpha val="481"/>
            </a:srgbClr>
          </a:solidFill>
          <a:ln/>
        </p:spPr>
      </p:sp>
      <p:sp>
        <p:nvSpPr>
          <p:cNvPr id="59" name="Shape 57"/>
          <p:cNvSpPr/>
          <p:nvPr/>
        </p:nvSpPr>
        <p:spPr>
          <a:xfrm>
            <a:off x="9249156" y="849478"/>
            <a:ext cx="803758" cy="769468"/>
          </a:xfrm>
          <a:prstGeom prst="rect">
            <a:avLst/>
          </a:prstGeom>
          <a:solidFill>
            <a:srgbClr val="FFFFFF">
              <a:alpha val="688"/>
            </a:srgbClr>
          </a:solidFill>
          <a:ln/>
        </p:spPr>
      </p:sp>
      <p:sp>
        <p:nvSpPr>
          <p:cNvPr id="60" name="Shape 58"/>
          <p:cNvSpPr/>
          <p:nvPr/>
        </p:nvSpPr>
        <p:spPr>
          <a:xfrm>
            <a:off x="9249156" y="1609801"/>
            <a:ext cx="803758" cy="769468"/>
          </a:xfrm>
          <a:prstGeom prst="rect">
            <a:avLst/>
          </a:prstGeom>
          <a:solidFill>
            <a:srgbClr val="FFFFFF">
              <a:alpha val="1375"/>
            </a:srgbClr>
          </a:solidFill>
          <a:ln/>
        </p:spPr>
      </p:sp>
      <p:sp>
        <p:nvSpPr>
          <p:cNvPr id="61" name="Shape 59"/>
          <p:cNvSpPr/>
          <p:nvPr/>
        </p:nvSpPr>
        <p:spPr>
          <a:xfrm>
            <a:off x="9249156" y="2370125"/>
            <a:ext cx="803758" cy="769468"/>
          </a:xfrm>
          <a:prstGeom prst="rect">
            <a:avLst/>
          </a:prstGeom>
          <a:solidFill>
            <a:srgbClr val="FFFFFF">
              <a:alpha val="2063"/>
            </a:srgbClr>
          </a:solidFill>
          <a:ln/>
        </p:spPr>
      </p:sp>
      <p:sp>
        <p:nvSpPr>
          <p:cNvPr id="62" name="Shape 60"/>
          <p:cNvSpPr/>
          <p:nvPr/>
        </p:nvSpPr>
        <p:spPr>
          <a:xfrm>
            <a:off x="9249156" y="3130448"/>
            <a:ext cx="803758" cy="769468"/>
          </a:xfrm>
          <a:prstGeom prst="rect">
            <a:avLst/>
          </a:prstGeom>
          <a:solidFill>
            <a:srgbClr val="FFFFFF">
              <a:alpha val="2750"/>
            </a:srgbClr>
          </a:solidFill>
          <a:ln/>
        </p:spPr>
      </p:sp>
      <p:sp>
        <p:nvSpPr>
          <p:cNvPr id="63" name="Shape 61"/>
          <p:cNvSpPr/>
          <p:nvPr/>
        </p:nvSpPr>
        <p:spPr>
          <a:xfrm>
            <a:off x="9249156" y="3890772"/>
            <a:ext cx="803758" cy="769468"/>
          </a:xfrm>
          <a:prstGeom prst="rect">
            <a:avLst/>
          </a:prstGeom>
          <a:solidFill>
            <a:srgbClr val="FFFFFF">
              <a:alpha val="3438"/>
            </a:srgbClr>
          </a:solidFill>
          <a:ln/>
        </p:spPr>
      </p:sp>
      <p:sp>
        <p:nvSpPr>
          <p:cNvPr id="64" name="Shape 62"/>
          <p:cNvSpPr/>
          <p:nvPr/>
        </p:nvSpPr>
        <p:spPr>
          <a:xfrm>
            <a:off x="9249156" y="4651096"/>
            <a:ext cx="803758" cy="769468"/>
          </a:xfrm>
          <a:prstGeom prst="rect">
            <a:avLst/>
          </a:prstGeom>
          <a:solidFill>
            <a:srgbClr val="FFFFFF">
              <a:alpha val="4125"/>
            </a:srgbClr>
          </a:solidFill>
          <a:ln/>
        </p:spPr>
      </p:sp>
      <p:sp>
        <p:nvSpPr>
          <p:cNvPr id="65" name="Shape 63"/>
          <p:cNvSpPr/>
          <p:nvPr/>
        </p:nvSpPr>
        <p:spPr>
          <a:xfrm>
            <a:off x="9249156" y="5411419"/>
            <a:ext cx="803758" cy="769468"/>
          </a:xfrm>
          <a:prstGeom prst="rect">
            <a:avLst/>
          </a:prstGeom>
          <a:solidFill>
            <a:srgbClr val="FFFFFF">
              <a:alpha val="4813"/>
            </a:srgbClr>
          </a:solidFill>
          <a:ln/>
        </p:spPr>
      </p:sp>
      <p:sp>
        <p:nvSpPr>
          <p:cNvPr id="66" name="Shape 64"/>
          <p:cNvSpPr/>
          <p:nvPr/>
        </p:nvSpPr>
        <p:spPr>
          <a:xfrm>
            <a:off x="9249156" y="6171743"/>
            <a:ext cx="803758" cy="769468"/>
          </a:xfrm>
          <a:prstGeom prst="rect">
            <a:avLst/>
          </a:prstGeom>
          <a:solidFill>
            <a:srgbClr val="FFFFFF">
              <a:alpha val="5500"/>
            </a:srgbClr>
          </a:solidFill>
          <a:ln/>
        </p:spPr>
      </p:sp>
      <p:sp>
        <p:nvSpPr>
          <p:cNvPr id="67" name="Shape 65"/>
          <p:cNvSpPr/>
          <p:nvPr/>
        </p:nvSpPr>
        <p:spPr>
          <a:xfrm>
            <a:off x="7879385" y="3457346"/>
            <a:ext cx="803758" cy="443484"/>
          </a:xfrm>
          <a:prstGeom prst="rect">
            <a:avLst/>
          </a:prstGeom>
          <a:solidFill>
            <a:srgbClr val="FFFFFF">
              <a:alpha val="138"/>
            </a:srgbClr>
          </a:solidFill>
          <a:ln/>
        </p:spPr>
      </p:sp>
      <p:sp>
        <p:nvSpPr>
          <p:cNvPr id="68" name="Shape 66"/>
          <p:cNvSpPr/>
          <p:nvPr/>
        </p:nvSpPr>
        <p:spPr>
          <a:xfrm>
            <a:off x="7879385" y="3891686"/>
            <a:ext cx="803758" cy="443484"/>
          </a:xfrm>
          <a:prstGeom prst="rect">
            <a:avLst/>
          </a:prstGeom>
          <a:solidFill>
            <a:srgbClr val="FFFFFF">
              <a:alpha val="275"/>
            </a:srgbClr>
          </a:solidFill>
          <a:ln/>
        </p:spPr>
      </p:sp>
      <p:sp>
        <p:nvSpPr>
          <p:cNvPr id="69" name="Shape 67"/>
          <p:cNvSpPr/>
          <p:nvPr/>
        </p:nvSpPr>
        <p:spPr>
          <a:xfrm>
            <a:off x="7879385" y="4326026"/>
            <a:ext cx="803758" cy="443484"/>
          </a:xfrm>
          <a:prstGeom prst="rect">
            <a:avLst/>
          </a:prstGeom>
          <a:solidFill>
            <a:srgbClr val="FFFFFF">
              <a:alpha val="412"/>
            </a:srgbClr>
          </a:solidFill>
          <a:ln/>
        </p:spPr>
      </p:sp>
      <p:sp>
        <p:nvSpPr>
          <p:cNvPr id="70" name="Shape 68"/>
          <p:cNvSpPr/>
          <p:nvPr/>
        </p:nvSpPr>
        <p:spPr>
          <a:xfrm>
            <a:off x="7879385" y="4760366"/>
            <a:ext cx="803758" cy="443484"/>
          </a:xfrm>
          <a:prstGeom prst="rect">
            <a:avLst/>
          </a:prstGeom>
          <a:solidFill>
            <a:srgbClr val="FFFFFF">
              <a:alpha val="550"/>
            </a:srgbClr>
          </a:solidFill>
          <a:ln/>
        </p:spPr>
      </p:sp>
      <p:sp>
        <p:nvSpPr>
          <p:cNvPr id="71" name="Shape 69"/>
          <p:cNvSpPr/>
          <p:nvPr/>
        </p:nvSpPr>
        <p:spPr>
          <a:xfrm>
            <a:off x="7879385" y="5194706"/>
            <a:ext cx="803758" cy="443484"/>
          </a:xfrm>
          <a:prstGeom prst="rect">
            <a:avLst/>
          </a:prstGeom>
          <a:solidFill>
            <a:srgbClr val="FFFFFF">
              <a:alpha val="688"/>
            </a:srgbClr>
          </a:solidFill>
          <a:ln/>
        </p:spPr>
      </p:sp>
      <p:sp>
        <p:nvSpPr>
          <p:cNvPr id="72" name="Shape 70"/>
          <p:cNvSpPr/>
          <p:nvPr/>
        </p:nvSpPr>
        <p:spPr>
          <a:xfrm>
            <a:off x="7879385" y="5629046"/>
            <a:ext cx="803758" cy="443484"/>
          </a:xfrm>
          <a:prstGeom prst="rect">
            <a:avLst/>
          </a:prstGeom>
          <a:solidFill>
            <a:srgbClr val="FFFFFF">
              <a:alpha val="825"/>
            </a:srgbClr>
          </a:solidFill>
          <a:ln/>
        </p:spPr>
      </p:sp>
      <p:sp>
        <p:nvSpPr>
          <p:cNvPr id="73" name="Shape 71"/>
          <p:cNvSpPr/>
          <p:nvPr/>
        </p:nvSpPr>
        <p:spPr>
          <a:xfrm>
            <a:off x="7879385" y="6063386"/>
            <a:ext cx="803758" cy="443484"/>
          </a:xfrm>
          <a:prstGeom prst="rect">
            <a:avLst/>
          </a:prstGeom>
          <a:solidFill>
            <a:srgbClr val="FFFFFF">
              <a:alpha val="963"/>
            </a:srgbClr>
          </a:solidFill>
          <a:ln/>
        </p:spPr>
      </p:sp>
      <p:sp>
        <p:nvSpPr>
          <p:cNvPr id="74" name="Shape 72"/>
          <p:cNvSpPr/>
          <p:nvPr/>
        </p:nvSpPr>
        <p:spPr>
          <a:xfrm>
            <a:off x="7879385" y="6497726"/>
            <a:ext cx="803758" cy="443484"/>
          </a:xfrm>
          <a:prstGeom prst="rect">
            <a:avLst/>
          </a:prstGeom>
          <a:solidFill>
            <a:srgbClr val="FFFFFF">
              <a:alpha val="1100"/>
            </a:srgbClr>
          </a:solidFill>
          <a:ln/>
        </p:spPr>
      </p:sp>
      <p:sp>
        <p:nvSpPr>
          <p:cNvPr id="75" name="Shape 73"/>
          <p:cNvSpPr/>
          <p:nvPr/>
        </p:nvSpPr>
        <p:spPr>
          <a:xfrm>
            <a:off x="8568842" y="2276856"/>
            <a:ext cx="803758" cy="587959"/>
          </a:xfrm>
          <a:prstGeom prst="rect">
            <a:avLst/>
          </a:prstGeom>
          <a:solidFill>
            <a:srgbClr val="FFFFFF">
              <a:alpha val="344"/>
            </a:srgbClr>
          </a:solidFill>
          <a:ln/>
        </p:spPr>
      </p:sp>
      <p:sp>
        <p:nvSpPr>
          <p:cNvPr id="76" name="Shape 74"/>
          <p:cNvSpPr/>
          <p:nvPr/>
        </p:nvSpPr>
        <p:spPr>
          <a:xfrm>
            <a:off x="8568842" y="2855671"/>
            <a:ext cx="803758" cy="587959"/>
          </a:xfrm>
          <a:prstGeom prst="rect">
            <a:avLst/>
          </a:prstGeom>
          <a:solidFill>
            <a:srgbClr val="FFFFFF">
              <a:alpha val="688"/>
            </a:srgbClr>
          </a:solidFill>
          <a:ln/>
        </p:spPr>
      </p:sp>
      <p:sp>
        <p:nvSpPr>
          <p:cNvPr id="77" name="Shape 75"/>
          <p:cNvSpPr/>
          <p:nvPr/>
        </p:nvSpPr>
        <p:spPr>
          <a:xfrm>
            <a:off x="8568842" y="3434486"/>
            <a:ext cx="803758" cy="587959"/>
          </a:xfrm>
          <a:prstGeom prst="rect">
            <a:avLst/>
          </a:prstGeom>
          <a:solidFill>
            <a:srgbClr val="FFFFFF">
              <a:alpha val="1031"/>
            </a:srgbClr>
          </a:solidFill>
          <a:ln/>
        </p:spPr>
      </p:sp>
      <p:sp>
        <p:nvSpPr>
          <p:cNvPr id="78" name="Shape 76"/>
          <p:cNvSpPr/>
          <p:nvPr/>
        </p:nvSpPr>
        <p:spPr>
          <a:xfrm>
            <a:off x="8568842" y="4013302"/>
            <a:ext cx="803758" cy="587959"/>
          </a:xfrm>
          <a:prstGeom prst="rect">
            <a:avLst/>
          </a:prstGeom>
          <a:solidFill>
            <a:srgbClr val="FFFFFF">
              <a:alpha val="1375"/>
            </a:srgbClr>
          </a:solidFill>
          <a:ln/>
        </p:spPr>
      </p:sp>
      <p:sp>
        <p:nvSpPr>
          <p:cNvPr id="79" name="Shape 77"/>
          <p:cNvSpPr/>
          <p:nvPr/>
        </p:nvSpPr>
        <p:spPr>
          <a:xfrm>
            <a:off x="8568842" y="4592117"/>
            <a:ext cx="803758" cy="587959"/>
          </a:xfrm>
          <a:prstGeom prst="rect">
            <a:avLst/>
          </a:prstGeom>
          <a:solidFill>
            <a:srgbClr val="FFFFFF">
              <a:alpha val="1719"/>
            </a:srgbClr>
          </a:solidFill>
          <a:ln/>
        </p:spPr>
      </p:sp>
      <p:sp>
        <p:nvSpPr>
          <p:cNvPr id="80" name="Shape 78"/>
          <p:cNvSpPr/>
          <p:nvPr/>
        </p:nvSpPr>
        <p:spPr>
          <a:xfrm>
            <a:off x="8568842" y="5170932"/>
            <a:ext cx="803758" cy="587959"/>
          </a:xfrm>
          <a:prstGeom prst="rect">
            <a:avLst/>
          </a:prstGeom>
          <a:solidFill>
            <a:srgbClr val="FFFFFF">
              <a:alpha val="2063"/>
            </a:srgbClr>
          </a:solidFill>
          <a:ln/>
        </p:spPr>
      </p:sp>
      <p:sp>
        <p:nvSpPr>
          <p:cNvPr id="81" name="Shape 79"/>
          <p:cNvSpPr/>
          <p:nvPr/>
        </p:nvSpPr>
        <p:spPr>
          <a:xfrm>
            <a:off x="8568842" y="5749747"/>
            <a:ext cx="803758" cy="587959"/>
          </a:xfrm>
          <a:prstGeom prst="rect">
            <a:avLst/>
          </a:prstGeom>
          <a:solidFill>
            <a:srgbClr val="FFFFFF">
              <a:alpha val="2406"/>
            </a:srgbClr>
          </a:solidFill>
          <a:ln/>
        </p:spPr>
      </p:sp>
      <p:sp>
        <p:nvSpPr>
          <p:cNvPr id="82" name="Shape 80"/>
          <p:cNvSpPr/>
          <p:nvPr/>
        </p:nvSpPr>
        <p:spPr>
          <a:xfrm>
            <a:off x="8568842" y="6328562"/>
            <a:ext cx="803758" cy="587959"/>
          </a:xfrm>
          <a:prstGeom prst="rect">
            <a:avLst/>
          </a:prstGeom>
          <a:solidFill>
            <a:srgbClr val="FFFFFF">
              <a:alpha val="2750"/>
            </a:srgbClr>
          </a:solidFill>
          <a:ln/>
        </p:spPr>
      </p:sp>
      <p:sp>
        <p:nvSpPr>
          <p:cNvPr id="83" name="Shape 81"/>
          <p:cNvSpPr/>
          <p:nvPr/>
        </p:nvSpPr>
        <p:spPr>
          <a:xfrm>
            <a:off x="9921240" y="2646274"/>
            <a:ext cx="803758" cy="547840"/>
          </a:xfrm>
          <a:prstGeom prst="rect">
            <a:avLst/>
          </a:prstGeom>
          <a:solidFill>
            <a:srgbClr val="FFFFFF">
              <a:alpha val="344"/>
            </a:srgbClr>
          </a:solidFill>
          <a:ln/>
        </p:spPr>
      </p:sp>
      <p:sp>
        <p:nvSpPr>
          <p:cNvPr id="84" name="Shape 82"/>
          <p:cNvSpPr/>
          <p:nvPr/>
        </p:nvSpPr>
        <p:spPr>
          <a:xfrm>
            <a:off x="9921240" y="3184970"/>
            <a:ext cx="803758" cy="547840"/>
          </a:xfrm>
          <a:prstGeom prst="rect">
            <a:avLst/>
          </a:prstGeom>
          <a:solidFill>
            <a:srgbClr val="FFFFFF">
              <a:alpha val="688"/>
            </a:srgbClr>
          </a:solidFill>
          <a:ln/>
        </p:spPr>
      </p:sp>
      <p:sp>
        <p:nvSpPr>
          <p:cNvPr id="85" name="Shape 83"/>
          <p:cNvSpPr/>
          <p:nvPr/>
        </p:nvSpPr>
        <p:spPr>
          <a:xfrm>
            <a:off x="9921240" y="3723665"/>
            <a:ext cx="803758" cy="547840"/>
          </a:xfrm>
          <a:prstGeom prst="rect">
            <a:avLst/>
          </a:prstGeom>
          <a:solidFill>
            <a:srgbClr val="FFFFFF">
              <a:alpha val="1031"/>
            </a:srgbClr>
          </a:solidFill>
          <a:ln/>
        </p:spPr>
      </p:sp>
      <p:sp>
        <p:nvSpPr>
          <p:cNvPr id="86" name="Shape 84"/>
          <p:cNvSpPr/>
          <p:nvPr/>
        </p:nvSpPr>
        <p:spPr>
          <a:xfrm>
            <a:off x="9921240" y="4262361"/>
            <a:ext cx="803758" cy="547840"/>
          </a:xfrm>
          <a:prstGeom prst="rect">
            <a:avLst/>
          </a:prstGeom>
          <a:solidFill>
            <a:srgbClr val="FFFFFF">
              <a:alpha val="1375"/>
            </a:srgbClr>
          </a:solidFill>
          <a:ln/>
        </p:spPr>
      </p:sp>
      <p:sp>
        <p:nvSpPr>
          <p:cNvPr id="87" name="Shape 85"/>
          <p:cNvSpPr/>
          <p:nvPr/>
        </p:nvSpPr>
        <p:spPr>
          <a:xfrm>
            <a:off x="9921240" y="4801057"/>
            <a:ext cx="803758" cy="547840"/>
          </a:xfrm>
          <a:prstGeom prst="rect">
            <a:avLst/>
          </a:prstGeom>
          <a:solidFill>
            <a:srgbClr val="FFFFFF">
              <a:alpha val="1719"/>
            </a:srgbClr>
          </a:solidFill>
          <a:ln/>
        </p:spPr>
      </p:sp>
      <p:sp>
        <p:nvSpPr>
          <p:cNvPr id="88" name="Shape 86"/>
          <p:cNvSpPr/>
          <p:nvPr/>
        </p:nvSpPr>
        <p:spPr>
          <a:xfrm>
            <a:off x="9921240" y="5339753"/>
            <a:ext cx="803758" cy="547840"/>
          </a:xfrm>
          <a:prstGeom prst="rect">
            <a:avLst/>
          </a:prstGeom>
          <a:solidFill>
            <a:srgbClr val="FFFFFF">
              <a:alpha val="2063"/>
            </a:srgbClr>
          </a:solidFill>
          <a:ln/>
        </p:spPr>
      </p:sp>
      <p:sp>
        <p:nvSpPr>
          <p:cNvPr id="89" name="Shape 87"/>
          <p:cNvSpPr/>
          <p:nvPr/>
        </p:nvSpPr>
        <p:spPr>
          <a:xfrm>
            <a:off x="9921240" y="5878449"/>
            <a:ext cx="803758" cy="547840"/>
          </a:xfrm>
          <a:prstGeom prst="rect">
            <a:avLst/>
          </a:prstGeom>
          <a:solidFill>
            <a:srgbClr val="FFFFFF">
              <a:alpha val="2406"/>
            </a:srgbClr>
          </a:solidFill>
          <a:ln/>
        </p:spPr>
      </p:sp>
      <p:sp>
        <p:nvSpPr>
          <p:cNvPr id="90" name="Shape 88"/>
          <p:cNvSpPr/>
          <p:nvPr/>
        </p:nvSpPr>
        <p:spPr>
          <a:xfrm>
            <a:off x="9921240" y="6417145"/>
            <a:ext cx="803758" cy="547840"/>
          </a:xfrm>
          <a:prstGeom prst="rect">
            <a:avLst/>
          </a:prstGeom>
          <a:solidFill>
            <a:srgbClr val="FFFFFF">
              <a:alpha val="2750"/>
            </a:srgbClr>
          </a:solidFill>
          <a:ln/>
        </p:spPr>
      </p:sp>
      <p:sp>
        <p:nvSpPr>
          <p:cNvPr id="91" name="Shape 89"/>
          <p:cNvSpPr/>
          <p:nvPr/>
        </p:nvSpPr>
        <p:spPr>
          <a:xfrm>
            <a:off x="10613441" y="4484218"/>
            <a:ext cx="803758" cy="319126"/>
          </a:xfrm>
          <a:prstGeom prst="rect">
            <a:avLst/>
          </a:prstGeom>
          <a:solidFill>
            <a:srgbClr val="FFFFFF">
              <a:alpha val="138"/>
            </a:srgbClr>
          </a:solidFill>
          <a:ln/>
        </p:spPr>
      </p:sp>
      <p:sp>
        <p:nvSpPr>
          <p:cNvPr id="92" name="Shape 90"/>
          <p:cNvSpPr/>
          <p:nvPr/>
        </p:nvSpPr>
        <p:spPr>
          <a:xfrm>
            <a:off x="10613441" y="4794199"/>
            <a:ext cx="803758" cy="319126"/>
          </a:xfrm>
          <a:prstGeom prst="rect">
            <a:avLst/>
          </a:prstGeom>
          <a:solidFill>
            <a:srgbClr val="FFFFFF">
              <a:alpha val="275"/>
            </a:srgbClr>
          </a:solidFill>
          <a:ln/>
        </p:spPr>
      </p:sp>
      <p:sp>
        <p:nvSpPr>
          <p:cNvPr id="93" name="Shape 91"/>
          <p:cNvSpPr/>
          <p:nvPr/>
        </p:nvSpPr>
        <p:spPr>
          <a:xfrm>
            <a:off x="10613441" y="5104181"/>
            <a:ext cx="803758" cy="319126"/>
          </a:xfrm>
          <a:prstGeom prst="rect">
            <a:avLst/>
          </a:prstGeom>
          <a:solidFill>
            <a:srgbClr val="FFFFFF">
              <a:alpha val="412"/>
            </a:srgbClr>
          </a:solidFill>
          <a:ln/>
        </p:spPr>
      </p:sp>
      <p:sp>
        <p:nvSpPr>
          <p:cNvPr id="94" name="Shape 92"/>
          <p:cNvSpPr/>
          <p:nvPr/>
        </p:nvSpPr>
        <p:spPr>
          <a:xfrm>
            <a:off x="10613441" y="5414162"/>
            <a:ext cx="803758" cy="319126"/>
          </a:xfrm>
          <a:prstGeom prst="rect">
            <a:avLst/>
          </a:prstGeom>
          <a:solidFill>
            <a:srgbClr val="FFFFFF">
              <a:alpha val="550"/>
            </a:srgbClr>
          </a:solidFill>
          <a:ln/>
        </p:spPr>
      </p:sp>
      <p:sp>
        <p:nvSpPr>
          <p:cNvPr id="95" name="Shape 93"/>
          <p:cNvSpPr/>
          <p:nvPr/>
        </p:nvSpPr>
        <p:spPr>
          <a:xfrm>
            <a:off x="10613441" y="5724144"/>
            <a:ext cx="803758" cy="319126"/>
          </a:xfrm>
          <a:prstGeom prst="rect">
            <a:avLst/>
          </a:prstGeom>
          <a:solidFill>
            <a:srgbClr val="FFFFFF">
              <a:alpha val="688"/>
            </a:srgbClr>
          </a:solidFill>
          <a:ln/>
        </p:spPr>
      </p:sp>
      <p:sp>
        <p:nvSpPr>
          <p:cNvPr id="96" name="Shape 94"/>
          <p:cNvSpPr/>
          <p:nvPr/>
        </p:nvSpPr>
        <p:spPr>
          <a:xfrm>
            <a:off x="10613441" y="6034126"/>
            <a:ext cx="803758" cy="319126"/>
          </a:xfrm>
          <a:prstGeom prst="rect">
            <a:avLst/>
          </a:prstGeom>
          <a:solidFill>
            <a:srgbClr val="FFFFFF">
              <a:alpha val="825"/>
            </a:srgbClr>
          </a:solidFill>
          <a:ln/>
        </p:spPr>
      </p:sp>
      <p:sp>
        <p:nvSpPr>
          <p:cNvPr id="97" name="Shape 95"/>
          <p:cNvSpPr/>
          <p:nvPr/>
        </p:nvSpPr>
        <p:spPr>
          <a:xfrm>
            <a:off x="10613441" y="6344107"/>
            <a:ext cx="803758" cy="319126"/>
          </a:xfrm>
          <a:prstGeom prst="rect">
            <a:avLst/>
          </a:prstGeom>
          <a:solidFill>
            <a:srgbClr val="FFFFFF">
              <a:alpha val="963"/>
            </a:srgbClr>
          </a:solidFill>
          <a:ln/>
        </p:spPr>
      </p:sp>
      <p:sp>
        <p:nvSpPr>
          <p:cNvPr id="98" name="Shape 96"/>
          <p:cNvSpPr/>
          <p:nvPr/>
        </p:nvSpPr>
        <p:spPr>
          <a:xfrm>
            <a:off x="10613441" y="6654089"/>
            <a:ext cx="803758" cy="319126"/>
          </a:xfrm>
          <a:prstGeom prst="rect">
            <a:avLst/>
          </a:prstGeom>
          <a:solidFill>
            <a:srgbClr val="FFFFFF">
              <a:alpha val="1100"/>
            </a:srgbClr>
          </a:solidFill>
          <a:ln/>
        </p:spPr>
      </p:sp>
      <p:sp>
        <p:nvSpPr>
          <p:cNvPr id="104" name="Text 102"/>
          <p:cNvSpPr/>
          <p:nvPr/>
        </p:nvSpPr>
        <p:spPr>
          <a:xfrm>
            <a:off x="785470" y="914400"/>
            <a:ext cx="5729630" cy="822960"/>
          </a:xfrm>
          <a:prstGeom prst="rect">
            <a:avLst/>
          </a:prstGeom>
          <a:noFill/>
          <a:ln/>
        </p:spPr>
        <p:txBody>
          <a:bodyPr wrap="square" rtlCol="0" anchor="t"/>
          <a:lstStyle/>
          <a:p>
            <a:pPr indent="0" marL="0">
              <a:lnSpc>
                <a:spcPct val="90000"/>
              </a:lnSpc>
              <a:buNone/>
            </a:pPr>
            <a:r>
              <a:rPr lang="en-US" sz="4400" spc="-150" kern="0" dirty="0">
                <a:solidFill>
                  <a:srgbClr val="FFFFFF"/>
                </a:solidFill>
                <a:latin typeface="Manrope" pitchFamily="34" charset="0"/>
                <a:ea typeface="Manrope" pitchFamily="34" charset="-122"/>
                <a:cs typeface="Manrope" pitchFamily="34" charset="-120"/>
              </a:rPr>
              <a:t>Easy </a:t>
            </a:r>
            <a:r>
              <a:rPr lang="en-US" sz="4400" spc="-150" kern="0" dirty="0">
                <a:solidFill>
                  <a:srgbClr val="D5E6CD"/>
                </a:solidFill>
                <a:latin typeface="Manrope" pitchFamily="34" charset="0"/>
                <a:ea typeface="Manrope" pitchFamily="34" charset="-122"/>
                <a:cs typeface="Manrope" pitchFamily="34" charset="-120"/>
              </a:rPr>
              <a:t>review questions</a:t>
            </a:r>
          </a:p>
        </p:txBody>
      </p:sp>
      <p:sp>
        <p:nvSpPr>
          <p:cNvPr id="105" name="Text 103"/>
          <p:cNvSpPr/>
          <p:nvPr/>
        </p:nvSpPr>
        <p:spPr>
          <a:xfrm>
            <a:off x="1447495" y="2776118"/>
            <a:ext cx="4663440" cy="339242"/>
          </a:xfrm>
          <a:prstGeom prst="rect">
            <a:avLst/>
          </a:prstGeom>
          <a:noFill/>
          <a:ln/>
        </p:spPr>
        <p:txBody>
          <a:bodyPr wrap="square"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Stage 0</a:t>
            </a:r>
          </a:p>
        </p:txBody>
      </p:sp>
      <p:sp>
        <p:nvSpPr>
          <p:cNvPr id="106" name="Text 104"/>
          <p:cNvSpPr/>
          <p:nvPr/>
        </p:nvSpPr>
        <p:spPr>
          <a:xfrm>
            <a:off x="1447495" y="3119933"/>
            <a:ext cx="4663440" cy="73152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What four things should you be able to do before you skip Stage 0?</a:t>
            </a:r>
          </a:p>
        </p:txBody>
      </p:sp>
      <p:sp>
        <p:nvSpPr>
          <p:cNvPr id="107" name="Shape 105"/>
          <p:cNvSpPr/>
          <p:nvPr/>
        </p:nvSpPr>
        <p:spPr>
          <a:xfrm>
            <a:off x="887882" y="2834640"/>
            <a:ext cx="377647" cy="377647"/>
          </a:xfrm>
          <a:prstGeom prst="ellipse">
            <a:avLst/>
          </a:prstGeom>
          <a:ln w="15875">
            <a:solidFill>
              <a:srgbClr val="9FEF9C"/>
            </a:solidFill>
            <a:prstDash val="solid"/>
          </a:ln>
        </p:spPr>
      </p:sp>
      <p:sp>
        <p:nvSpPr>
          <p:cNvPr id="108" name="Shape 106"/>
          <p:cNvSpPr/>
          <p:nvPr/>
        </p:nvSpPr>
        <p:spPr>
          <a:xfrm>
            <a:off x="1012506" y="2959264"/>
            <a:ext cx="128400" cy="128400"/>
          </a:xfrm>
          <a:prstGeom prst="ellipse">
            <a:avLst/>
          </a:prstGeom>
          <a:solidFill>
            <a:srgbClr val="9FEF9C"/>
          </a:solidFill>
          <a:ln/>
        </p:spPr>
      </p:sp>
      <p:sp>
        <p:nvSpPr>
          <p:cNvPr id="109" name="Text 107"/>
          <p:cNvSpPr/>
          <p:nvPr/>
        </p:nvSpPr>
        <p:spPr>
          <a:xfrm>
            <a:off x="1447495" y="3939235"/>
            <a:ext cx="4663440" cy="339242"/>
          </a:xfrm>
          <a:prstGeom prst="rect">
            <a:avLst/>
          </a:prstGeom>
          <a:noFill/>
          <a:ln/>
        </p:spPr>
        <p:txBody>
          <a:bodyPr wrap="square"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Stage 3</a:t>
            </a:r>
          </a:p>
        </p:txBody>
      </p:sp>
      <p:sp>
        <p:nvSpPr>
          <p:cNvPr id="110" name="Text 108"/>
          <p:cNvSpPr/>
          <p:nvPr/>
        </p:nvSpPr>
        <p:spPr>
          <a:xfrm>
            <a:off x="1447495" y="4283050"/>
            <a:ext cx="4663440" cy="73152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In the library analogy, what plays the query, the keys and the values?</a:t>
            </a:r>
          </a:p>
        </p:txBody>
      </p:sp>
      <p:sp>
        <p:nvSpPr>
          <p:cNvPr id="111" name="Shape 109"/>
          <p:cNvSpPr/>
          <p:nvPr/>
        </p:nvSpPr>
        <p:spPr>
          <a:xfrm>
            <a:off x="854050" y="3986784"/>
            <a:ext cx="488290" cy="406908"/>
          </a:xfrm>
          <a:prstGeom prst="ellipse">
            <a:avLst/>
          </a:prstGeom>
          <a:ln w="15875">
            <a:solidFill>
              <a:srgbClr val="9FEF9C"/>
            </a:solidFill>
            <a:prstDash val="solid"/>
          </a:ln>
        </p:spPr>
      </p:sp>
      <p:sp>
        <p:nvSpPr>
          <p:cNvPr id="112" name="Shape 110"/>
          <p:cNvSpPr/>
          <p:nvPr/>
        </p:nvSpPr>
        <p:spPr>
          <a:xfrm>
            <a:off x="1015185" y="4121064"/>
            <a:ext cx="166018" cy="138349"/>
          </a:xfrm>
          <a:prstGeom prst="ellipse">
            <a:avLst/>
          </a:prstGeom>
          <a:solidFill>
            <a:srgbClr val="9FEF9C"/>
          </a:solidFill>
          <a:ln/>
        </p:spPr>
      </p:sp>
      <p:sp>
        <p:nvSpPr>
          <p:cNvPr id="113" name="Text 111"/>
          <p:cNvSpPr/>
          <p:nvPr/>
        </p:nvSpPr>
        <p:spPr>
          <a:xfrm>
            <a:off x="1447495" y="5103266"/>
            <a:ext cx="4663440" cy="339242"/>
          </a:xfrm>
          <a:prstGeom prst="rect">
            <a:avLst/>
          </a:prstGeom>
          <a:noFill/>
          <a:ln/>
        </p:spPr>
        <p:txBody>
          <a:bodyPr wrap="square" rtlCol="0" anchor="t"/>
          <a:lstStyle/>
          <a:p>
            <a:pPr indent="0" marL="0">
              <a:lnSpc>
                <a:spcPct val="125000"/>
              </a:lnSpc>
              <a:spcAft>
                <a:spcPts val="600"/>
              </a:spcAft>
              <a:buNone/>
            </a:pPr>
            <a:r>
              <a:rPr lang="en-US" sz="2000" dirty="0">
                <a:solidFill>
                  <a:srgbClr val="D5E6CD"/>
                </a:solidFill>
                <a:latin typeface="Manrope" pitchFamily="34" charset="0"/>
                <a:ea typeface="Manrope" pitchFamily="34" charset="-122"/>
                <a:cs typeface="Manrope" pitchFamily="34" charset="-120"/>
              </a:rPr>
              <a:t>Stage 6</a:t>
            </a:r>
          </a:p>
        </p:txBody>
      </p:sp>
      <p:sp>
        <p:nvSpPr>
          <p:cNvPr id="114" name="Text 112"/>
          <p:cNvSpPr/>
          <p:nvPr/>
        </p:nvSpPr>
        <p:spPr>
          <a:xfrm>
            <a:off x="1447495" y="5447081"/>
            <a:ext cx="4663440" cy="73152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Put the five steps of the tool-calling loop in order.</a:t>
            </a:r>
          </a:p>
        </p:txBody>
      </p:sp>
      <p:sp>
        <p:nvSpPr>
          <p:cNvPr id="115" name="Shape 113"/>
          <p:cNvSpPr/>
          <p:nvPr/>
        </p:nvSpPr>
        <p:spPr>
          <a:xfrm>
            <a:off x="875081" y="5103266"/>
            <a:ext cx="410566" cy="410566"/>
          </a:xfrm>
          <a:prstGeom prst="ellipse">
            <a:avLst/>
          </a:prstGeom>
          <a:ln w="15875">
            <a:solidFill>
              <a:srgbClr val="9FEF9C"/>
            </a:solidFill>
            <a:prstDash val="solid"/>
          </a:ln>
        </p:spPr>
      </p:sp>
      <p:sp>
        <p:nvSpPr>
          <p:cNvPr id="116" name="Shape 114"/>
          <p:cNvSpPr/>
          <p:nvPr/>
        </p:nvSpPr>
        <p:spPr>
          <a:xfrm>
            <a:off x="1010567" y="5238753"/>
            <a:ext cx="139592" cy="139592"/>
          </a:xfrm>
          <a:prstGeom prst="ellipse">
            <a:avLst/>
          </a:prstGeom>
          <a:solidFill>
            <a:srgbClr val="9FEF9C"/>
          </a:solidFill>
          <a:ln/>
        </p:spPr>
      </p:sp>
      <p:sp>
        <p:nvSpPr>
          <p:cNvPr id="118" name="Sub"/>
          <p:cNvSpPr/>
          <p:nvPr/>
        </p:nvSpPr>
        <p:spPr>
          <a:xfrm>
            <a:off x="786384" y="1783080"/>
            <a:ext cx="5486400" cy="411480"/>
          </a:xfrm>
          <a:prstGeom prst="rect">
            <a:avLst/>
          </a:prstGeom>
          <a:noFill/>
          <a:ln w="12700">
            <a:noFill/>
          </a:ln>
        </p:spPr>
        <p:txBody>
          <a:bodyPr wrap="square" lIns="0" rIns="0" tIns="0" bIns="0" anchor="t" rtlCol="0"/>
          <a:lstStyle/>
          <a:p>
            <a:pPr algn="l"/>
            <a:r>
              <a:rPr lang="en-US" sz="1600" b="0" dirty="0">
                <a:solidFill>
                  <a:srgbClr val="D0CFCF"/>
                </a:solidFill>
                <a:latin typeface="Manrope"/>
                <a:cs typeface="Manrope"/>
              </a:rPr>
              <a:t>Two per stage in the notes; all 22 are in the speaker notes</a:t>
            </a:r>
            <a:endParaRPr lang="en-US" sz="1600"/>
          </a:p>
        </p:txBody>
      </p:sp>
      <p:sp>
        <p:nvSpPr>
          <p:cNvPr id="119" name="Q card 0"/>
          <p:cNvSpPr/>
          <p:nvPr/>
        </p:nvSpPr>
        <p:spPr>
          <a:xfrm>
            <a:off x="6949440" y="1234440"/>
            <a:ext cx="4754880" cy="1554480"/>
          </a:xfrm>
          <a:prstGeom prst="roundRect">
            <a:avLst>
              <a:gd name="adj" fmla="val 18000"/>
            </a:avLst>
          </a:prstGeom>
          <a:solidFill>
            <a:srgbClr val="16302A"/>
          </a:solidFill>
          <a:ln w="12700">
            <a:solidFill>
              <a:srgbClr val="A9C022"/>
            </a:solidFill>
          </a:ln>
        </p:spPr>
        <p:txBody>
          <a:bodyPr wrap="square" lIns="73152" rIns="73152" tIns="0" bIns="0" anchor="ctr" rtlCol="0"/>
          <a:lstStyle/>
          <a:p>
            <a:pPr algn="l"/>
            <a:endParaRPr lang="en-US" sz="1600"/>
          </a:p>
        </p:txBody>
      </p:sp>
      <p:sp>
        <p:nvSpPr>
          <p:cNvPr id="120" name="Q mark 0"/>
          <p:cNvSpPr/>
          <p:nvPr/>
        </p:nvSpPr>
        <p:spPr>
          <a:xfrm>
            <a:off x="7178040" y="1463040"/>
            <a:ext cx="548640" cy="548640"/>
          </a:xfrm>
          <a:prstGeom prst="ellipse">
            <a:avLst/>
          </a:prstGeom>
          <a:solidFill>
            <a:srgbClr val="A9C022"/>
          </a:solidFill>
          <a:ln w="12700">
            <a:noFill/>
          </a:ln>
        </p:spPr>
        <p:txBody>
          <a:bodyPr wrap="square" lIns="0" rIns="0" tIns="0" bIns="0" anchor="ctr" rtlCol="0"/>
          <a:lstStyle/>
          <a:p>
            <a:pPr algn="ctr"/>
            <a:r>
              <a:rPr lang="en-US" sz="2400" b="1" dirty="0">
                <a:solidFill>
                  <a:srgbClr val="16302A"/>
                </a:solidFill>
                <a:latin typeface="Manrope"/>
                <a:cs typeface="Manrope"/>
              </a:rPr>
              <a:t>?</a:t>
            </a:r>
            <a:endParaRPr lang="en-US" sz="2400"/>
          </a:p>
        </p:txBody>
      </p:sp>
      <p:sp>
        <p:nvSpPr>
          <p:cNvPr id="121" name="Q stage 0"/>
          <p:cNvSpPr/>
          <p:nvPr/>
        </p:nvSpPr>
        <p:spPr>
          <a:xfrm>
            <a:off x="7909560" y="1417320"/>
            <a:ext cx="3566160" cy="411480"/>
          </a:xfrm>
          <a:prstGeom prst="rect">
            <a:avLst/>
          </a:prstGeom>
          <a:noFill/>
          <a:ln w="12700">
            <a:noFill/>
          </a:ln>
        </p:spPr>
        <p:txBody>
          <a:bodyPr wrap="square" lIns="0" rIns="0" tIns="0" bIns="0" anchor="ctr" rtlCol="0"/>
          <a:lstStyle/>
          <a:p>
            <a:pPr algn="l"/>
            <a:r>
              <a:rPr lang="en-US" sz="1800" b="1" dirty="0">
                <a:solidFill>
                  <a:srgbClr val="A9C022"/>
                </a:solidFill>
                <a:latin typeface="Manrope"/>
                <a:cs typeface="Manrope"/>
              </a:rPr>
              <a:t>Stage 7</a:t>
            </a:r>
            <a:endParaRPr lang="en-US" sz="1800"/>
          </a:p>
        </p:txBody>
      </p:sp>
      <p:sp>
        <p:nvSpPr>
          <p:cNvPr id="122" name="Q text 0"/>
          <p:cNvSpPr/>
          <p:nvPr/>
        </p:nvSpPr>
        <p:spPr>
          <a:xfrm>
            <a:off x="7909560" y="1828800"/>
            <a:ext cx="3611880" cy="868680"/>
          </a:xfrm>
          <a:prstGeom prst="rect">
            <a:avLst/>
          </a:prstGeom>
          <a:noFill/>
          <a:ln w="12700">
            <a:noFill/>
          </a:ln>
        </p:spPr>
        <p:txBody>
          <a:bodyPr wrap="square" lIns="0" rIns="0" tIns="0" bIns="0" anchor="t" rtlCol="0"/>
          <a:lstStyle/>
          <a:p>
            <a:pPr algn="l"/>
            <a:r>
              <a:rPr lang="en-US" sz="1600" b="0" dirty="0">
                <a:solidFill>
                  <a:srgbClr val="FFFFFF"/>
                </a:solidFill>
                <a:latin typeface="Manrope"/>
                <a:cs typeface="Manrope"/>
              </a:rPr>
              <a:t>What is the difference between a workflow and an agent?</a:t>
            </a:r>
            <a:endParaRPr lang="en-US" sz="1600"/>
          </a:p>
        </p:txBody>
      </p:sp>
      <p:sp>
        <p:nvSpPr>
          <p:cNvPr id="123" name="Q card 1"/>
          <p:cNvSpPr/>
          <p:nvPr/>
        </p:nvSpPr>
        <p:spPr>
          <a:xfrm>
            <a:off x="6949440" y="3017520"/>
            <a:ext cx="4754880" cy="1554480"/>
          </a:xfrm>
          <a:prstGeom prst="roundRect">
            <a:avLst>
              <a:gd name="adj" fmla="val 18000"/>
            </a:avLst>
          </a:prstGeom>
          <a:solidFill>
            <a:srgbClr val="16302A"/>
          </a:solidFill>
          <a:ln w="12700">
            <a:solidFill>
              <a:srgbClr val="A9C022"/>
            </a:solidFill>
          </a:ln>
        </p:spPr>
        <p:txBody>
          <a:bodyPr wrap="square" lIns="73152" rIns="73152" tIns="0" bIns="0" anchor="ctr" rtlCol="0"/>
          <a:lstStyle/>
          <a:p>
            <a:pPr algn="l"/>
            <a:endParaRPr lang="en-US" sz="1600"/>
          </a:p>
        </p:txBody>
      </p:sp>
      <p:sp>
        <p:nvSpPr>
          <p:cNvPr id="124" name="Q mark 1"/>
          <p:cNvSpPr/>
          <p:nvPr/>
        </p:nvSpPr>
        <p:spPr>
          <a:xfrm>
            <a:off x="7178040" y="3246120"/>
            <a:ext cx="548640" cy="548640"/>
          </a:xfrm>
          <a:prstGeom prst="ellipse">
            <a:avLst/>
          </a:prstGeom>
          <a:solidFill>
            <a:srgbClr val="A9C022"/>
          </a:solidFill>
          <a:ln w="12700">
            <a:noFill/>
          </a:ln>
        </p:spPr>
        <p:txBody>
          <a:bodyPr wrap="square" lIns="0" rIns="0" tIns="0" bIns="0" anchor="ctr" rtlCol="0"/>
          <a:lstStyle/>
          <a:p>
            <a:pPr algn="ctr"/>
            <a:r>
              <a:rPr lang="en-US" sz="2400" b="1" dirty="0">
                <a:solidFill>
                  <a:srgbClr val="16302A"/>
                </a:solidFill>
                <a:latin typeface="Manrope"/>
                <a:cs typeface="Manrope"/>
              </a:rPr>
              <a:t>?</a:t>
            </a:r>
            <a:endParaRPr lang="en-US" sz="2400"/>
          </a:p>
        </p:txBody>
      </p:sp>
      <p:sp>
        <p:nvSpPr>
          <p:cNvPr id="125" name="Q stage 1"/>
          <p:cNvSpPr/>
          <p:nvPr/>
        </p:nvSpPr>
        <p:spPr>
          <a:xfrm>
            <a:off x="7909560" y="3200400"/>
            <a:ext cx="3566160" cy="411480"/>
          </a:xfrm>
          <a:prstGeom prst="rect">
            <a:avLst/>
          </a:prstGeom>
          <a:noFill/>
          <a:ln w="12700">
            <a:noFill/>
          </a:ln>
        </p:spPr>
        <p:txBody>
          <a:bodyPr wrap="square" lIns="0" rIns="0" tIns="0" bIns="0" anchor="ctr" rtlCol="0"/>
          <a:lstStyle/>
          <a:p>
            <a:pPr algn="l"/>
            <a:r>
              <a:rPr lang="en-US" sz="1800" b="1" dirty="0">
                <a:solidFill>
                  <a:srgbClr val="A9C022"/>
                </a:solidFill>
                <a:latin typeface="Manrope"/>
                <a:cs typeface="Manrope"/>
              </a:rPr>
              <a:t>Stage 8</a:t>
            </a:r>
            <a:endParaRPr lang="en-US" sz="1800"/>
          </a:p>
        </p:txBody>
      </p:sp>
      <p:sp>
        <p:nvSpPr>
          <p:cNvPr id="126" name="Q text 1"/>
          <p:cNvSpPr/>
          <p:nvPr/>
        </p:nvSpPr>
        <p:spPr>
          <a:xfrm>
            <a:off x="7909560" y="3611880"/>
            <a:ext cx="3611880" cy="868680"/>
          </a:xfrm>
          <a:prstGeom prst="rect">
            <a:avLst/>
          </a:prstGeom>
          <a:noFill/>
          <a:ln w="12700">
            <a:noFill/>
          </a:ln>
        </p:spPr>
        <p:txBody>
          <a:bodyPr wrap="square" lIns="0" rIns="0" tIns="0" bIns="0" anchor="t" rtlCol="0"/>
          <a:lstStyle/>
          <a:p>
            <a:pPr algn="l"/>
            <a:r>
              <a:rPr lang="en-US" sz="1600" b="0" dirty="0">
                <a:solidFill>
                  <a:srgbClr val="FFFFFF"/>
                </a:solidFill>
                <a:latin typeface="Manrope"/>
                <a:cs typeface="Manrope"/>
              </a:rPr>
              <a:t>What everyday object does the MCP website compare MCP to?</a:t>
            </a:r>
            <a:endParaRPr lang="en-US" sz="1600"/>
          </a:p>
        </p:txBody>
      </p:sp>
      <p:sp>
        <p:nvSpPr>
          <p:cNvPr id="127" name="Q card 2"/>
          <p:cNvSpPr/>
          <p:nvPr/>
        </p:nvSpPr>
        <p:spPr>
          <a:xfrm>
            <a:off x="6949440" y="4800600"/>
            <a:ext cx="4754880" cy="1554480"/>
          </a:xfrm>
          <a:prstGeom prst="roundRect">
            <a:avLst>
              <a:gd name="adj" fmla="val 18000"/>
            </a:avLst>
          </a:prstGeom>
          <a:solidFill>
            <a:srgbClr val="16302A"/>
          </a:solidFill>
          <a:ln w="12700">
            <a:solidFill>
              <a:srgbClr val="A9C022"/>
            </a:solidFill>
          </a:ln>
        </p:spPr>
        <p:txBody>
          <a:bodyPr wrap="square" lIns="73152" rIns="73152" tIns="0" bIns="0" anchor="ctr" rtlCol="0"/>
          <a:lstStyle/>
          <a:p>
            <a:pPr algn="l"/>
            <a:endParaRPr lang="en-US" sz="1600"/>
          </a:p>
        </p:txBody>
      </p:sp>
      <p:sp>
        <p:nvSpPr>
          <p:cNvPr id="128" name="Q mark 2"/>
          <p:cNvSpPr/>
          <p:nvPr/>
        </p:nvSpPr>
        <p:spPr>
          <a:xfrm>
            <a:off x="7178040" y="5029200"/>
            <a:ext cx="548640" cy="548640"/>
          </a:xfrm>
          <a:prstGeom prst="ellipse">
            <a:avLst/>
          </a:prstGeom>
          <a:solidFill>
            <a:srgbClr val="A9C022"/>
          </a:solidFill>
          <a:ln w="12700">
            <a:noFill/>
          </a:ln>
        </p:spPr>
        <p:txBody>
          <a:bodyPr wrap="square" lIns="0" rIns="0" tIns="0" bIns="0" anchor="ctr" rtlCol="0"/>
          <a:lstStyle/>
          <a:p>
            <a:pPr algn="ctr"/>
            <a:r>
              <a:rPr lang="en-US" sz="2400" b="1" dirty="0">
                <a:solidFill>
                  <a:srgbClr val="16302A"/>
                </a:solidFill>
                <a:latin typeface="Manrope"/>
                <a:cs typeface="Manrope"/>
              </a:rPr>
              <a:t>?</a:t>
            </a:r>
            <a:endParaRPr lang="en-US" sz="2400"/>
          </a:p>
        </p:txBody>
      </p:sp>
      <p:sp>
        <p:nvSpPr>
          <p:cNvPr id="129" name="Q stage 2"/>
          <p:cNvSpPr/>
          <p:nvPr/>
        </p:nvSpPr>
        <p:spPr>
          <a:xfrm>
            <a:off x="7909560" y="4983480"/>
            <a:ext cx="3566160" cy="411480"/>
          </a:xfrm>
          <a:prstGeom prst="rect">
            <a:avLst/>
          </a:prstGeom>
          <a:noFill/>
          <a:ln w="12700">
            <a:noFill/>
          </a:ln>
        </p:spPr>
        <p:txBody>
          <a:bodyPr wrap="square" lIns="0" rIns="0" tIns="0" bIns="0" anchor="ctr" rtlCol="0"/>
          <a:lstStyle/>
          <a:p>
            <a:pPr algn="l"/>
            <a:r>
              <a:rPr lang="en-US" sz="1800" b="1" dirty="0">
                <a:solidFill>
                  <a:srgbClr val="A9C022"/>
                </a:solidFill>
                <a:latin typeface="Manrope"/>
                <a:cs typeface="Manrope"/>
              </a:rPr>
              <a:t>Stage 9</a:t>
            </a:r>
            <a:endParaRPr lang="en-US" sz="1800"/>
          </a:p>
        </p:txBody>
      </p:sp>
      <p:sp>
        <p:nvSpPr>
          <p:cNvPr id="130" name="Q text 2"/>
          <p:cNvSpPr/>
          <p:nvPr/>
        </p:nvSpPr>
        <p:spPr>
          <a:xfrm>
            <a:off x="7909560" y="5394960"/>
            <a:ext cx="3611880" cy="868680"/>
          </a:xfrm>
          <a:prstGeom prst="rect">
            <a:avLst/>
          </a:prstGeom>
          <a:noFill/>
          <a:ln w="12700">
            <a:noFill/>
          </a:ln>
        </p:spPr>
        <p:txBody>
          <a:bodyPr wrap="square" lIns="0" rIns="0" tIns="0" bIns="0" anchor="t" rtlCol="0"/>
          <a:lstStyle/>
          <a:p>
            <a:pPr algn="l"/>
            <a:r>
              <a:rPr lang="en-US" sz="1600" b="0" dirty="0">
                <a:solidFill>
                  <a:srgbClr val="FFFFFF"/>
                </a:solidFill>
                <a:latin typeface="Manrope"/>
                <a:cs typeface="Manrope"/>
              </a:rPr>
              <a:t>What does the ChemCrow story teach about AI judges?</a:t>
            </a:r>
            <a:endParaRPr lang="en-US" sz="16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4">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0" y="0"/>
            <a:ext cx="5729630" cy="6858000"/>
          </a:xfrm>
          <a:prstGeom prst="rect">
            <a:avLst/>
          </a:prstGeom>
          <a:solidFill>
            <a:srgbClr val="0C4441"/>
          </a:solidFill>
          <a:ln/>
        </p:spPr>
      </p:sp>
      <p:sp>
        <p:nvSpPr>
          <p:cNvPr id="3" name="Shape 1"/>
          <p:cNvSpPr/>
          <p:nvPr/>
        </p:nvSpPr>
        <p:spPr>
          <a:xfrm>
            <a:off x="626364" y="-74066"/>
            <a:ext cx="803758" cy="753809"/>
          </a:xfrm>
          <a:prstGeom prst="rect">
            <a:avLst/>
          </a:prstGeom>
          <a:solidFill>
            <a:srgbClr val="F8FE05">
              <a:alpha val="8250"/>
            </a:srgbClr>
          </a:solidFill>
          <a:ln/>
        </p:spPr>
      </p:sp>
      <p:sp>
        <p:nvSpPr>
          <p:cNvPr id="4" name="Shape 2"/>
          <p:cNvSpPr/>
          <p:nvPr/>
        </p:nvSpPr>
        <p:spPr>
          <a:xfrm>
            <a:off x="626364" y="670598"/>
            <a:ext cx="803758" cy="753809"/>
          </a:xfrm>
          <a:prstGeom prst="rect">
            <a:avLst/>
          </a:prstGeom>
          <a:solidFill>
            <a:srgbClr val="F8FE05">
              <a:alpha val="7219"/>
            </a:srgbClr>
          </a:solidFill>
          <a:ln/>
        </p:spPr>
      </p:sp>
      <p:sp>
        <p:nvSpPr>
          <p:cNvPr id="5" name="Shape 3"/>
          <p:cNvSpPr/>
          <p:nvPr/>
        </p:nvSpPr>
        <p:spPr>
          <a:xfrm>
            <a:off x="626364" y="1415263"/>
            <a:ext cx="803758" cy="753809"/>
          </a:xfrm>
          <a:prstGeom prst="rect">
            <a:avLst/>
          </a:prstGeom>
          <a:solidFill>
            <a:srgbClr val="F8FE05">
              <a:alpha val="6188"/>
            </a:srgbClr>
          </a:solidFill>
          <a:ln/>
        </p:spPr>
      </p:sp>
      <p:sp>
        <p:nvSpPr>
          <p:cNvPr id="6" name="Shape 4"/>
          <p:cNvSpPr/>
          <p:nvPr/>
        </p:nvSpPr>
        <p:spPr>
          <a:xfrm>
            <a:off x="626364" y="2159927"/>
            <a:ext cx="803758" cy="753809"/>
          </a:xfrm>
          <a:prstGeom prst="rect">
            <a:avLst/>
          </a:prstGeom>
          <a:solidFill>
            <a:srgbClr val="F8FE05">
              <a:alpha val="5156"/>
            </a:srgbClr>
          </a:solidFill>
          <a:ln/>
        </p:spPr>
      </p:sp>
      <p:sp>
        <p:nvSpPr>
          <p:cNvPr id="7" name="Shape 5"/>
          <p:cNvSpPr/>
          <p:nvPr/>
        </p:nvSpPr>
        <p:spPr>
          <a:xfrm>
            <a:off x="626364" y="2904592"/>
            <a:ext cx="803758" cy="753809"/>
          </a:xfrm>
          <a:prstGeom prst="rect">
            <a:avLst/>
          </a:prstGeom>
          <a:solidFill>
            <a:srgbClr val="F8FE05">
              <a:alpha val="4125"/>
            </a:srgbClr>
          </a:solidFill>
          <a:ln/>
        </p:spPr>
      </p:sp>
      <p:sp>
        <p:nvSpPr>
          <p:cNvPr id="8" name="Shape 6"/>
          <p:cNvSpPr/>
          <p:nvPr/>
        </p:nvSpPr>
        <p:spPr>
          <a:xfrm>
            <a:off x="626364" y="3649256"/>
            <a:ext cx="803758" cy="753809"/>
          </a:xfrm>
          <a:prstGeom prst="rect">
            <a:avLst/>
          </a:prstGeom>
          <a:solidFill>
            <a:srgbClr val="F8FE05">
              <a:alpha val="3094"/>
            </a:srgbClr>
          </a:solidFill>
          <a:ln/>
        </p:spPr>
      </p:sp>
      <p:sp>
        <p:nvSpPr>
          <p:cNvPr id="9" name="Shape 7"/>
          <p:cNvSpPr/>
          <p:nvPr/>
        </p:nvSpPr>
        <p:spPr>
          <a:xfrm>
            <a:off x="626364" y="4393921"/>
            <a:ext cx="803758" cy="753809"/>
          </a:xfrm>
          <a:prstGeom prst="rect">
            <a:avLst/>
          </a:prstGeom>
          <a:solidFill>
            <a:srgbClr val="F8FE05">
              <a:alpha val="2063"/>
            </a:srgbClr>
          </a:solidFill>
          <a:ln/>
        </p:spPr>
      </p:sp>
      <p:sp>
        <p:nvSpPr>
          <p:cNvPr id="10" name="Shape 8"/>
          <p:cNvSpPr/>
          <p:nvPr/>
        </p:nvSpPr>
        <p:spPr>
          <a:xfrm>
            <a:off x="626364" y="5138585"/>
            <a:ext cx="803758" cy="753809"/>
          </a:xfrm>
          <a:prstGeom prst="rect">
            <a:avLst/>
          </a:prstGeom>
          <a:solidFill>
            <a:srgbClr val="F8FE05">
              <a:alpha val="1031"/>
            </a:srgbClr>
          </a:solidFill>
          <a:ln/>
        </p:spPr>
      </p:sp>
      <p:sp>
        <p:nvSpPr>
          <p:cNvPr id="11" name="Shape 9"/>
          <p:cNvSpPr/>
          <p:nvPr/>
        </p:nvSpPr>
        <p:spPr>
          <a:xfrm>
            <a:off x="1997050" y="-74066"/>
            <a:ext cx="803758" cy="427825"/>
          </a:xfrm>
          <a:prstGeom prst="rect">
            <a:avLst/>
          </a:prstGeom>
          <a:solidFill>
            <a:srgbClr val="F8FE05">
              <a:alpha val="3850"/>
            </a:srgbClr>
          </a:solidFill>
          <a:ln/>
        </p:spPr>
      </p:sp>
      <p:sp>
        <p:nvSpPr>
          <p:cNvPr id="12" name="Shape 10"/>
          <p:cNvSpPr/>
          <p:nvPr/>
        </p:nvSpPr>
        <p:spPr>
          <a:xfrm>
            <a:off x="1997050" y="344614"/>
            <a:ext cx="803758" cy="427825"/>
          </a:xfrm>
          <a:prstGeom prst="rect">
            <a:avLst/>
          </a:prstGeom>
          <a:solidFill>
            <a:srgbClr val="F8FE05">
              <a:alpha val="3369"/>
            </a:srgbClr>
          </a:solidFill>
          <a:ln/>
        </p:spPr>
      </p:sp>
      <p:sp>
        <p:nvSpPr>
          <p:cNvPr id="13" name="Shape 11"/>
          <p:cNvSpPr/>
          <p:nvPr/>
        </p:nvSpPr>
        <p:spPr>
          <a:xfrm>
            <a:off x="1997050" y="763295"/>
            <a:ext cx="803758" cy="427825"/>
          </a:xfrm>
          <a:prstGeom prst="rect">
            <a:avLst/>
          </a:prstGeom>
          <a:solidFill>
            <a:srgbClr val="F8FE05">
              <a:alpha val="2888"/>
            </a:srgbClr>
          </a:solidFill>
          <a:ln/>
        </p:spPr>
      </p:sp>
      <p:sp>
        <p:nvSpPr>
          <p:cNvPr id="14" name="Shape 12"/>
          <p:cNvSpPr/>
          <p:nvPr/>
        </p:nvSpPr>
        <p:spPr>
          <a:xfrm>
            <a:off x="1997050" y="1181976"/>
            <a:ext cx="803758" cy="427825"/>
          </a:xfrm>
          <a:prstGeom prst="rect">
            <a:avLst/>
          </a:prstGeom>
          <a:solidFill>
            <a:srgbClr val="F8FE05">
              <a:alpha val="2406"/>
            </a:srgbClr>
          </a:solidFill>
          <a:ln/>
        </p:spPr>
      </p:sp>
      <p:sp>
        <p:nvSpPr>
          <p:cNvPr id="15" name="Shape 13"/>
          <p:cNvSpPr/>
          <p:nvPr/>
        </p:nvSpPr>
        <p:spPr>
          <a:xfrm>
            <a:off x="1997050" y="1600657"/>
            <a:ext cx="803758" cy="427825"/>
          </a:xfrm>
          <a:prstGeom prst="rect">
            <a:avLst/>
          </a:prstGeom>
          <a:solidFill>
            <a:srgbClr val="F8FE05">
              <a:alpha val="1925"/>
            </a:srgbClr>
          </a:solidFill>
          <a:ln/>
        </p:spPr>
      </p:sp>
      <p:sp>
        <p:nvSpPr>
          <p:cNvPr id="16" name="Shape 14"/>
          <p:cNvSpPr/>
          <p:nvPr/>
        </p:nvSpPr>
        <p:spPr>
          <a:xfrm>
            <a:off x="1997050" y="2019338"/>
            <a:ext cx="803758" cy="427825"/>
          </a:xfrm>
          <a:prstGeom prst="rect">
            <a:avLst/>
          </a:prstGeom>
          <a:solidFill>
            <a:srgbClr val="F8FE05">
              <a:alpha val="1444"/>
            </a:srgbClr>
          </a:solidFill>
          <a:ln/>
        </p:spPr>
      </p:sp>
      <p:sp>
        <p:nvSpPr>
          <p:cNvPr id="17" name="Shape 15"/>
          <p:cNvSpPr/>
          <p:nvPr/>
        </p:nvSpPr>
        <p:spPr>
          <a:xfrm>
            <a:off x="1997050" y="2438019"/>
            <a:ext cx="803758" cy="427825"/>
          </a:xfrm>
          <a:prstGeom prst="rect">
            <a:avLst/>
          </a:prstGeom>
          <a:solidFill>
            <a:srgbClr val="F8FE05">
              <a:alpha val="963"/>
            </a:srgbClr>
          </a:solidFill>
          <a:ln/>
        </p:spPr>
      </p:sp>
      <p:sp>
        <p:nvSpPr>
          <p:cNvPr id="18" name="Shape 16"/>
          <p:cNvSpPr/>
          <p:nvPr/>
        </p:nvSpPr>
        <p:spPr>
          <a:xfrm>
            <a:off x="1997050" y="2856700"/>
            <a:ext cx="803758" cy="427825"/>
          </a:xfrm>
          <a:prstGeom prst="rect">
            <a:avLst/>
          </a:prstGeom>
          <a:solidFill>
            <a:srgbClr val="F8FE05">
              <a:alpha val="481"/>
            </a:srgbClr>
          </a:solidFill>
          <a:ln/>
        </p:spPr>
      </p:sp>
      <p:sp>
        <p:nvSpPr>
          <p:cNvPr id="19" name="Shape 17"/>
          <p:cNvSpPr/>
          <p:nvPr/>
        </p:nvSpPr>
        <p:spPr>
          <a:xfrm>
            <a:off x="1306678" y="-48463"/>
            <a:ext cx="803758" cy="572300"/>
          </a:xfrm>
          <a:prstGeom prst="rect">
            <a:avLst/>
          </a:prstGeom>
          <a:solidFill>
            <a:srgbClr val="F8FE05">
              <a:alpha val="5500"/>
            </a:srgbClr>
          </a:solidFill>
          <a:ln/>
        </p:spPr>
      </p:sp>
      <p:sp>
        <p:nvSpPr>
          <p:cNvPr id="20" name="Shape 18"/>
          <p:cNvSpPr/>
          <p:nvPr/>
        </p:nvSpPr>
        <p:spPr>
          <a:xfrm>
            <a:off x="1306678" y="514693"/>
            <a:ext cx="803758" cy="572300"/>
          </a:xfrm>
          <a:prstGeom prst="rect">
            <a:avLst/>
          </a:prstGeom>
          <a:solidFill>
            <a:srgbClr val="F8FE05">
              <a:alpha val="4813"/>
            </a:srgbClr>
          </a:solidFill>
          <a:ln/>
        </p:spPr>
      </p:sp>
      <p:sp>
        <p:nvSpPr>
          <p:cNvPr id="21" name="Shape 19"/>
          <p:cNvSpPr/>
          <p:nvPr/>
        </p:nvSpPr>
        <p:spPr>
          <a:xfrm>
            <a:off x="1306678" y="1077849"/>
            <a:ext cx="803758" cy="572300"/>
          </a:xfrm>
          <a:prstGeom prst="rect">
            <a:avLst/>
          </a:prstGeom>
          <a:solidFill>
            <a:srgbClr val="F8FE05">
              <a:alpha val="4125"/>
            </a:srgbClr>
          </a:solidFill>
          <a:ln/>
        </p:spPr>
      </p:sp>
      <p:sp>
        <p:nvSpPr>
          <p:cNvPr id="22" name="Shape 20"/>
          <p:cNvSpPr/>
          <p:nvPr/>
        </p:nvSpPr>
        <p:spPr>
          <a:xfrm>
            <a:off x="1306678" y="1641005"/>
            <a:ext cx="803758" cy="572300"/>
          </a:xfrm>
          <a:prstGeom prst="rect">
            <a:avLst/>
          </a:prstGeom>
          <a:solidFill>
            <a:srgbClr val="F8FE05">
              <a:alpha val="3438"/>
            </a:srgbClr>
          </a:solidFill>
          <a:ln/>
        </p:spPr>
      </p:sp>
      <p:sp>
        <p:nvSpPr>
          <p:cNvPr id="23" name="Shape 21"/>
          <p:cNvSpPr/>
          <p:nvPr/>
        </p:nvSpPr>
        <p:spPr>
          <a:xfrm>
            <a:off x="1306678" y="2204161"/>
            <a:ext cx="803758" cy="572300"/>
          </a:xfrm>
          <a:prstGeom prst="rect">
            <a:avLst/>
          </a:prstGeom>
          <a:solidFill>
            <a:srgbClr val="F8FE05">
              <a:alpha val="2750"/>
            </a:srgbClr>
          </a:solidFill>
          <a:ln/>
        </p:spPr>
      </p:sp>
      <p:sp>
        <p:nvSpPr>
          <p:cNvPr id="24" name="Shape 22"/>
          <p:cNvSpPr/>
          <p:nvPr/>
        </p:nvSpPr>
        <p:spPr>
          <a:xfrm>
            <a:off x="1306678" y="2767317"/>
            <a:ext cx="803758" cy="572300"/>
          </a:xfrm>
          <a:prstGeom prst="rect">
            <a:avLst/>
          </a:prstGeom>
          <a:solidFill>
            <a:srgbClr val="F8FE05">
              <a:alpha val="2063"/>
            </a:srgbClr>
          </a:solidFill>
          <a:ln/>
        </p:spPr>
      </p:sp>
      <p:sp>
        <p:nvSpPr>
          <p:cNvPr id="25" name="Shape 23"/>
          <p:cNvSpPr/>
          <p:nvPr/>
        </p:nvSpPr>
        <p:spPr>
          <a:xfrm>
            <a:off x="1306678" y="3330473"/>
            <a:ext cx="803758" cy="572300"/>
          </a:xfrm>
          <a:prstGeom prst="rect">
            <a:avLst/>
          </a:prstGeom>
          <a:solidFill>
            <a:srgbClr val="F8FE05">
              <a:alpha val="1375"/>
            </a:srgbClr>
          </a:solidFill>
          <a:ln/>
        </p:spPr>
      </p:sp>
      <p:sp>
        <p:nvSpPr>
          <p:cNvPr id="26" name="Shape 24"/>
          <p:cNvSpPr/>
          <p:nvPr/>
        </p:nvSpPr>
        <p:spPr>
          <a:xfrm>
            <a:off x="1306678" y="3893629"/>
            <a:ext cx="803758" cy="572300"/>
          </a:xfrm>
          <a:prstGeom prst="rect">
            <a:avLst/>
          </a:prstGeom>
          <a:solidFill>
            <a:srgbClr val="F8FE05">
              <a:alpha val="688"/>
            </a:srgbClr>
          </a:solidFill>
          <a:ln/>
        </p:spPr>
      </p:sp>
      <p:sp>
        <p:nvSpPr>
          <p:cNvPr id="27" name="Shape 25"/>
          <p:cNvSpPr/>
          <p:nvPr/>
        </p:nvSpPr>
        <p:spPr>
          <a:xfrm>
            <a:off x="-60350" y="-48463"/>
            <a:ext cx="803758" cy="526009"/>
          </a:xfrm>
          <a:prstGeom prst="rect">
            <a:avLst/>
          </a:prstGeom>
          <a:solidFill>
            <a:srgbClr val="F8FE05">
              <a:alpha val="5500"/>
            </a:srgbClr>
          </a:solidFill>
          <a:ln/>
        </p:spPr>
      </p:sp>
      <p:sp>
        <p:nvSpPr>
          <p:cNvPr id="28" name="Shape 26"/>
          <p:cNvSpPr/>
          <p:nvPr/>
        </p:nvSpPr>
        <p:spPr>
          <a:xfrm>
            <a:off x="-60350" y="468401"/>
            <a:ext cx="803758" cy="526009"/>
          </a:xfrm>
          <a:prstGeom prst="rect">
            <a:avLst/>
          </a:prstGeom>
          <a:solidFill>
            <a:srgbClr val="F8FE05">
              <a:alpha val="4813"/>
            </a:srgbClr>
          </a:solidFill>
          <a:ln/>
        </p:spPr>
      </p:sp>
      <p:sp>
        <p:nvSpPr>
          <p:cNvPr id="29" name="Shape 27"/>
          <p:cNvSpPr/>
          <p:nvPr/>
        </p:nvSpPr>
        <p:spPr>
          <a:xfrm>
            <a:off x="-60350" y="985266"/>
            <a:ext cx="803758" cy="526009"/>
          </a:xfrm>
          <a:prstGeom prst="rect">
            <a:avLst/>
          </a:prstGeom>
          <a:solidFill>
            <a:srgbClr val="F8FE05">
              <a:alpha val="4125"/>
            </a:srgbClr>
          </a:solidFill>
          <a:ln/>
        </p:spPr>
      </p:sp>
      <p:sp>
        <p:nvSpPr>
          <p:cNvPr id="30" name="Shape 28"/>
          <p:cNvSpPr/>
          <p:nvPr/>
        </p:nvSpPr>
        <p:spPr>
          <a:xfrm>
            <a:off x="-60350" y="1502131"/>
            <a:ext cx="803758" cy="526009"/>
          </a:xfrm>
          <a:prstGeom prst="rect">
            <a:avLst/>
          </a:prstGeom>
          <a:solidFill>
            <a:srgbClr val="F8FE05">
              <a:alpha val="3438"/>
            </a:srgbClr>
          </a:solidFill>
          <a:ln/>
        </p:spPr>
      </p:sp>
      <p:sp>
        <p:nvSpPr>
          <p:cNvPr id="31" name="Shape 29"/>
          <p:cNvSpPr/>
          <p:nvPr/>
        </p:nvSpPr>
        <p:spPr>
          <a:xfrm>
            <a:off x="-60350" y="2018995"/>
            <a:ext cx="803758" cy="526009"/>
          </a:xfrm>
          <a:prstGeom prst="rect">
            <a:avLst/>
          </a:prstGeom>
          <a:solidFill>
            <a:srgbClr val="F8FE05">
              <a:alpha val="2750"/>
            </a:srgbClr>
          </a:solidFill>
          <a:ln/>
        </p:spPr>
      </p:sp>
      <p:sp>
        <p:nvSpPr>
          <p:cNvPr id="32" name="Shape 30"/>
          <p:cNvSpPr/>
          <p:nvPr/>
        </p:nvSpPr>
        <p:spPr>
          <a:xfrm>
            <a:off x="-60350" y="2535860"/>
            <a:ext cx="803758" cy="526009"/>
          </a:xfrm>
          <a:prstGeom prst="rect">
            <a:avLst/>
          </a:prstGeom>
          <a:solidFill>
            <a:srgbClr val="F8FE05">
              <a:alpha val="2063"/>
            </a:srgbClr>
          </a:solidFill>
          <a:ln/>
        </p:spPr>
      </p:sp>
      <p:sp>
        <p:nvSpPr>
          <p:cNvPr id="33" name="Shape 31"/>
          <p:cNvSpPr/>
          <p:nvPr/>
        </p:nvSpPr>
        <p:spPr>
          <a:xfrm>
            <a:off x="-60350" y="3052724"/>
            <a:ext cx="803758" cy="526009"/>
          </a:xfrm>
          <a:prstGeom prst="rect">
            <a:avLst/>
          </a:prstGeom>
          <a:solidFill>
            <a:srgbClr val="F8FE05">
              <a:alpha val="1375"/>
            </a:srgbClr>
          </a:solidFill>
          <a:ln/>
        </p:spPr>
      </p:sp>
      <p:sp>
        <p:nvSpPr>
          <p:cNvPr id="34" name="Shape 32"/>
          <p:cNvSpPr/>
          <p:nvPr/>
        </p:nvSpPr>
        <p:spPr>
          <a:xfrm>
            <a:off x="-60350" y="3569589"/>
            <a:ext cx="803758" cy="526009"/>
          </a:xfrm>
          <a:prstGeom prst="rect">
            <a:avLst/>
          </a:prstGeom>
          <a:solidFill>
            <a:srgbClr val="F8FE05">
              <a:alpha val="688"/>
            </a:srgbClr>
          </a:solidFill>
          <a:ln/>
        </p:spPr>
      </p:sp>
      <p:sp>
        <p:nvSpPr>
          <p:cNvPr id="35" name="Shape 33"/>
          <p:cNvSpPr/>
          <p:nvPr/>
        </p:nvSpPr>
        <p:spPr>
          <a:xfrm>
            <a:off x="4975250" y="-48463"/>
            <a:ext cx="803758" cy="750722"/>
          </a:xfrm>
          <a:prstGeom prst="rect">
            <a:avLst/>
          </a:prstGeom>
          <a:solidFill>
            <a:srgbClr val="F8FE05">
              <a:alpha val="8250"/>
            </a:srgbClr>
          </a:solidFill>
          <a:ln/>
        </p:spPr>
      </p:sp>
      <p:sp>
        <p:nvSpPr>
          <p:cNvPr id="36" name="Shape 34"/>
          <p:cNvSpPr/>
          <p:nvPr/>
        </p:nvSpPr>
        <p:spPr>
          <a:xfrm>
            <a:off x="4975250" y="693115"/>
            <a:ext cx="803758" cy="750722"/>
          </a:xfrm>
          <a:prstGeom prst="rect">
            <a:avLst/>
          </a:prstGeom>
          <a:solidFill>
            <a:srgbClr val="F8FE05">
              <a:alpha val="7219"/>
            </a:srgbClr>
          </a:solidFill>
          <a:ln/>
        </p:spPr>
      </p:sp>
      <p:sp>
        <p:nvSpPr>
          <p:cNvPr id="37" name="Shape 35"/>
          <p:cNvSpPr/>
          <p:nvPr/>
        </p:nvSpPr>
        <p:spPr>
          <a:xfrm>
            <a:off x="4975250" y="1434694"/>
            <a:ext cx="803758" cy="750722"/>
          </a:xfrm>
          <a:prstGeom prst="rect">
            <a:avLst/>
          </a:prstGeom>
          <a:solidFill>
            <a:srgbClr val="F8FE05">
              <a:alpha val="6188"/>
            </a:srgbClr>
          </a:solidFill>
          <a:ln/>
        </p:spPr>
      </p:sp>
      <p:sp>
        <p:nvSpPr>
          <p:cNvPr id="38" name="Shape 36"/>
          <p:cNvSpPr/>
          <p:nvPr/>
        </p:nvSpPr>
        <p:spPr>
          <a:xfrm>
            <a:off x="4975250" y="2176272"/>
            <a:ext cx="803758" cy="750722"/>
          </a:xfrm>
          <a:prstGeom prst="rect">
            <a:avLst/>
          </a:prstGeom>
          <a:solidFill>
            <a:srgbClr val="F8FE05">
              <a:alpha val="5156"/>
            </a:srgbClr>
          </a:solidFill>
          <a:ln/>
        </p:spPr>
      </p:sp>
      <p:sp>
        <p:nvSpPr>
          <p:cNvPr id="39" name="Shape 37"/>
          <p:cNvSpPr/>
          <p:nvPr/>
        </p:nvSpPr>
        <p:spPr>
          <a:xfrm>
            <a:off x="4975250" y="2917850"/>
            <a:ext cx="803758" cy="750722"/>
          </a:xfrm>
          <a:prstGeom prst="rect">
            <a:avLst/>
          </a:prstGeom>
          <a:solidFill>
            <a:srgbClr val="F8FE05">
              <a:alpha val="4125"/>
            </a:srgbClr>
          </a:solidFill>
          <a:ln/>
        </p:spPr>
      </p:sp>
      <p:sp>
        <p:nvSpPr>
          <p:cNvPr id="40" name="Shape 38"/>
          <p:cNvSpPr/>
          <p:nvPr/>
        </p:nvSpPr>
        <p:spPr>
          <a:xfrm>
            <a:off x="4975250" y="3659429"/>
            <a:ext cx="803758" cy="750722"/>
          </a:xfrm>
          <a:prstGeom prst="rect">
            <a:avLst/>
          </a:prstGeom>
          <a:solidFill>
            <a:srgbClr val="F8FE05">
              <a:alpha val="3094"/>
            </a:srgbClr>
          </a:solidFill>
          <a:ln/>
        </p:spPr>
      </p:sp>
      <p:sp>
        <p:nvSpPr>
          <p:cNvPr id="41" name="Shape 39"/>
          <p:cNvSpPr/>
          <p:nvPr/>
        </p:nvSpPr>
        <p:spPr>
          <a:xfrm>
            <a:off x="4975250" y="4401007"/>
            <a:ext cx="803758" cy="750722"/>
          </a:xfrm>
          <a:prstGeom prst="rect">
            <a:avLst/>
          </a:prstGeom>
          <a:solidFill>
            <a:srgbClr val="F8FE05">
              <a:alpha val="2063"/>
            </a:srgbClr>
          </a:solidFill>
          <a:ln/>
        </p:spPr>
      </p:sp>
      <p:sp>
        <p:nvSpPr>
          <p:cNvPr id="42" name="Shape 40"/>
          <p:cNvSpPr/>
          <p:nvPr/>
        </p:nvSpPr>
        <p:spPr>
          <a:xfrm>
            <a:off x="4975250" y="5142586"/>
            <a:ext cx="803758" cy="750722"/>
          </a:xfrm>
          <a:prstGeom prst="rect">
            <a:avLst/>
          </a:prstGeom>
          <a:solidFill>
            <a:srgbClr val="F8FE05">
              <a:alpha val="1031"/>
            </a:srgbClr>
          </a:solidFill>
          <a:ln/>
        </p:spPr>
      </p:sp>
      <p:sp>
        <p:nvSpPr>
          <p:cNvPr id="43" name="Shape 41"/>
          <p:cNvSpPr/>
          <p:nvPr/>
        </p:nvSpPr>
        <p:spPr>
          <a:xfrm>
            <a:off x="4288536" y="-74066"/>
            <a:ext cx="803758" cy="529209"/>
          </a:xfrm>
          <a:prstGeom prst="rect">
            <a:avLst/>
          </a:prstGeom>
          <a:solidFill>
            <a:srgbClr val="F8FE05">
              <a:alpha val="5500"/>
            </a:srgbClr>
          </a:solidFill>
          <a:ln/>
        </p:spPr>
      </p:sp>
      <p:sp>
        <p:nvSpPr>
          <p:cNvPr id="44" name="Shape 42"/>
          <p:cNvSpPr/>
          <p:nvPr/>
        </p:nvSpPr>
        <p:spPr>
          <a:xfrm>
            <a:off x="4288536" y="445999"/>
            <a:ext cx="803758" cy="529209"/>
          </a:xfrm>
          <a:prstGeom prst="rect">
            <a:avLst/>
          </a:prstGeom>
          <a:solidFill>
            <a:srgbClr val="F8FE05">
              <a:alpha val="4813"/>
            </a:srgbClr>
          </a:solidFill>
          <a:ln/>
        </p:spPr>
      </p:sp>
      <p:sp>
        <p:nvSpPr>
          <p:cNvPr id="45" name="Shape 43"/>
          <p:cNvSpPr/>
          <p:nvPr/>
        </p:nvSpPr>
        <p:spPr>
          <a:xfrm>
            <a:off x="4288536" y="966064"/>
            <a:ext cx="803758" cy="529209"/>
          </a:xfrm>
          <a:prstGeom prst="rect">
            <a:avLst/>
          </a:prstGeom>
          <a:solidFill>
            <a:srgbClr val="F8FE05">
              <a:alpha val="4125"/>
            </a:srgbClr>
          </a:solidFill>
          <a:ln/>
        </p:spPr>
      </p:sp>
      <p:sp>
        <p:nvSpPr>
          <p:cNvPr id="46" name="Shape 44"/>
          <p:cNvSpPr/>
          <p:nvPr/>
        </p:nvSpPr>
        <p:spPr>
          <a:xfrm>
            <a:off x="4288536" y="1486129"/>
            <a:ext cx="803758" cy="529209"/>
          </a:xfrm>
          <a:prstGeom prst="rect">
            <a:avLst/>
          </a:prstGeom>
          <a:solidFill>
            <a:srgbClr val="F8FE05">
              <a:alpha val="3438"/>
            </a:srgbClr>
          </a:solidFill>
          <a:ln/>
        </p:spPr>
      </p:sp>
      <p:sp>
        <p:nvSpPr>
          <p:cNvPr id="47" name="Shape 45"/>
          <p:cNvSpPr/>
          <p:nvPr/>
        </p:nvSpPr>
        <p:spPr>
          <a:xfrm>
            <a:off x="4288536" y="2006194"/>
            <a:ext cx="803758" cy="529209"/>
          </a:xfrm>
          <a:prstGeom prst="rect">
            <a:avLst/>
          </a:prstGeom>
          <a:solidFill>
            <a:srgbClr val="F8FE05">
              <a:alpha val="2750"/>
            </a:srgbClr>
          </a:solidFill>
          <a:ln/>
        </p:spPr>
      </p:sp>
      <p:sp>
        <p:nvSpPr>
          <p:cNvPr id="48" name="Shape 46"/>
          <p:cNvSpPr/>
          <p:nvPr/>
        </p:nvSpPr>
        <p:spPr>
          <a:xfrm>
            <a:off x="4288536" y="2526259"/>
            <a:ext cx="803758" cy="529209"/>
          </a:xfrm>
          <a:prstGeom prst="rect">
            <a:avLst/>
          </a:prstGeom>
          <a:solidFill>
            <a:srgbClr val="F8FE05">
              <a:alpha val="2063"/>
            </a:srgbClr>
          </a:solidFill>
          <a:ln/>
        </p:spPr>
      </p:sp>
      <p:sp>
        <p:nvSpPr>
          <p:cNvPr id="49" name="Shape 47"/>
          <p:cNvSpPr/>
          <p:nvPr/>
        </p:nvSpPr>
        <p:spPr>
          <a:xfrm>
            <a:off x="4288536" y="3046324"/>
            <a:ext cx="803758" cy="529209"/>
          </a:xfrm>
          <a:prstGeom prst="rect">
            <a:avLst/>
          </a:prstGeom>
          <a:solidFill>
            <a:srgbClr val="F8FE05">
              <a:alpha val="1375"/>
            </a:srgbClr>
          </a:solidFill>
          <a:ln/>
        </p:spPr>
      </p:sp>
      <p:sp>
        <p:nvSpPr>
          <p:cNvPr id="50" name="Shape 48"/>
          <p:cNvSpPr/>
          <p:nvPr/>
        </p:nvSpPr>
        <p:spPr>
          <a:xfrm>
            <a:off x="4288536" y="3566389"/>
            <a:ext cx="803758" cy="529209"/>
          </a:xfrm>
          <a:prstGeom prst="rect">
            <a:avLst/>
          </a:prstGeom>
          <a:solidFill>
            <a:srgbClr val="F8FE05">
              <a:alpha val="688"/>
            </a:srgbClr>
          </a:solidFill>
          <a:ln/>
        </p:spPr>
      </p:sp>
      <p:sp>
        <p:nvSpPr>
          <p:cNvPr id="51" name="Shape 49"/>
          <p:cNvSpPr/>
          <p:nvPr/>
        </p:nvSpPr>
        <p:spPr>
          <a:xfrm>
            <a:off x="3597250" y="-48463"/>
            <a:ext cx="803758" cy="296380"/>
          </a:xfrm>
          <a:prstGeom prst="rect">
            <a:avLst/>
          </a:prstGeom>
          <a:solidFill>
            <a:srgbClr val="F8FE05">
              <a:alpha val="3850"/>
            </a:srgbClr>
          </a:solidFill>
          <a:ln/>
        </p:spPr>
      </p:sp>
      <p:sp>
        <p:nvSpPr>
          <p:cNvPr id="52" name="Shape 50"/>
          <p:cNvSpPr/>
          <p:nvPr/>
        </p:nvSpPr>
        <p:spPr>
          <a:xfrm>
            <a:off x="3597250" y="238773"/>
            <a:ext cx="803758" cy="296380"/>
          </a:xfrm>
          <a:prstGeom prst="rect">
            <a:avLst/>
          </a:prstGeom>
          <a:solidFill>
            <a:srgbClr val="F8FE05">
              <a:alpha val="3369"/>
            </a:srgbClr>
          </a:solidFill>
          <a:ln/>
        </p:spPr>
      </p:sp>
      <p:sp>
        <p:nvSpPr>
          <p:cNvPr id="53" name="Shape 51"/>
          <p:cNvSpPr/>
          <p:nvPr/>
        </p:nvSpPr>
        <p:spPr>
          <a:xfrm>
            <a:off x="3597250" y="526009"/>
            <a:ext cx="803758" cy="296380"/>
          </a:xfrm>
          <a:prstGeom prst="rect">
            <a:avLst/>
          </a:prstGeom>
          <a:solidFill>
            <a:srgbClr val="F8FE05">
              <a:alpha val="2888"/>
            </a:srgbClr>
          </a:solidFill>
          <a:ln/>
        </p:spPr>
      </p:sp>
      <p:sp>
        <p:nvSpPr>
          <p:cNvPr id="54" name="Shape 52"/>
          <p:cNvSpPr/>
          <p:nvPr/>
        </p:nvSpPr>
        <p:spPr>
          <a:xfrm>
            <a:off x="3597250" y="813244"/>
            <a:ext cx="803758" cy="296380"/>
          </a:xfrm>
          <a:prstGeom prst="rect">
            <a:avLst/>
          </a:prstGeom>
          <a:solidFill>
            <a:srgbClr val="F8FE05">
              <a:alpha val="2406"/>
            </a:srgbClr>
          </a:solidFill>
          <a:ln/>
        </p:spPr>
      </p:sp>
      <p:sp>
        <p:nvSpPr>
          <p:cNvPr id="55" name="Shape 53"/>
          <p:cNvSpPr/>
          <p:nvPr/>
        </p:nvSpPr>
        <p:spPr>
          <a:xfrm>
            <a:off x="3597250" y="1100480"/>
            <a:ext cx="803758" cy="296380"/>
          </a:xfrm>
          <a:prstGeom prst="rect">
            <a:avLst/>
          </a:prstGeom>
          <a:solidFill>
            <a:srgbClr val="F8FE05">
              <a:alpha val="1925"/>
            </a:srgbClr>
          </a:solidFill>
          <a:ln/>
        </p:spPr>
      </p:sp>
      <p:sp>
        <p:nvSpPr>
          <p:cNvPr id="56" name="Shape 54"/>
          <p:cNvSpPr/>
          <p:nvPr/>
        </p:nvSpPr>
        <p:spPr>
          <a:xfrm>
            <a:off x="3597250" y="1387716"/>
            <a:ext cx="803758" cy="296380"/>
          </a:xfrm>
          <a:prstGeom prst="rect">
            <a:avLst/>
          </a:prstGeom>
          <a:solidFill>
            <a:srgbClr val="F8FE05">
              <a:alpha val="1444"/>
            </a:srgbClr>
          </a:solidFill>
          <a:ln/>
        </p:spPr>
      </p:sp>
      <p:sp>
        <p:nvSpPr>
          <p:cNvPr id="57" name="Shape 55"/>
          <p:cNvSpPr/>
          <p:nvPr/>
        </p:nvSpPr>
        <p:spPr>
          <a:xfrm>
            <a:off x="3597250" y="1674952"/>
            <a:ext cx="803758" cy="296380"/>
          </a:xfrm>
          <a:prstGeom prst="rect">
            <a:avLst/>
          </a:prstGeom>
          <a:solidFill>
            <a:srgbClr val="F8FE05">
              <a:alpha val="963"/>
            </a:srgbClr>
          </a:solidFill>
          <a:ln/>
        </p:spPr>
      </p:sp>
      <p:sp>
        <p:nvSpPr>
          <p:cNvPr id="58" name="Shape 56"/>
          <p:cNvSpPr/>
          <p:nvPr/>
        </p:nvSpPr>
        <p:spPr>
          <a:xfrm>
            <a:off x="3597250" y="1962188"/>
            <a:ext cx="803758" cy="296380"/>
          </a:xfrm>
          <a:prstGeom prst="rect">
            <a:avLst/>
          </a:prstGeom>
          <a:solidFill>
            <a:srgbClr val="F8FE05">
              <a:alpha val="481"/>
            </a:srgbClr>
          </a:solidFill>
          <a:ln/>
        </p:spPr>
      </p:sp>
      <p:sp>
        <p:nvSpPr>
          <p:cNvPr id="59" name="Shape 57"/>
          <p:cNvSpPr/>
          <p:nvPr/>
        </p:nvSpPr>
        <p:spPr>
          <a:xfrm>
            <a:off x="2787091" y="849478"/>
            <a:ext cx="803758" cy="769468"/>
          </a:xfrm>
          <a:prstGeom prst="rect">
            <a:avLst/>
          </a:prstGeom>
          <a:solidFill>
            <a:srgbClr val="FFFFFF">
              <a:alpha val="688"/>
            </a:srgbClr>
          </a:solidFill>
          <a:ln/>
        </p:spPr>
      </p:sp>
      <p:sp>
        <p:nvSpPr>
          <p:cNvPr id="60" name="Shape 58"/>
          <p:cNvSpPr/>
          <p:nvPr/>
        </p:nvSpPr>
        <p:spPr>
          <a:xfrm>
            <a:off x="2787091" y="1609801"/>
            <a:ext cx="803758" cy="769468"/>
          </a:xfrm>
          <a:prstGeom prst="rect">
            <a:avLst/>
          </a:prstGeom>
          <a:solidFill>
            <a:srgbClr val="FFFFFF">
              <a:alpha val="1375"/>
            </a:srgbClr>
          </a:solidFill>
          <a:ln/>
        </p:spPr>
      </p:sp>
      <p:sp>
        <p:nvSpPr>
          <p:cNvPr id="61" name="Shape 59"/>
          <p:cNvSpPr/>
          <p:nvPr/>
        </p:nvSpPr>
        <p:spPr>
          <a:xfrm>
            <a:off x="2787091" y="2370125"/>
            <a:ext cx="803758" cy="769468"/>
          </a:xfrm>
          <a:prstGeom prst="rect">
            <a:avLst/>
          </a:prstGeom>
          <a:solidFill>
            <a:srgbClr val="FFFFFF">
              <a:alpha val="2063"/>
            </a:srgbClr>
          </a:solidFill>
          <a:ln/>
        </p:spPr>
      </p:sp>
      <p:sp>
        <p:nvSpPr>
          <p:cNvPr id="62" name="Shape 60"/>
          <p:cNvSpPr/>
          <p:nvPr/>
        </p:nvSpPr>
        <p:spPr>
          <a:xfrm>
            <a:off x="2787091" y="3130448"/>
            <a:ext cx="803758" cy="769468"/>
          </a:xfrm>
          <a:prstGeom prst="rect">
            <a:avLst/>
          </a:prstGeom>
          <a:solidFill>
            <a:srgbClr val="FFFFFF">
              <a:alpha val="2750"/>
            </a:srgbClr>
          </a:solidFill>
          <a:ln/>
        </p:spPr>
      </p:sp>
      <p:sp>
        <p:nvSpPr>
          <p:cNvPr id="63" name="Shape 61"/>
          <p:cNvSpPr/>
          <p:nvPr/>
        </p:nvSpPr>
        <p:spPr>
          <a:xfrm>
            <a:off x="2787091" y="3890772"/>
            <a:ext cx="803758" cy="769468"/>
          </a:xfrm>
          <a:prstGeom prst="rect">
            <a:avLst/>
          </a:prstGeom>
          <a:solidFill>
            <a:srgbClr val="FFFFFF">
              <a:alpha val="3438"/>
            </a:srgbClr>
          </a:solidFill>
          <a:ln/>
        </p:spPr>
      </p:sp>
      <p:sp>
        <p:nvSpPr>
          <p:cNvPr id="64" name="Shape 62"/>
          <p:cNvSpPr/>
          <p:nvPr/>
        </p:nvSpPr>
        <p:spPr>
          <a:xfrm>
            <a:off x="2787091" y="4651096"/>
            <a:ext cx="803758" cy="769468"/>
          </a:xfrm>
          <a:prstGeom prst="rect">
            <a:avLst/>
          </a:prstGeom>
          <a:solidFill>
            <a:srgbClr val="FFFFFF">
              <a:alpha val="4125"/>
            </a:srgbClr>
          </a:solidFill>
          <a:ln/>
        </p:spPr>
      </p:sp>
      <p:sp>
        <p:nvSpPr>
          <p:cNvPr id="65" name="Shape 63"/>
          <p:cNvSpPr/>
          <p:nvPr/>
        </p:nvSpPr>
        <p:spPr>
          <a:xfrm>
            <a:off x="2787091" y="5411419"/>
            <a:ext cx="803758" cy="769468"/>
          </a:xfrm>
          <a:prstGeom prst="rect">
            <a:avLst/>
          </a:prstGeom>
          <a:solidFill>
            <a:srgbClr val="FFFFFF">
              <a:alpha val="4813"/>
            </a:srgbClr>
          </a:solidFill>
          <a:ln/>
        </p:spPr>
      </p:sp>
      <p:sp>
        <p:nvSpPr>
          <p:cNvPr id="66" name="Shape 64"/>
          <p:cNvSpPr/>
          <p:nvPr/>
        </p:nvSpPr>
        <p:spPr>
          <a:xfrm>
            <a:off x="2787091" y="6171743"/>
            <a:ext cx="803758" cy="769468"/>
          </a:xfrm>
          <a:prstGeom prst="rect">
            <a:avLst/>
          </a:prstGeom>
          <a:solidFill>
            <a:srgbClr val="FFFFFF">
              <a:alpha val="5500"/>
            </a:srgbClr>
          </a:solidFill>
          <a:ln/>
        </p:spPr>
      </p:sp>
      <p:sp>
        <p:nvSpPr>
          <p:cNvPr id="67" name="Shape 65"/>
          <p:cNvSpPr/>
          <p:nvPr/>
        </p:nvSpPr>
        <p:spPr>
          <a:xfrm>
            <a:off x="1417320" y="3457346"/>
            <a:ext cx="803758" cy="443484"/>
          </a:xfrm>
          <a:prstGeom prst="rect">
            <a:avLst/>
          </a:prstGeom>
          <a:solidFill>
            <a:srgbClr val="FFFFFF">
              <a:alpha val="138"/>
            </a:srgbClr>
          </a:solidFill>
          <a:ln/>
        </p:spPr>
      </p:sp>
      <p:sp>
        <p:nvSpPr>
          <p:cNvPr id="68" name="Shape 66"/>
          <p:cNvSpPr/>
          <p:nvPr/>
        </p:nvSpPr>
        <p:spPr>
          <a:xfrm>
            <a:off x="1417320" y="3891686"/>
            <a:ext cx="803758" cy="443484"/>
          </a:xfrm>
          <a:prstGeom prst="rect">
            <a:avLst/>
          </a:prstGeom>
          <a:solidFill>
            <a:srgbClr val="FFFFFF">
              <a:alpha val="275"/>
            </a:srgbClr>
          </a:solidFill>
          <a:ln/>
        </p:spPr>
      </p:sp>
      <p:sp>
        <p:nvSpPr>
          <p:cNvPr id="69" name="Shape 67"/>
          <p:cNvSpPr/>
          <p:nvPr/>
        </p:nvSpPr>
        <p:spPr>
          <a:xfrm>
            <a:off x="1417320" y="4326026"/>
            <a:ext cx="803758" cy="443484"/>
          </a:xfrm>
          <a:prstGeom prst="rect">
            <a:avLst/>
          </a:prstGeom>
          <a:solidFill>
            <a:srgbClr val="FFFFFF">
              <a:alpha val="412"/>
            </a:srgbClr>
          </a:solidFill>
          <a:ln/>
        </p:spPr>
      </p:sp>
      <p:sp>
        <p:nvSpPr>
          <p:cNvPr id="70" name="Shape 68"/>
          <p:cNvSpPr/>
          <p:nvPr/>
        </p:nvSpPr>
        <p:spPr>
          <a:xfrm>
            <a:off x="1417320" y="4760366"/>
            <a:ext cx="803758" cy="443484"/>
          </a:xfrm>
          <a:prstGeom prst="rect">
            <a:avLst/>
          </a:prstGeom>
          <a:solidFill>
            <a:srgbClr val="FFFFFF">
              <a:alpha val="550"/>
            </a:srgbClr>
          </a:solidFill>
          <a:ln/>
        </p:spPr>
      </p:sp>
      <p:sp>
        <p:nvSpPr>
          <p:cNvPr id="71" name="Shape 69"/>
          <p:cNvSpPr/>
          <p:nvPr/>
        </p:nvSpPr>
        <p:spPr>
          <a:xfrm>
            <a:off x="1417320" y="5194706"/>
            <a:ext cx="803758" cy="443484"/>
          </a:xfrm>
          <a:prstGeom prst="rect">
            <a:avLst/>
          </a:prstGeom>
          <a:solidFill>
            <a:srgbClr val="FFFFFF">
              <a:alpha val="688"/>
            </a:srgbClr>
          </a:solidFill>
          <a:ln/>
        </p:spPr>
      </p:sp>
      <p:sp>
        <p:nvSpPr>
          <p:cNvPr id="72" name="Shape 70"/>
          <p:cNvSpPr/>
          <p:nvPr/>
        </p:nvSpPr>
        <p:spPr>
          <a:xfrm>
            <a:off x="1417320" y="5629046"/>
            <a:ext cx="803758" cy="443484"/>
          </a:xfrm>
          <a:prstGeom prst="rect">
            <a:avLst/>
          </a:prstGeom>
          <a:solidFill>
            <a:srgbClr val="FFFFFF">
              <a:alpha val="825"/>
            </a:srgbClr>
          </a:solidFill>
          <a:ln/>
        </p:spPr>
      </p:sp>
      <p:sp>
        <p:nvSpPr>
          <p:cNvPr id="73" name="Shape 71"/>
          <p:cNvSpPr/>
          <p:nvPr/>
        </p:nvSpPr>
        <p:spPr>
          <a:xfrm>
            <a:off x="1417320" y="6063386"/>
            <a:ext cx="803758" cy="443484"/>
          </a:xfrm>
          <a:prstGeom prst="rect">
            <a:avLst/>
          </a:prstGeom>
          <a:solidFill>
            <a:srgbClr val="FFFFFF">
              <a:alpha val="963"/>
            </a:srgbClr>
          </a:solidFill>
          <a:ln/>
        </p:spPr>
      </p:sp>
      <p:sp>
        <p:nvSpPr>
          <p:cNvPr id="74" name="Shape 72"/>
          <p:cNvSpPr/>
          <p:nvPr/>
        </p:nvSpPr>
        <p:spPr>
          <a:xfrm>
            <a:off x="1417320" y="6497726"/>
            <a:ext cx="803758" cy="443484"/>
          </a:xfrm>
          <a:prstGeom prst="rect">
            <a:avLst/>
          </a:prstGeom>
          <a:solidFill>
            <a:srgbClr val="FFFFFF">
              <a:alpha val="1100"/>
            </a:srgbClr>
          </a:solidFill>
          <a:ln/>
        </p:spPr>
      </p:sp>
      <p:sp>
        <p:nvSpPr>
          <p:cNvPr id="75" name="Shape 73"/>
          <p:cNvSpPr/>
          <p:nvPr/>
        </p:nvSpPr>
        <p:spPr>
          <a:xfrm>
            <a:off x="2106778" y="2276856"/>
            <a:ext cx="803758" cy="587959"/>
          </a:xfrm>
          <a:prstGeom prst="rect">
            <a:avLst/>
          </a:prstGeom>
          <a:solidFill>
            <a:srgbClr val="FFFFFF">
              <a:alpha val="344"/>
            </a:srgbClr>
          </a:solidFill>
          <a:ln/>
        </p:spPr>
      </p:sp>
      <p:sp>
        <p:nvSpPr>
          <p:cNvPr id="76" name="Shape 74"/>
          <p:cNvSpPr/>
          <p:nvPr/>
        </p:nvSpPr>
        <p:spPr>
          <a:xfrm>
            <a:off x="2106778" y="2855671"/>
            <a:ext cx="803758" cy="587959"/>
          </a:xfrm>
          <a:prstGeom prst="rect">
            <a:avLst/>
          </a:prstGeom>
          <a:solidFill>
            <a:srgbClr val="FFFFFF">
              <a:alpha val="688"/>
            </a:srgbClr>
          </a:solidFill>
          <a:ln/>
        </p:spPr>
      </p:sp>
      <p:sp>
        <p:nvSpPr>
          <p:cNvPr id="77" name="Shape 75"/>
          <p:cNvSpPr/>
          <p:nvPr/>
        </p:nvSpPr>
        <p:spPr>
          <a:xfrm>
            <a:off x="2106778" y="3434486"/>
            <a:ext cx="803758" cy="587959"/>
          </a:xfrm>
          <a:prstGeom prst="rect">
            <a:avLst/>
          </a:prstGeom>
          <a:solidFill>
            <a:srgbClr val="FFFFFF">
              <a:alpha val="1031"/>
            </a:srgbClr>
          </a:solidFill>
          <a:ln/>
        </p:spPr>
      </p:sp>
      <p:sp>
        <p:nvSpPr>
          <p:cNvPr id="78" name="Shape 76"/>
          <p:cNvSpPr/>
          <p:nvPr/>
        </p:nvSpPr>
        <p:spPr>
          <a:xfrm>
            <a:off x="2106778" y="4013302"/>
            <a:ext cx="803758" cy="587959"/>
          </a:xfrm>
          <a:prstGeom prst="rect">
            <a:avLst/>
          </a:prstGeom>
          <a:solidFill>
            <a:srgbClr val="FFFFFF">
              <a:alpha val="1375"/>
            </a:srgbClr>
          </a:solidFill>
          <a:ln/>
        </p:spPr>
      </p:sp>
      <p:sp>
        <p:nvSpPr>
          <p:cNvPr id="79" name="Shape 77"/>
          <p:cNvSpPr/>
          <p:nvPr/>
        </p:nvSpPr>
        <p:spPr>
          <a:xfrm>
            <a:off x="2106778" y="4592117"/>
            <a:ext cx="803758" cy="587959"/>
          </a:xfrm>
          <a:prstGeom prst="rect">
            <a:avLst/>
          </a:prstGeom>
          <a:solidFill>
            <a:srgbClr val="FFFFFF">
              <a:alpha val="1719"/>
            </a:srgbClr>
          </a:solidFill>
          <a:ln/>
        </p:spPr>
      </p:sp>
      <p:sp>
        <p:nvSpPr>
          <p:cNvPr id="80" name="Shape 78"/>
          <p:cNvSpPr/>
          <p:nvPr/>
        </p:nvSpPr>
        <p:spPr>
          <a:xfrm>
            <a:off x="2106778" y="5170932"/>
            <a:ext cx="803758" cy="587959"/>
          </a:xfrm>
          <a:prstGeom prst="rect">
            <a:avLst/>
          </a:prstGeom>
          <a:solidFill>
            <a:srgbClr val="FFFFFF">
              <a:alpha val="2063"/>
            </a:srgbClr>
          </a:solidFill>
          <a:ln/>
        </p:spPr>
      </p:sp>
      <p:sp>
        <p:nvSpPr>
          <p:cNvPr id="81" name="Shape 79"/>
          <p:cNvSpPr/>
          <p:nvPr/>
        </p:nvSpPr>
        <p:spPr>
          <a:xfrm>
            <a:off x="2106778" y="5749747"/>
            <a:ext cx="803758" cy="587959"/>
          </a:xfrm>
          <a:prstGeom prst="rect">
            <a:avLst/>
          </a:prstGeom>
          <a:solidFill>
            <a:srgbClr val="FFFFFF">
              <a:alpha val="2406"/>
            </a:srgbClr>
          </a:solidFill>
          <a:ln/>
        </p:spPr>
      </p:sp>
      <p:sp>
        <p:nvSpPr>
          <p:cNvPr id="82" name="Shape 80"/>
          <p:cNvSpPr/>
          <p:nvPr/>
        </p:nvSpPr>
        <p:spPr>
          <a:xfrm>
            <a:off x="2106778" y="6328562"/>
            <a:ext cx="803758" cy="587959"/>
          </a:xfrm>
          <a:prstGeom prst="rect">
            <a:avLst/>
          </a:prstGeom>
          <a:solidFill>
            <a:srgbClr val="FFFFFF">
              <a:alpha val="2750"/>
            </a:srgbClr>
          </a:solidFill>
          <a:ln/>
        </p:spPr>
      </p:sp>
      <p:sp>
        <p:nvSpPr>
          <p:cNvPr id="83" name="Shape 81"/>
          <p:cNvSpPr/>
          <p:nvPr/>
        </p:nvSpPr>
        <p:spPr>
          <a:xfrm>
            <a:off x="3459175" y="2646274"/>
            <a:ext cx="803758" cy="547840"/>
          </a:xfrm>
          <a:prstGeom prst="rect">
            <a:avLst/>
          </a:prstGeom>
          <a:solidFill>
            <a:srgbClr val="FFFFFF">
              <a:alpha val="344"/>
            </a:srgbClr>
          </a:solidFill>
          <a:ln/>
        </p:spPr>
      </p:sp>
      <p:sp>
        <p:nvSpPr>
          <p:cNvPr id="84" name="Shape 82"/>
          <p:cNvSpPr/>
          <p:nvPr/>
        </p:nvSpPr>
        <p:spPr>
          <a:xfrm>
            <a:off x="3459175" y="3184970"/>
            <a:ext cx="803758" cy="547840"/>
          </a:xfrm>
          <a:prstGeom prst="rect">
            <a:avLst/>
          </a:prstGeom>
          <a:solidFill>
            <a:srgbClr val="FFFFFF">
              <a:alpha val="688"/>
            </a:srgbClr>
          </a:solidFill>
          <a:ln/>
        </p:spPr>
      </p:sp>
      <p:sp>
        <p:nvSpPr>
          <p:cNvPr id="85" name="Shape 83"/>
          <p:cNvSpPr/>
          <p:nvPr/>
        </p:nvSpPr>
        <p:spPr>
          <a:xfrm>
            <a:off x="3459175" y="3723665"/>
            <a:ext cx="803758" cy="547840"/>
          </a:xfrm>
          <a:prstGeom prst="rect">
            <a:avLst/>
          </a:prstGeom>
          <a:solidFill>
            <a:srgbClr val="FFFFFF">
              <a:alpha val="1031"/>
            </a:srgbClr>
          </a:solidFill>
          <a:ln/>
        </p:spPr>
      </p:sp>
      <p:sp>
        <p:nvSpPr>
          <p:cNvPr id="86" name="Shape 84"/>
          <p:cNvSpPr/>
          <p:nvPr/>
        </p:nvSpPr>
        <p:spPr>
          <a:xfrm>
            <a:off x="3459175" y="4262361"/>
            <a:ext cx="803758" cy="547840"/>
          </a:xfrm>
          <a:prstGeom prst="rect">
            <a:avLst/>
          </a:prstGeom>
          <a:solidFill>
            <a:srgbClr val="FFFFFF">
              <a:alpha val="1375"/>
            </a:srgbClr>
          </a:solidFill>
          <a:ln/>
        </p:spPr>
      </p:sp>
      <p:sp>
        <p:nvSpPr>
          <p:cNvPr id="87" name="Shape 85"/>
          <p:cNvSpPr/>
          <p:nvPr/>
        </p:nvSpPr>
        <p:spPr>
          <a:xfrm>
            <a:off x="3459175" y="4801057"/>
            <a:ext cx="803758" cy="547840"/>
          </a:xfrm>
          <a:prstGeom prst="rect">
            <a:avLst/>
          </a:prstGeom>
          <a:solidFill>
            <a:srgbClr val="FFFFFF">
              <a:alpha val="1719"/>
            </a:srgbClr>
          </a:solidFill>
          <a:ln/>
        </p:spPr>
      </p:sp>
      <p:sp>
        <p:nvSpPr>
          <p:cNvPr id="88" name="Shape 86"/>
          <p:cNvSpPr/>
          <p:nvPr/>
        </p:nvSpPr>
        <p:spPr>
          <a:xfrm>
            <a:off x="3459175" y="5339753"/>
            <a:ext cx="803758" cy="547840"/>
          </a:xfrm>
          <a:prstGeom prst="rect">
            <a:avLst/>
          </a:prstGeom>
          <a:solidFill>
            <a:srgbClr val="FFFFFF">
              <a:alpha val="2063"/>
            </a:srgbClr>
          </a:solidFill>
          <a:ln/>
        </p:spPr>
      </p:sp>
      <p:sp>
        <p:nvSpPr>
          <p:cNvPr id="89" name="Shape 87"/>
          <p:cNvSpPr/>
          <p:nvPr/>
        </p:nvSpPr>
        <p:spPr>
          <a:xfrm>
            <a:off x="3459175" y="5878449"/>
            <a:ext cx="803758" cy="547840"/>
          </a:xfrm>
          <a:prstGeom prst="rect">
            <a:avLst/>
          </a:prstGeom>
          <a:solidFill>
            <a:srgbClr val="FFFFFF">
              <a:alpha val="2406"/>
            </a:srgbClr>
          </a:solidFill>
          <a:ln/>
        </p:spPr>
      </p:sp>
      <p:sp>
        <p:nvSpPr>
          <p:cNvPr id="90" name="Shape 88"/>
          <p:cNvSpPr/>
          <p:nvPr/>
        </p:nvSpPr>
        <p:spPr>
          <a:xfrm>
            <a:off x="3459175" y="6417145"/>
            <a:ext cx="803758" cy="547840"/>
          </a:xfrm>
          <a:prstGeom prst="rect">
            <a:avLst/>
          </a:prstGeom>
          <a:solidFill>
            <a:srgbClr val="FFFFFF">
              <a:alpha val="2750"/>
            </a:srgbClr>
          </a:solidFill>
          <a:ln/>
        </p:spPr>
      </p:sp>
      <p:sp>
        <p:nvSpPr>
          <p:cNvPr id="91" name="Shape 89"/>
          <p:cNvSpPr/>
          <p:nvPr/>
        </p:nvSpPr>
        <p:spPr>
          <a:xfrm>
            <a:off x="4151376" y="4484218"/>
            <a:ext cx="803758" cy="319126"/>
          </a:xfrm>
          <a:prstGeom prst="rect">
            <a:avLst/>
          </a:prstGeom>
          <a:solidFill>
            <a:srgbClr val="FFFFFF">
              <a:alpha val="138"/>
            </a:srgbClr>
          </a:solidFill>
          <a:ln/>
        </p:spPr>
      </p:sp>
      <p:sp>
        <p:nvSpPr>
          <p:cNvPr id="92" name="Shape 90"/>
          <p:cNvSpPr/>
          <p:nvPr/>
        </p:nvSpPr>
        <p:spPr>
          <a:xfrm>
            <a:off x="4151376" y="4794199"/>
            <a:ext cx="803758" cy="319126"/>
          </a:xfrm>
          <a:prstGeom prst="rect">
            <a:avLst/>
          </a:prstGeom>
          <a:solidFill>
            <a:srgbClr val="FFFFFF">
              <a:alpha val="275"/>
            </a:srgbClr>
          </a:solidFill>
          <a:ln/>
        </p:spPr>
      </p:sp>
      <p:sp>
        <p:nvSpPr>
          <p:cNvPr id="93" name="Shape 91"/>
          <p:cNvSpPr/>
          <p:nvPr/>
        </p:nvSpPr>
        <p:spPr>
          <a:xfrm>
            <a:off x="4151376" y="5104181"/>
            <a:ext cx="803758" cy="319126"/>
          </a:xfrm>
          <a:prstGeom prst="rect">
            <a:avLst/>
          </a:prstGeom>
          <a:solidFill>
            <a:srgbClr val="FFFFFF">
              <a:alpha val="412"/>
            </a:srgbClr>
          </a:solidFill>
          <a:ln/>
        </p:spPr>
      </p:sp>
      <p:sp>
        <p:nvSpPr>
          <p:cNvPr id="94" name="Shape 92"/>
          <p:cNvSpPr/>
          <p:nvPr/>
        </p:nvSpPr>
        <p:spPr>
          <a:xfrm>
            <a:off x="4151376" y="5414162"/>
            <a:ext cx="803758" cy="319126"/>
          </a:xfrm>
          <a:prstGeom prst="rect">
            <a:avLst/>
          </a:prstGeom>
          <a:solidFill>
            <a:srgbClr val="FFFFFF">
              <a:alpha val="550"/>
            </a:srgbClr>
          </a:solidFill>
          <a:ln/>
        </p:spPr>
      </p:sp>
      <p:sp>
        <p:nvSpPr>
          <p:cNvPr id="95" name="Shape 93"/>
          <p:cNvSpPr/>
          <p:nvPr/>
        </p:nvSpPr>
        <p:spPr>
          <a:xfrm>
            <a:off x="4151376" y="5724144"/>
            <a:ext cx="803758" cy="319126"/>
          </a:xfrm>
          <a:prstGeom prst="rect">
            <a:avLst/>
          </a:prstGeom>
          <a:solidFill>
            <a:srgbClr val="FFFFFF">
              <a:alpha val="688"/>
            </a:srgbClr>
          </a:solidFill>
          <a:ln/>
        </p:spPr>
      </p:sp>
      <p:sp>
        <p:nvSpPr>
          <p:cNvPr id="96" name="Shape 94"/>
          <p:cNvSpPr/>
          <p:nvPr/>
        </p:nvSpPr>
        <p:spPr>
          <a:xfrm>
            <a:off x="4151376" y="6034126"/>
            <a:ext cx="803758" cy="319126"/>
          </a:xfrm>
          <a:prstGeom prst="rect">
            <a:avLst/>
          </a:prstGeom>
          <a:solidFill>
            <a:srgbClr val="FFFFFF">
              <a:alpha val="825"/>
            </a:srgbClr>
          </a:solidFill>
          <a:ln/>
        </p:spPr>
      </p:sp>
      <p:sp>
        <p:nvSpPr>
          <p:cNvPr id="97" name="Shape 95"/>
          <p:cNvSpPr/>
          <p:nvPr/>
        </p:nvSpPr>
        <p:spPr>
          <a:xfrm>
            <a:off x="4151376" y="6344107"/>
            <a:ext cx="803758" cy="319126"/>
          </a:xfrm>
          <a:prstGeom prst="rect">
            <a:avLst/>
          </a:prstGeom>
          <a:solidFill>
            <a:srgbClr val="FFFFFF">
              <a:alpha val="963"/>
            </a:srgbClr>
          </a:solidFill>
          <a:ln/>
        </p:spPr>
      </p:sp>
      <p:sp>
        <p:nvSpPr>
          <p:cNvPr id="98" name="Shape 96"/>
          <p:cNvSpPr/>
          <p:nvPr/>
        </p:nvSpPr>
        <p:spPr>
          <a:xfrm>
            <a:off x="4151376" y="6654089"/>
            <a:ext cx="803758" cy="319126"/>
          </a:xfrm>
          <a:prstGeom prst="rect">
            <a:avLst/>
          </a:prstGeom>
          <a:solidFill>
            <a:srgbClr val="FFFFFF">
              <a:alpha val="1100"/>
            </a:srgbClr>
          </a:solidFill>
          <a:ln/>
        </p:spPr>
      </p:sp>
      <p:sp>
        <p:nvSpPr>
          <p:cNvPr id="104" name="Text 102"/>
          <p:cNvSpPr/>
          <p:nvPr/>
        </p:nvSpPr>
        <p:spPr>
          <a:xfrm>
            <a:off x="6214262" y="1005840"/>
            <a:ext cx="5729630" cy="822960"/>
          </a:xfrm>
          <a:prstGeom prst="rect">
            <a:avLst/>
          </a:prstGeom>
          <a:noFill/>
          <a:ln/>
        </p:spPr>
        <p:txBody>
          <a:bodyPr wrap="square" rtlCol="0" anchor="t"/>
          <a:lstStyle/>
          <a:p>
            <a:pPr indent="0" marL="0">
              <a:lnSpc>
                <a:spcPct val="90000"/>
              </a:lnSpc>
              <a:buNone/>
            </a:pPr>
            <a:r>
              <a:rPr lang="en-US" sz="4800" spc="-150" kern="0" dirty="0">
                <a:solidFill>
                  <a:srgbClr val="FFFFFF"/>
                </a:solidFill>
                <a:latin typeface="Manrope" pitchFamily="34" charset="0"/>
                <a:ea typeface="Manrope" pitchFamily="34" charset="-122"/>
                <a:cs typeface="Manrope" pitchFamily="34" charset="-120"/>
              </a:rPr>
              <a:t>References</a:t>
            </a:r>
          </a:p>
        </p:txBody>
      </p:sp>
      <p:sp>
        <p:nvSpPr>
          <p:cNvPr id="105" name="Text 103"/>
          <p:cNvSpPr/>
          <p:nvPr/>
        </p:nvSpPr>
        <p:spPr>
          <a:xfrm>
            <a:off x="6745529" y="1965960"/>
            <a:ext cx="5120640" cy="64008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109 sources, all checked on 16 Oct 2026, according to the research</a:t>
            </a:r>
          </a:p>
        </p:txBody>
      </p:sp>
      <p:sp>
        <p:nvSpPr>
          <p:cNvPr id="106" name="Text 104"/>
          <p:cNvSpPr/>
          <p:nvPr/>
        </p:nvSpPr>
        <p:spPr>
          <a:xfrm>
            <a:off x="6217920" y="2880360"/>
            <a:ext cx="5394960" cy="3291840"/>
          </a:xfrm>
          <a:prstGeom prst="rect">
            <a:avLst/>
          </a:prstGeom>
          <a:noFill/>
          <a:ln/>
        </p:spPr>
        <p:txBody>
          <a:bodyPr wrap="square" rtlCol="0" anchor="t"/>
          <a:lstStyle/>
          <a:p>
            <a:pPr indent="0" marL="0">
              <a:lnSpc>
                <a:spcPct val="125000"/>
              </a:lnSpc>
              <a:spcAft>
                <a:spcPts val="1000"/>
              </a:spcAft>
              <a:buNone/>
            </a:pPr>
            <a:r>
              <a:rPr lang="en-US" sz="1600" dirty="0" b="1">
                <a:solidFill>
                  <a:srgbClr val="D5E6CD"/>
                </a:solidFill>
                <a:latin typeface="Manrope" pitchFamily="34" charset="0"/>
                <a:ea typeface="Manrope" pitchFamily="34" charset="-122"/>
                <a:cs typeface="Manrope" pitchFamily="34" charset="-120"/>
              </a:rPr>
              <a:t>1–42 </a:t>
            </a:r>
            <a:r>
              <a:rPr lang="en-US" sz="1600" dirty="0">
                <a:solidFill>
                  <a:srgbClr val="FFFFFF"/>
                </a:solidFill>
                <a:latin typeface="Manrope" pitchFamily="34" charset="0"/>
                <a:ea typeface="Manrope" pitchFamily="34" charset="-122"/>
                <a:cs typeface="Manrope" pitchFamily="34" charset="-120"/>
              </a:rPr>
              <a:t>Lucy's original research: courses, papers and docs</a:t>
            </a:r>
          </a:p>
          <a:p>
            <a:pPr indent="0" marL="0">
              <a:lnSpc>
                <a:spcPct val="125000"/>
              </a:lnSpc>
              <a:spcAft>
                <a:spcPts val="1000"/>
              </a:spcAft>
              <a:buNone/>
            </a:pPr>
            <a:r>
              <a:rPr lang="en-US" sz="1600" dirty="0" b="1">
                <a:solidFill>
                  <a:srgbClr val="D5E6CD"/>
                </a:solidFill>
                <a:latin typeface="Manrope" pitchFamily="34" charset="0"/>
                <a:ea typeface="Manrope" pitchFamily="34" charset="-122"/>
                <a:cs typeface="Manrope" pitchFamily="34" charset="-120"/>
              </a:rPr>
              <a:t>43–79 </a:t>
            </a:r>
            <a:r>
              <a:rPr lang="en-US" sz="1600" dirty="0">
                <a:solidFill>
                  <a:srgbClr val="FFFFFF"/>
                </a:solidFill>
                <a:latin typeface="Manrope" pitchFamily="34" charset="0"/>
                <a:ea typeface="Manrope" pitchFamily="34" charset="-122"/>
                <a:cs typeface="Manrope" pitchFamily="34" charset="-120"/>
              </a:rPr>
              <a:t>her research addendum</a:t>
            </a:r>
          </a:p>
          <a:p>
            <a:pPr indent="0" marL="0">
              <a:lnSpc>
                <a:spcPct val="125000"/>
              </a:lnSpc>
              <a:spcAft>
                <a:spcPts val="1000"/>
              </a:spcAft>
              <a:buNone/>
            </a:pPr>
            <a:r>
              <a:rPr lang="en-US" sz="1600" dirty="0" b="1">
                <a:solidFill>
                  <a:srgbClr val="D5E6CD"/>
                </a:solidFill>
                <a:latin typeface="Manrope" pitchFamily="34" charset="0"/>
                <a:ea typeface="Manrope" pitchFamily="34" charset="-122"/>
                <a:cs typeface="Manrope" pitchFamily="34" charset="-120"/>
              </a:rPr>
              <a:t>80–109 </a:t>
            </a:r>
            <a:r>
              <a:rPr lang="en-US" sz="1600" dirty="0">
                <a:solidFill>
                  <a:srgbClr val="FFFFFF"/>
                </a:solidFill>
                <a:latin typeface="Manrope" pitchFamily="34" charset="0"/>
                <a:ea typeface="Manrope" pitchFamily="34" charset="-122"/>
                <a:cs typeface="Manrope" pitchFamily="34" charset="-120"/>
              </a:rPr>
              <a:t>her “Beginner basics glossary”: Google ML Glossary, Anthropic glossary, Wikipedia</a:t>
            </a:r>
          </a:p>
          <a:p>
            <a:pPr indent="0" marL="0">
              <a:lnSpc>
                <a:spcPct val="125000"/>
              </a:lnSpc>
              <a:spcAft>
                <a:spcPts val="1000"/>
              </a:spcAft>
              <a:buNone/>
            </a:pPr>
            <a:r>
              <a:rPr lang="en-US" sz="1600" dirty="0" b="1">
                <a:solidFill>
                  <a:srgbClr val="D5E6CD"/>
                </a:solidFill>
                <a:latin typeface="Manrope" pitchFamily="34" charset="0"/>
                <a:ea typeface="Manrope" pitchFamily="34" charset="-122"/>
                <a:cs typeface="Manrope" pitchFamily="34" charset="-120"/>
              </a:rPr>
              <a:t>Key papers: </a:t>
            </a:r>
            <a:r>
              <a:rPr lang="en-US" sz="1600" dirty="0">
                <a:solidFill>
                  <a:srgbClr val="FFFFFF"/>
                </a:solidFill>
                <a:latin typeface="Manrope" pitchFamily="34" charset="0"/>
                <a:ea typeface="Manrope" pitchFamily="34" charset="-122"/>
                <a:cs typeface="Manrope" pitchFamily="34" charset="-120"/>
              </a:rPr>
              <a:t>Vaswani et al. (Transformer), Lewis et al. (RAG), Yao et al. (ReAct)</a:t>
            </a:r>
          </a:p>
          <a:p>
            <a:pPr indent="0" marL="0">
              <a:lnSpc>
                <a:spcPct val="125000"/>
              </a:lnSpc>
              <a:spcAft>
                <a:spcPts val="1000"/>
              </a:spcAft>
              <a:buNone/>
            </a:pPr>
            <a:r>
              <a:rPr lang="en-US" sz="1600" dirty="0" b="1">
                <a:solidFill>
                  <a:srgbClr val="D5E6CD"/>
                </a:solidFill>
                <a:latin typeface="Manrope" pitchFamily="34" charset="0"/>
                <a:ea typeface="Manrope" pitchFamily="34" charset="-122"/>
                <a:cs typeface="Manrope" pitchFamily="34" charset="-120"/>
              </a:rPr>
              <a:t>Full list with links: </a:t>
            </a:r>
            <a:r>
              <a:rPr lang="en-US" sz="1600" dirty="0">
                <a:solidFill>
                  <a:srgbClr val="FFFFFF"/>
                </a:solidFill>
                <a:latin typeface="Manrope" pitchFamily="34" charset="0"/>
                <a:ea typeface="Manrope" pitchFamily="34" charset="-122"/>
                <a:cs typeface="Manrope" pitchFamily="34" charset="-120"/>
              </a:rPr>
              <a:t>speaker notes</a:t>
            </a:r>
          </a:p>
        </p:txBody>
      </p:sp>
      <p:sp>
        <p:nvSpPr>
          <p:cNvPr id="107" name="Shape 105"/>
          <p:cNvSpPr/>
          <p:nvPr/>
        </p:nvSpPr>
        <p:spPr>
          <a:xfrm>
            <a:off x="11835994" y="1750162"/>
            <a:ext cx="803758" cy="657454"/>
          </a:xfrm>
          <a:prstGeom prst="rect">
            <a:avLst/>
          </a:prstGeom>
          <a:solidFill>
            <a:srgbClr val="FFFFFF">
              <a:alpha val="688"/>
            </a:srgbClr>
          </a:solidFill>
          <a:ln/>
        </p:spPr>
      </p:sp>
      <p:sp>
        <p:nvSpPr>
          <p:cNvPr id="108" name="Shape 106"/>
          <p:cNvSpPr/>
          <p:nvPr/>
        </p:nvSpPr>
        <p:spPr>
          <a:xfrm>
            <a:off x="11835994" y="2398471"/>
            <a:ext cx="803758" cy="657454"/>
          </a:xfrm>
          <a:prstGeom prst="rect">
            <a:avLst/>
          </a:prstGeom>
          <a:solidFill>
            <a:srgbClr val="FFFFFF">
              <a:alpha val="1375"/>
            </a:srgbClr>
          </a:solidFill>
          <a:ln/>
        </p:spPr>
      </p:sp>
      <p:sp>
        <p:nvSpPr>
          <p:cNvPr id="109" name="Shape 107"/>
          <p:cNvSpPr/>
          <p:nvPr/>
        </p:nvSpPr>
        <p:spPr>
          <a:xfrm>
            <a:off x="11835994" y="3046781"/>
            <a:ext cx="803758" cy="657454"/>
          </a:xfrm>
          <a:prstGeom prst="rect">
            <a:avLst/>
          </a:prstGeom>
          <a:solidFill>
            <a:srgbClr val="FFFFFF">
              <a:alpha val="2063"/>
            </a:srgbClr>
          </a:solidFill>
          <a:ln/>
        </p:spPr>
      </p:sp>
      <p:sp>
        <p:nvSpPr>
          <p:cNvPr id="110" name="Shape 108"/>
          <p:cNvSpPr/>
          <p:nvPr/>
        </p:nvSpPr>
        <p:spPr>
          <a:xfrm>
            <a:off x="11835994" y="3695090"/>
            <a:ext cx="803758" cy="657454"/>
          </a:xfrm>
          <a:prstGeom prst="rect">
            <a:avLst/>
          </a:prstGeom>
          <a:solidFill>
            <a:srgbClr val="FFFFFF">
              <a:alpha val="2750"/>
            </a:srgbClr>
          </a:solidFill>
          <a:ln/>
        </p:spPr>
      </p:sp>
      <p:sp>
        <p:nvSpPr>
          <p:cNvPr id="111" name="Shape 109"/>
          <p:cNvSpPr/>
          <p:nvPr/>
        </p:nvSpPr>
        <p:spPr>
          <a:xfrm>
            <a:off x="11835994" y="4343400"/>
            <a:ext cx="803758" cy="657454"/>
          </a:xfrm>
          <a:prstGeom prst="rect">
            <a:avLst/>
          </a:prstGeom>
          <a:solidFill>
            <a:srgbClr val="FFFFFF">
              <a:alpha val="3438"/>
            </a:srgbClr>
          </a:solidFill>
          <a:ln/>
        </p:spPr>
      </p:sp>
      <p:sp>
        <p:nvSpPr>
          <p:cNvPr id="112" name="Shape 110"/>
          <p:cNvSpPr/>
          <p:nvPr/>
        </p:nvSpPr>
        <p:spPr>
          <a:xfrm>
            <a:off x="11835994" y="4991710"/>
            <a:ext cx="803758" cy="657454"/>
          </a:xfrm>
          <a:prstGeom prst="rect">
            <a:avLst/>
          </a:prstGeom>
          <a:solidFill>
            <a:srgbClr val="FFFFFF">
              <a:alpha val="4125"/>
            </a:srgbClr>
          </a:solidFill>
          <a:ln/>
        </p:spPr>
      </p:sp>
      <p:sp>
        <p:nvSpPr>
          <p:cNvPr id="113" name="Shape 111"/>
          <p:cNvSpPr/>
          <p:nvPr/>
        </p:nvSpPr>
        <p:spPr>
          <a:xfrm>
            <a:off x="11835994" y="5640019"/>
            <a:ext cx="803758" cy="657454"/>
          </a:xfrm>
          <a:prstGeom prst="rect">
            <a:avLst/>
          </a:prstGeom>
          <a:solidFill>
            <a:srgbClr val="FFFFFF">
              <a:alpha val="4813"/>
            </a:srgbClr>
          </a:solidFill>
          <a:ln/>
        </p:spPr>
      </p:sp>
      <p:sp>
        <p:nvSpPr>
          <p:cNvPr id="114" name="Shape 112"/>
          <p:cNvSpPr/>
          <p:nvPr/>
        </p:nvSpPr>
        <p:spPr>
          <a:xfrm>
            <a:off x="11835994" y="6288329"/>
            <a:ext cx="803758" cy="657454"/>
          </a:xfrm>
          <a:prstGeom prst="rect">
            <a:avLst/>
          </a:prstGeom>
          <a:solidFill>
            <a:srgbClr val="FFFFFF">
              <a:alpha val="5500"/>
            </a:srgbClr>
          </a:solidFill>
          <a:ln/>
        </p:spPr>
      </p:sp>
      <p:sp>
        <p:nvSpPr>
          <p:cNvPr id="115" name="Shape 113"/>
          <p:cNvSpPr/>
          <p:nvPr/>
        </p:nvSpPr>
        <p:spPr>
          <a:xfrm>
            <a:off x="10465308" y="4358030"/>
            <a:ext cx="803758" cy="331356"/>
          </a:xfrm>
          <a:prstGeom prst="rect">
            <a:avLst/>
          </a:prstGeom>
          <a:solidFill>
            <a:srgbClr val="FFFFFF">
              <a:alpha val="138"/>
            </a:srgbClr>
          </a:solidFill>
          <a:ln/>
        </p:spPr>
      </p:sp>
      <p:sp>
        <p:nvSpPr>
          <p:cNvPr id="116" name="Shape 114"/>
          <p:cNvSpPr/>
          <p:nvPr/>
        </p:nvSpPr>
        <p:spPr>
          <a:xfrm>
            <a:off x="10465308" y="4680242"/>
            <a:ext cx="803758" cy="331356"/>
          </a:xfrm>
          <a:prstGeom prst="rect">
            <a:avLst/>
          </a:prstGeom>
          <a:solidFill>
            <a:srgbClr val="FFFFFF">
              <a:alpha val="275"/>
            </a:srgbClr>
          </a:solidFill>
          <a:ln/>
        </p:spPr>
      </p:sp>
      <p:sp>
        <p:nvSpPr>
          <p:cNvPr id="117" name="Shape 115"/>
          <p:cNvSpPr/>
          <p:nvPr/>
        </p:nvSpPr>
        <p:spPr>
          <a:xfrm>
            <a:off x="10465308" y="5002454"/>
            <a:ext cx="803758" cy="331356"/>
          </a:xfrm>
          <a:prstGeom prst="rect">
            <a:avLst/>
          </a:prstGeom>
          <a:solidFill>
            <a:srgbClr val="FFFFFF">
              <a:alpha val="412"/>
            </a:srgbClr>
          </a:solidFill>
          <a:ln/>
        </p:spPr>
      </p:sp>
      <p:sp>
        <p:nvSpPr>
          <p:cNvPr id="118" name="Shape 116"/>
          <p:cNvSpPr/>
          <p:nvPr/>
        </p:nvSpPr>
        <p:spPr>
          <a:xfrm>
            <a:off x="10465308" y="5324666"/>
            <a:ext cx="803758" cy="331356"/>
          </a:xfrm>
          <a:prstGeom prst="rect">
            <a:avLst/>
          </a:prstGeom>
          <a:solidFill>
            <a:srgbClr val="FFFFFF">
              <a:alpha val="550"/>
            </a:srgbClr>
          </a:solidFill>
          <a:ln/>
        </p:spPr>
      </p:sp>
      <p:sp>
        <p:nvSpPr>
          <p:cNvPr id="119" name="Shape 117"/>
          <p:cNvSpPr/>
          <p:nvPr/>
        </p:nvSpPr>
        <p:spPr>
          <a:xfrm>
            <a:off x="10465308" y="5646877"/>
            <a:ext cx="803758" cy="331356"/>
          </a:xfrm>
          <a:prstGeom prst="rect">
            <a:avLst/>
          </a:prstGeom>
          <a:solidFill>
            <a:srgbClr val="FFFFFF">
              <a:alpha val="688"/>
            </a:srgbClr>
          </a:solidFill>
          <a:ln/>
        </p:spPr>
      </p:sp>
      <p:sp>
        <p:nvSpPr>
          <p:cNvPr id="120" name="Shape 118"/>
          <p:cNvSpPr/>
          <p:nvPr/>
        </p:nvSpPr>
        <p:spPr>
          <a:xfrm>
            <a:off x="10465308" y="5969089"/>
            <a:ext cx="803758" cy="331356"/>
          </a:xfrm>
          <a:prstGeom prst="rect">
            <a:avLst/>
          </a:prstGeom>
          <a:solidFill>
            <a:srgbClr val="FFFFFF">
              <a:alpha val="825"/>
            </a:srgbClr>
          </a:solidFill>
          <a:ln/>
        </p:spPr>
      </p:sp>
      <p:sp>
        <p:nvSpPr>
          <p:cNvPr id="121" name="Shape 119"/>
          <p:cNvSpPr/>
          <p:nvPr/>
        </p:nvSpPr>
        <p:spPr>
          <a:xfrm>
            <a:off x="10465308" y="6291301"/>
            <a:ext cx="803758" cy="331356"/>
          </a:xfrm>
          <a:prstGeom prst="rect">
            <a:avLst/>
          </a:prstGeom>
          <a:solidFill>
            <a:srgbClr val="FFFFFF">
              <a:alpha val="963"/>
            </a:srgbClr>
          </a:solidFill>
          <a:ln/>
        </p:spPr>
      </p:sp>
      <p:sp>
        <p:nvSpPr>
          <p:cNvPr id="122" name="Shape 120"/>
          <p:cNvSpPr/>
          <p:nvPr/>
        </p:nvSpPr>
        <p:spPr>
          <a:xfrm>
            <a:off x="10465308" y="6613512"/>
            <a:ext cx="803758" cy="331356"/>
          </a:xfrm>
          <a:prstGeom prst="rect">
            <a:avLst/>
          </a:prstGeom>
          <a:solidFill>
            <a:srgbClr val="FFFFFF">
              <a:alpha val="1100"/>
            </a:srgbClr>
          </a:solidFill>
          <a:ln/>
        </p:spPr>
      </p:sp>
      <p:sp>
        <p:nvSpPr>
          <p:cNvPr id="123" name="Shape 121"/>
          <p:cNvSpPr/>
          <p:nvPr/>
        </p:nvSpPr>
        <p:spPr>
          <a:xfrm>
            <a:off x="11155680" y="3177540"/>
            <a:ext cx="803758" cy="482117"/>
          </a:xfrm>
          <a:prstGeom prst="rect">
            <a:avLst/>
          </a:prstGeom>
          <a:solidFill>
            <a:srgbClr val="FFFFFF">
              <a:alpha val="344"/>
            </a:srgbClr>
          </a:solidFill>
          <a:ln/>
        </p:spPr>
      </p:sp>
      <p:sp>
        <p:nvSpPr>
          <p:cNvPr id="124" name="Shape 122"/>
          <p:cNvSpPr/>
          <p:nvPr/>
        </p:nvSpPr>
        <p:spPr>
          <a:xfrm>
            <a:off x="11155680" y="3650513"/>
            <a:ext cx="803758" cy="482117"/>
          </a:xfrm>
          <a:prstGeom prst="rect">
            <a:avLst/>
          </a:prstGeom>
          <a:solidFill>
            <a:srgbClr val="FFFFFF">
              <a:alpha val="688"/>
            </a:srgbClr>
          </a:solidFill>
          <a:ln/>
        </p:spPr>
      </p:sp>
      <p:sp>
        <p:nvSpPr>
          <p:cNvPr id="125" name="Shape 123"/>
          <p:cNvSpPr/>
          <p:nvPr/>
        </p:nvSpPr>
        <p:spPr>
          <a:xfrm>
            <a:off x="11155680" y="4123487"/>
            <a:ext cx="803758" cy="482117"/>
          </a:xfrm>
          <a:prstGeom prst="rect">
            <a:avLst/>
          </a:prstGeom>
          <a:solidFill>
            <a:srgbClr val="FFFFFF">
              <a:alpha val="1031"/>
            </a:srgbClr>
          </a:solidFill>
          <a:ln/>
        </p:spPr>
      </p:sp>
      <p:sp>
        <p:nvSpPr>
          <p:cNvPr id="126" name="Shape 124"/>
          <p:cNvSpPr/>
          <p:nvPr/>
        </p:nvSpPr>
        <p:spPr>
          <a:xfrm>
            <a:off x="11155680" y="4596460"/>
            <a:ext cx="803758" cy="482117"/>
          </a:xfrm>
          <a:prstGeom prst="rect">
            <a:avLst/>
          </a:prstGeom>
          <a:solidFill>
            <a:srgbClr val="FFFFFF">
              <a:alpha val="1375"/>
            </a:srgbClr>
          </a:solidFill>
          <a:ln/>
        </p:spPr>
      </p:sp>
      <p:sp>
        <p:nvSpPr>
          <p:cNvPr id="127" name="Shape 125"/>
          <p:cNvSpPr/>
          <p:nvPr/>
        </p:nvSpPr>
        <p:spPr>
          <a:xfrm>
            <a:off x="11155680" y="5069434"/>
            <a:ext cx="803758" cy="482117"/>
          </a:xfrm>
          <a:prstGeom prst="rect">
            <a:avLst/>
          </a:prstGeom>
          <a:solidFill>
            <a:srgbClr val="FFFFFF">
              <a:alpha val="1719"/>
            </a:srgbClr>
          </a:solidFill>
          <a:ln/>
        </p:spPr>
      </p:sp>
      <p:sp>
        <p:nvSpPr>
          <p:cNvPr id="128" name="Shape 126"/>
          <p:cNvSpPr/>
          <p:nvPr/>
        </p:nvSpPr>
        <p:spPr>
          <a:xfrm>
            <a:off x="11155680" y="5542407"/>
            <a:ext cx="803758" cy="482117"/>
          </a:xfrm>
          <a:prstGeom prst="rect">
            <a:avLst/>
          </a:prstGeom>
          <a:solidFill>
            <a:srgbClr val="FFFFFF">
              <a:alpha val="2063"/>
            </a:srgbClr>
          </a:solidFill>
          <a:ln/>
        </p:spPr>
      </p:sp>
      <p:sp>
        <p:nvSpPr>
          <p:cNvPr id="129" name="Shape 127"/>
          <p:cNvSpPr/>
          <p:nvPr/>
        </p:nvSpPr>
        <p:spPr>
          <a:xfrm>
            <a:off x="11155680" y="6015380"/>
            <a:ext cx="803758" cy="482117"/>
          </a:xfrm>
          <a:prstGeom prst="rect">
            <a:avLst/>
          </a:prstGeom>
          <a:solidFill>
            <a:srgbClr val="FFFFFF">
              <a:alpha val="2406"/>
            </a:srgbClr>
          </a:solidFill>
          <a:ln/>
        </p:spPr>
      </p:sp>
      <p:sp>
        <p:nvSpPr>
          <p:cNvPr id="130" name="Shape 128"/>
          <p:cNvSpPr/>
          <p:nvPr/>
        </p:nvSpPr>
        <p:spPr>
          <a:xfrm>
            <a:off x="11155680" y="6488354"/>
            <a:ext cx="803758" cy="482117"/>
          </a:xfrm>
          <a:prstGeom prst="rect">
            <a:avLst/>
          </a:prstGeom>
          <a:solidFill>
            <a:srgbClr val="FFFFFF">
              <a:alpha val="2750"/>
            </a:srgbClr>
          </a:solidFill>
          <a:ln/>
        </p:spPr>
      </p:sp>
      <p:sp>
        <p:nvSpPr>
          <p:cNvPr id="131" name="Shape 129"/>
          <p:cNvSpPr/>
          <p:nvPr/>
        </p:nvSpPr>
        <p:spPr>
          <a:xfrm>
            <a:off x="6339535" y="1984248"/>
            <a:ext cx="351130" cy="351130"/>
          </a:xfrm>
          <a:prstGeom prst="ellipse">
            <a:avLst/>
          </a:prstGeom>
          <a:ln w="15875">
            <a:solidFill>
              <a:srgbClr val="9FEF9C"/>
            </a:solidFill>
            <a:prstDash val="solid"/>
          </a:ln>
        </p:spPr>
      </p:sp>
      <p:sp>
        <p:nvSpPr>
          <p:cNvPr id="132" name="Shape 130"/>
          <p:cNvSpPr/>
          <p:nvPr/>
        </p:nvSpPr>
        <p:spPr>
          <a:xfrm>
            <a:off x="6455408" y="2100377"/>
            <a:ext cx="119384" cy="119384"/>
          </a:xfrm>
          <a:prstGeom prst="ellipse">
            <a:avLst/>
          </a:prstGeom>
          <a:solidFill>
            <a:srgbClr val="9FEF9C"/>
          </a:solidFill>
          <a:ln/>
        </p:spPr>
      </p:sp>
      <p:sp>
        <p:nvSpPr>
          <p:cNvPr id="134" name="Big count"/>
          <p:cNvSpPr/>
          <p:nvPr/>
        </p:nvSpPr>
        <p:spPr>
          <a:xfrm>
            <a:off x="548640" y="2377440"/>
            <a:ext cx="4626864" cy="1463040"/>
          </a:xfrm>
          <a:prstGeom prst="rect">
            <a:avLst/>
          </a:prstGeom>
          <a:noFill/>
          <a:ln w="12700">
            <a:noFill/>
          </a:ln>
        </p:spPr>
        <p:txBody>
          <a:bodyPr wrap="square" lIns="0" rIns="0" tIns="0" bIns="0" anchor="ctr" rtlCol="0"/>
          <a:lstStyle/>
          <a:p>
            <a:pPr algn="ctr"/>
            <a:r>
              <a:rPr lang="en-US" sz="11000" b="0" dirty="0">
                <a:solidFill>
                  <a:srgbClr val="FFFFFF"/>
                </a:solidFill>
                <a:latin typeface="Manrope"/>
                <a:cs typeface="Manrope"/>
              </a:rPr>
              <a:t>109</a:t>
            </a:r>
            <a:endParaRPr lang="en-US" sz="11000"/>
          </a:p>
        </p:txBody>
      </p:sp>
      <p:sp>
        <p:nvSpPr>
          <p:cNvPr id="135" name="Big label"/>
          <p:cNvSpPr/>
          <p:nvPr/>
        </p:nvSpPr>
        <p:spPr>
          <a:xfrm>
            <a:off x="548640" y="3931920"/>
            <a:ext cx="4626864" cy="457200"/>
          </a:xfrm>
          <a:prstGeom prst="rect">
            <a:avLst/>
          </a:prstGeom>
          <a:noFill/>
          <a:ln w="12700">
            <a:noFill/>
          </a:ln>
        </p:spPr>
        <p:txBody>
          <a:bodyPr wrap="square" lIns="0" rIns="0" tIns="0" bIns="0" anchor="ctr" rtlCol="0"/>
          <a:lstStyle/>
          <a:p>
            <a:pPr algn="ctr"/>
            <a:r>
              <a:rPr lang="en-US" sz="2000" b="0" dirty="0">
                <a:solidFill>
                  <a:srgbClr val="C0DAB4"/>
                </a:solidFill>
                <a:latin typeface="Manrope"/>
                <a:cs typeface="Manrope"/>
              </a:rPr>
              <a:t>sources behind this deck</a:t>
            </a:r>
            <a:endParaRPr lang="en-US" sz="2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4441"/>
          </a:solidFill>
          <a:ln/>
        </p:spPr>
        <p:txBody>
          <a:bodyPr/>
          <a:p/>
        </p:txBody>
      </p:sp>
      <p:sp>
        <p:nvSpPr>
          <p:cNvPr id="3" name="Shape 1"/>
          <p:cNvSpPr/>
          <p:nvPr/>
        </p:nvSpPr>
        <p:spPr>
          <a:xfrm>
            <a:off x="-10058400" y="-21488400"/>
            <a:ext cx="43525440" cy="43525440"/>
          </a:xfrm>
          <a:prstGeom prst="ellipse">
            <a:avLst/>
          </a:prstGeom>
          <a:solidFill>
            <a:srgbClr val="4B6041">
              <a:alpha val="5333"/>
            </a:srgbClr>
          </a:solidFill>
          <a:ln/>
        </p:spPr>
        <p:txBody>
          <a:bodyPr/>
          <a:p/>
        </p:txBody>
      </p:sp>
      <p:sp>
        <p:nvSpPr>
          <p:cNvPr id="4" name="Shape 2"/>
          <p:cNvSpPr/>
          <p:nvPr/>
        </p:nvSpPr>
        <p:spPr>
          <a:xfrm>
            <a:off x="-8046720" y="-19476720"/>
            <a:ext cx="39502080" cy="39502080"/>
          </a:xfrm>
          <a:prstGeom prst="ellipse">
            <a:avLst/>
          </a:prstGeom>
          <a:solidFill>
            <a:srgbClr val="4B6041">
              <a:alpha val="6000"/>
            </a:srgbClr>
          </a:solidFill>
          <a:ln/>
        </p:spPr>
        <p:txBody>
          <a:bodyPr/>
          <a:p/>
        </p:txBody>
      </p:sp>
      <p:sp>
        <p:nvSpPr>
          <p:cNvPr id="5" name="Shape 3"/>
          <p:cNvSpPr/>
          <p:nvPr/>
        </p:nvSpPr>
        <p:spPr>
          <a:xfrm>
            <a:off x="-6035040" y="-17465040"/>
            <a:ext cx="35478720" cy="35478720"/>
          </a:xfrm>
          <a:prstGeom prst="ellipse">
            <a:avLst/>
          </a:prstGeom>
          <a:solidFill>
            <a:srgbClr val="4B6041">
              <a:alpha val="6857"/>
            </a:srgbClr>
          </a:solidFill>
          <a:ln/>
        </p:spPr>
        <p:txBody>
          <a:bodyPr/>
          <a:p/>
        </p:txBody>
      </p:sp>
      <p:sp>
        <p:nvSpPr>
          <p:cNvPr id="6" name="Shape 4"/>
          <p:cNvSpPr/>
          <p:nvPr/>
        </p:nvSpPr>
        <p:spPr>
          <a:xfrm>
            <a:off x="-4023360" y="-15453360"/>
            <a:ext cx="31455360" cy="31455360"/>
          </a:xfrm>
          <a:prstGeom prst="ellipse">
            <a:avLst/>
          </a:prstGeom>
          <a:solidFill>
            <a:srgbClr val="4B6041">
              <a:alpha val="8000"/>
            </a:srgbClr>
          </a:solidFill>
          <a:ln/>
        </p:spPr>
        <p:txBody>
          <a:bodyPr/>
          <a:p/>
        </p:txBody>
      </p:sp>
      <p:sp>
        <p:nvSpPr>
          <p:cNvPr id="7" name="Shape 5"/>
          <p:cNvSpPr/>
          <p:nvPr/>
        </p:nvSpPr>
        <p:spPr>
          <a:xfrm>
            <a:off x="-2011680" y="-13441680"/>
            <a:ext cx="27432000" cy="27432000"/>
          </a:xfrm>
          <a:prstGeom prst="ellipse">
            <a:avLst/>
          </a:prstGeom>
          <a:solidFill>
            <a:srgbClr val="4B6041">
              <a:alpha val="9600"/>
            </a:srgbClr>
          </a:solidFill>
          <a:ln/>
        </p:spPr>
        <p:txBody>
          <a:bodyPr/>
          <a:p/>
        </p:txBody>
      </p:sp>
      <p:sp>
        <p:nvSpPr>
          <p:cNvPr id="8" name="Shape 6"/>
          <p:cNvSpPr/>
          <p:nvPr/>
        </p:nvSpPr>
        <p:spPr>
          <a:xfrm>
            <a:off x="0" y="-11430000"/>
            <a:ext cx="23408640" cy="23408640"/>
          </a:xfrm>
          <a:prstGeom prst="ellipse">
            <a:avLst/>
          </a:prstGeom>
          <a:solidFill>
            <a:srgbClr val="4B6041">
              <a:alpha val="12000"/>
            </a:srgbClr>
          </a:solidFill>
          <a:ln/>
        </p:spPr>
        <p:txBody>
          <a:bodyPr/>
          <a:p/>
        </p:txBody>
      </p:sp>
      <p:sp>
        <p:nvSpPr>
          <p:cNvPr id="9" name="Shape 7"/>
          <p:cNvSpPr/>
          <p:nvPr/>
        </p:nvSpPr>
        <p:spPr>
          <a:xfrm>
            <a:off x="2011680" y="-9418320"/>
            <a:ext cx="19385280" cy="19385280"/>
          </a:xfrm>
          <a:prstGeom prst="ellipse">
            <a:avLst/>
          </a:prstGeom>
          <a:solidFill>
            <a:srgbClr val="4B6041">
              <a:alpha val="16000"/>
            </a:srgbClr>
          </a:solidFill>
          <a:ln/>
        </p:spPr>
        <p:txBody>
          <a:bodyPr/>
          <a:p/>
        </p:txBody>
      </p:sp>
      <p:sp>
        <p:nvSpPr>
          <p:cNvPr id="10" name="Shape 8"/>
          <p:cNvSpPr/>
          <p:nvPr/>
        </p:nvSpPr>
        <p:spPr>
          <a:xfrm>
            <a:off x="4023360" y="-7406640"/>
            <a:ext cx="15361920" cy="15361920"/>
          </a:xfrm>
          <a:prstGeom prst="ellipse">
            <a:avLst/>
          </a:prstGeom>
          <a:solidFill>
            <a:srgbClr val="4B6041">
              <a:alpha val="24000"/>
            </a:srgbClr>
          </a:solidFill>
          <a:ln/>
        </p:spPr>
        <p:txBody>
          <a:bodyPr/>
          <a:p/>
        </p:txBody>
      </p:sp>
      <p:sp>
        <p:nvSpPr>
          <p:cNvPr id="11" name="Shape 9"/>
          <p:cNvSpPr/>
          <p:nvPr/>
        </p:nvSpPr>
        <p:spPr>
          <a:xfrm>
            <a:off x="6035040" y="-5394960"/>
            <a:ext cx="11338560" cy="11338560"/>
          </a:xfrm>
          <a:prstGeom prst="ellipse">
            <a:avLst/>
          </a:prstGeom>
          <a:solidFill>
            <a:srgbClr val="4B6041">
              <a:alpha val="48000"/>
            </a:srgbClr>
          </a:solidFill>
          <a:ln/>
        </p:spPr>
        <p:txBody>
          <a:bodyPr/>
          <a:p/>
        </p:txBody>
      </p:sp>
      <p:sp>
        <p:nvSpPr>
          <p:cNvPr id="12" name="Shape 10"/>
          <p:cNvSpPr/>
          <p:nvPr/>
        </p:nvSpPr>
        <p:spPr>
          <a:xfrm>
            <a:off x="7651699" y="1720901"/>
            <a:ext cx="803758" cy="849706"/>
          </a:xfrm>
          <a:prstGeom prst="rect">
            <a:avLst/>
          </a:prstGeom>
          <a:solidFill>
            <a:srgbClr val="FFFFFF">
              <a:alpha val="688"/>
            </a:srgbClr>
          </a:solidFill>
          <a:ln/>
        </p:spPr>
        <p:txBody>
          <a:bodyPr/>
          <a:p/>
        </p:txBody>
      </p:sp>
      <p:sp>
        <p:nvSpPr>
          <p:cNvPr id="13" name="Shape 11"/>
          <p:cNvSpPr/>
          <p:nvPr/>
        </p:nvSpPr>
        <p:spPr>
          <a:xfrm>
            <a:off x="7651699" y="2561463"/>
            <a:ext cx="803758" cy="849706"/>
          </a:xfrm>
          <a:prstGeom prst="rect">
            <a:avLst/>
          </a:prstGeom>
          <a:solidFill>
            <a:srgbClr val="FFFFFF">
              <a:alpha val="1375"/>
            </a:srgbClr>
          </a:solidFill>
          <a:ln/>
        </p:spPr>
        <p:txBody>
          <a:bodyPr/>
          <a:p/>
        </p:txBody>
      </p:sp>
      <p:sp>
        <p:nvSpPr>
          <p:cNvPr id="14" name="Shape 12"/>
          <p:cNvSpPr/>
          <p:nvPr/>
        </p:nvSpPr>
        <p:spPr>
          <a:xfrm>
            <a:off x="7651699" y="3402025"/>
            <a:ext cx="803758" cy="849706"/>
          </a:xfrm>
          <a:prstGeom prst="rect">
            <a:avLst/>
          </a:prstGeom>
          <a:solidFill>
            <a:srgbClr val="FFFFFF">
              <a:alpha val="2063"/>
            </a:srgbClr>
          </a:solidFill>
          <a:ln/>
        </p:spPr>
        <p:txBody>
          <a:bodyPr/>
          <a:p/>
        </p:txBody>
      </p:sp>
      <p:sp>
        <p:nvSpPr>
          <p:cNvPr id="15" name="Shape 13"/>
          <p:cNvSpPr/>
          <p:nvPr/>
        </p:nvSpPr>
        <p:spPr>
          <a:xfrm>
            <a:off x="7651699" y="4242587"/>
            <a:ext cx="803758" cy="849706"/>
          </a:xfrm>
          <a:prstGeom prst="rect">
            <a:avLst/>
          </a:prstGeom>
          <a:solidFill>
            <a:srgbClr val="FFFFFF">
              <a:alpha val="2750"/>
            </a:srgbClr>
          </a:solidFill>
          <a:ln/>
        </p:spPr>
        <p:txBody>
          <a:bodyPr/>
          <a:p/>
        </p:txBody>
      </p:sp>
      <p:sp>
        <p:nvSpPr>
          <p:cNvPr id="16" name="Shape 14"/>
          <p:cNvSpPr/>
          <p:nvPr/>
        </p:nvSpPr>
        <p:spPr>
          <a:xfrm>
            <a:off x="7651699" y="5083150"/>
            <a:ext cx="803758" cy="849706"/>
          </a:xfrm>
          <a:prstGeom prst="rect">
            <a:avLst/>
          </a:prstGeom>
          <a:solidFill>
            <a:srgbClr val="FFFFFF">
              <a:alpha val="3438"/>
            </a:srgbClr>
          </a:solidFill>
          <a:ln/>
        </p:spPr>
        <p:txBody>
          <a:bodyPr/>
          <a:p/>
        </p:txBody>
      </p:sp>
      <p:sp>
        <p:nvSpPr>
          <p:cNvPr id="17" name="Shape 15"/>
          <p:cNvSpPr/>
          <p:nvPr/>
        </p:nvSpPr>
        <p:spPr>
          <a:xfrm>
            <a:off x="7651699" y="5923712"/>
            <a:ext cx="803758" cy="849706"/>
          </a:xfrm>
          <a:prstGeom prst="rect">
            <a:avLst/>
          </a:prstGeom>
          <a:solidFill>
            <a:srgbClr val="FFFFFF">
              <a:alpha val="4125"/>
            </a:srgbClr>
          </a:solidFill>
          <a:ln/>
        </p:spPr>
        <p:txBody>
          <a:bodyPr/>
          <a:p/>
        </p:txBody>
      </p:sp>
      <p:sp>
        <p:nvSpPr>
          <p:cNvPr id="18" name="Shape 16"/>
          <p:cNvSpPr/>
          <p:nvPr/>
        </p:nvSpPr>
        <p:spPr>
          <a:xfrm>
            <a:off x="7651699" y="6764274"/>
            <a:ext cx="803758" cy="849706"/>
          </a:xfrm>
          <a:prstGeom prst="rect">
            <a:avLst/>
          </a:prstGeom>
          <a:solidFill>
            <a:srgbClr val="FFFFFF">
              <a:alpha val="4813"/>
            </a:srgbClr>
          </a:solidFill>
          <a:ln/>
        </p:spPr>
        <p:txBody>
          <a:bodyPr/>
          <a:p/>
        </p:txBody>
      </p:sp>
      <p:sp>
        <p:nvSpPr>
          <p:cNvPr id="19" name="Shape 17"/>
          <p:cNvSpPr/>
          <p:nvPr/>
        </p:nvSpPr>
        <p:spPr>
          <a:xfrm>
            <a:off x="7651699" y="7604836"/>
            <a:ext cx="803758" cy="849706"/>
          </a:xfrm>
          <a:prstGeom prst="rect">
            <a:avLst/>
          </a:prstGeom>
          <a:solidFill>
            <a:srgbClr val="FFFFFF">
              <a:alpha val="5500"/>
            </a:srgbClr>
          </a:solidFill>
          <a:ln/>
        </p:spPr>
        <p:txBody>
          <a:bodyPr/>
          <a:p/>
        </p:txBody>
      </p:sp>
      <p:sp>
        <p:nvSpPr>
          <p:cNvPr id="20" name="Shape 18"/>
          <p:cNvSpPr/>
          <p:nvPr/>
        </p:nvSpPr>
        <p:spPr>
          <a:xfrm>
            <a:off x="6281928" y="4329684"/>
            <a:ext cx="803758" cy="523723"/>
          </a:xfrm>
          <a:prstGeom prst="rect">
            <a:avLst/>
          </a:prstGeom>
          <a:solidFill>
            <a:srgbClr val="FFFFFF">
              <a:alpha val="138"/>
            </a:srgbClr>
          </a:solidFill>
          <a:ln/>
        </p:spPr>
        <p:txBody>
          <a:bodyPr/>
          <a:p/>
        </p:txBody>
      </p:sp>
      <p:sp>
        <p:nvSpPr>
          <p:cNvPr id="21" name="Shape 19"/>
          <p:cNvSpPr/>
          <p:nvPr/>
        </p:nvSpPr>
        <p:spPr>
          <a:xfrm>
            <a:off x="6281928" y="4844263"/>
            <a:ext cx="803758" cy="523723"/>
          </a:xfrm>
          <a:prstGeom prst="rect">
            <a:avLst/>
          </a:prstGeom>
          <a:solidFill>
            <a:srgbClr val="FFFFFF">
              <a:alpha val="275"/>
            </a:srgbClr>
          </a:solidFill>
          <a:ln/>
        </p:spPr>
        <p:txBody>
          <a:bodyPr/>
          <a:p/>
        </p:txBody>
      </p:sp>
      <p:sp>
        <p:nvSpPr>
          <p:cNvPr id="22" name="Shape 20"/>
          <p:cNvSpPr/>
          <p:nvPr/>
        </p:nvSpPr>
        <p:spPr>
          <a:xfrm>
            <a:off x="6281928" y="5358841"/>
            <a:ext cx="803758" cy="523723"/>
          </a:xfrm>
          <a:prstGeom prst="rect">
            <a:avLst/>
          </a:prstGeom>
          <a:solidFill>
            <a:srgbClr val="FFFFFF">
              <a:alpha val="412"/>
            </a:srgbClr>
          </a:solidFill>
          <a:ln/>
        </p:spPr>
        <p:txBody>
          <a:bodyPr/>
          <a:p/>
        </p:txBody>
      </p:sp>
      <p:sp>
        <p:nvSpPr>
          <p:cNvPr id="23" name="Shape 21"/>
          <p:cNvSpPr/>
          <p:nvPr/>
        </p:nvSpPr>
        <p:spPr>
          <a:xfrm>
            <a:off x="6281928" y="5873420"/>
            <a:ext cx="803758" cy="523723"/>
          </a:xfrm>
          <a:prstGeom prst="rect">
            <a:avLst/>
          </a:prstGeom>
          <a:solidFill>
            <a:srgbClr val="FFFFFF">
              <a:alpha val="550"/>
            </a:srgbClr>
          </a:solidFill>
          <a:ln/>
        </p:spPr>
        <p:txBody>
          <a:bodyPr/>
          <a:p/>
        </p:txBody>
      </p:sp>
      <p:sp>
        <p:nvSpPr>
          <p:cNvPr id="24" name="Shape 22"/>
          <p:cNvSpPr/>
          <p:nvPr/>
        </p:nvSpPr>
        <p:spPr>
          <a:xfrm>
            <a:off x="6281928" y="6387998"/>
            <a:ext cx="803758" cy="523723"/>
          </a:xfrm>
          <a:prstGeom prst="rect">
            <a:avLst/>
          </a:prstGeom>
          <a:solidFill>
            <a:srgbClr val="FFFFFF">
              <a:alpha val="688"/>
            </a:srgbClr>
          </a:solidFill>
          <a:ln/>
        </p:spPr>
        <p:txBody>
          <a:bodyPr/>
          <a:p/>
        </p:txBody>
      </p:sp>
      <p:sp>
        <p:nvSpPr>
          <p:cNvPr id="25" name="Shape 23"/>
          <p:cNvSpPr/>
          <p:nvPr/>
        </p:nvSpPr>
        <p:spPr>
          <a:xfrm>
            <a:off x="6281928" y="6902577"/>
            <a:ext cx="803758" cy="523723"/>
          </a:xfrm>
          <a:prstGeom prst="rect">
            <a:avLst/>
          </a:prstGeom>
          <a:solidFill>
            <a:srgbClr val="FFFFFF">
              <a:alpha val="825"/>
            </a:srgbClr>
          </a:solidFill>
          <a:ln/>
        </p:spPr>
        <p:txBody>
          <a:bodyPr/>
          <a:p/>
        </p:txBody>
      </p:sp>
      <p:sp>
        <p:nvSpPr>
          <p:cNvPr id="26" name="Shape 24"/>
          <p:cNvSpPr/>
          <p:nvPr/>
        </p:nvSpPr>
        <p:spPr>
          <a:xfrm>
            <a:off x="6281928" y="7417156"/>
            <a:ext cx="803758" cy="523723"/>
          </a:xfrm>
          <a:prstGeom prst="rect">
            <a:avLst/>
          </a:prstGeom>
          <a:solidFill>
            <a:srgbClr val="FFFFFF">
              <a:alpha val="963"/>
            </a:srgbClr>
          </a:solidFill>
          <a:ln/>
        </p:spPr>
        <p:txBody>
          <a:bodyPr/>
          <a:p/>
        </p:txBody>
      </p:sp>
      <p:sp>
        <p:nvSpPr>
          <p:cNvPr id="27" name="Shape 25"/>
          <p:cNvSpPr/>
          <p:nvPr/>
        </p:nvSpPr>
        <p:spPr>
          <a:xfrm>
            <a:off x="6281928" y="7931734"/>
            <a:ext cx="803758" cy="523723"/>
          </a:xfrm>
          <a:prstGeom prst="rect">
            <a:avLst/>
          </a:prstGeom>
          <a:solidFill>
            <a:srgbClr val="FFFFFF">
              <a:alpha val="1100"/>
            </a:srgbClr>
          </a:solidFill>
          <a:ln/>
        </p:spPr>
        <p:txBody>
          <a:bodyPr/>
          <a:p/>
        </p:txBody>
      </p:sp>
      <p:sp>
        <p:nvSpPr>
          <p:cNvPr id="28" name="Shape 26"/>
          <p:cNvSpPr/>
          <p:nvPr/>
        </p:nvSpPr>
        <p:spPr>
          <a:xfrm>
            <a:off x="6971386" y="3148279"/>
            <a:ext cx="803758" cy="671284"/>
          </a:xfrm>
          <a:prstGeom prst="rect">
            <a:avLst/>
          </a:prstGeom>
          <a:solidFill>
            <a:srgbClr val="FFFFFF">
              <a:alpha val="344"/>
            </a:srgbClr>
          </a:solidFill>
          <a:ln/>
        </p:spPr>
        <p:txBody>
          <a:bodyPr/>
          <a:p/>
        </p:txBody>
      </p:sp>
      <p:sp>
        <p:nvSpPr>
          <p:cNvPr id="29" name="Shape 27"/>
          <p:cNvSpPr/>
          <p:nvPr/>
        </p:nvSpPr>
        <p:spPr>
          <a:xfrm>
            <a:off x="6971386" y="3810419"/>
            <a:ext cx="803758" cy="671284"/>
          </a:xfrm>
          <a:prstGeom prst="rect">
            <a:avLst/>
          </a:prstGeom>
          <a:solidFill>
            <a:srgbClr val="FFFFFF">
              <a:alpha val="688"/>
            </a:srgbClr>
          </a:solidFill>
          <a:ln/>
        </p:spPr>
        <p:txBody>
          <a:bodyPr/>
          <a:p/>
        </p:txBody>
      </p:sp>
      <p:sp>
        <p:nvSpPr>
          <p:cNvPr id="30" name="Shape 28"/>
          <p:cNvSpPr/>
          <p:nvPr/>
        </p:nvSpPr>
        <p:spPr>
          <a:xfrm>
            <a:off x="6971386" y="4472559"/>
            <a:ext cx="803758" cy="671284"/>
          </a:xfrm>
          <a:prstGeom prst="rect">
            <a:avLst/>
          </a:prstGeom>
          <a:solidFill>
            <a:srgbClr val="FFFFFF">
              <a:alpha val="1031"/>
            </a:srgbClr>
          </a:solidFill>
          <a:ln/>
        </p:spPr>
        <p:txBody>
          <a:bodyPr/>
          <a:p/>
        </p:txBody>
      </p:sp>
      <p:sp>
        <p:nvSpPr>
          <p:cNvPr id="31" name="Shape 29"/>
          <p:cNvSpPr/>
          <p:nvPr/>
        </p:nvSpPr>
        <p:spPr>
          <a:xfrm>
            <a:off x="6971386" y="5134699"/>
            <a:ext cx="803758" cy="671284"/>
          </a:xfrm>
          <a:prstGeom prst="rect">
            <a:avLst/>
          </a:prstGeom>
          <a:solidFill>
            <a:srgbClr val="FFFFFF">
              <a:alpha val="1375"/>
            </a:srgbClr>
          </a:solidFill>
          <a:ln/>
        </p:spPr>
        <p:txBody>
          <a:bodyPr/>
          <a:p/>
        </p:txBody>
      </p:sp>
      <p:sp>
        <p:nvSpPr>
          <p:cNvPr id="32" name="Shape 30"/>
          <p:cNvSpPr/>
          <p:nvPr/>
        </p:nvSpPr>
        <p:spPr>
          <a:xfrm>
            <a:off x="6971386" y="5796839"/>
            <a:ext cx="803758" cy="671284"/>
          </a:xfrm>
          <a:prstGeom prst="rect">
            <a:avLst/>
          </a:prstGeom>
          <a:solidFill>
            <a:srgbClr val="FFFFFF">
              <a:alpha val="1719"/>
            </a:srgbClr>
          </a:solidFill>
          <a:ln/>
        </p:spPr>
        <p:txBody>
          <a:bodyPr/>
          <a:p/>
        </p:txBody>
      </p:sp>
      <p:sp>
        <p:nvSpPr>
          <p:cNvPr id="33" name="Shape 31"/>
          <p:cNvSpPr/>
          <p:nvPr/>
        </p:nvSpPr>
        <p:spPr>
          <a:xfrm>
            <a:off x="6971386" y="6458979"/>
            <a:ext cx="803758" cy="671284"/>
          </a:xfrm>
          <a:prstGeom prst="rect">
            <a:avLst/>
          </a:prstGeom>
          <a:solidFill>
            <a:srgbClr val="FFFFFF">
              <a:alpha val="2063"/>
            </a:srgbClr>
          </a:solidFill>
          <a:ln/>
        </p:spPr>
        <p:txBody>
          <a:bodyPr/>
          <a:p/>
        </p:txBody>
      </p:sp>
      <p:sp>
        <p:nvSpPr>
          <p:cNvPr id="34" name="Shape 32"/>
          <p:cNvSpPr/>
          <p:nvPr/>
        </p:nvSpPr>
        <p:spPr>
          <a:xfrm>
            <a:off x="6971386" y="7121119"/>
            <a:ext cx="803758" cy="671284"/>
          </a:xfrm>
          <a:prstGeom prst="rect">
            <a:avLst/>
          </a:prstGeom>
          <a:solidFill>
            <a:srgbClr val="FFFFFF">
              <a:alpha val="2406"/>
            </a:srgbClr>
          </a:solidFill>
          <a:ln/>
        </p:spPr>
        <p:txBody>
          <a:bodyPr/>
          <a:p/>
        </p:txBody>
      </p:sp>
      <p:sp>
        <p:nvSpPr>
          <p:cNvPr id="35" name="Shape 33"/>
          <p:cNvSpPr/>
          <p:nvPr/>
        </p:nvSpPr>
        <p:spPr>
          <a:xfrm>
            <a:off x="6971386" y="7783259"/>
            <a:ext cx="803758" cy="671284"/>
          </a:xfrm>
          <a:prstGeom prst="rect">
            <a:avLst/>
          </a:prstGeom>
          <a:solidFill>
            <a:srgbClr val="FFFFFF">
              <a:alpha val="2750"/>
            </a:srgbClr>
          </a:solidFill>
          <a:ln/>
        </p:spPr>
        <p:txBody>
          <a:bodyPr/>
          <a:p/>
        </p:txBody>
      </p:sp>
      <p:sp>
        <p:nvSpPr>
          <p:cNvPr id="36" name="Shape 34"/>
          <p:cNvSpPr/>
          <p:nvPr/>
        </p:nvSpPr>
        <p:spPr>
          <a:xfrm>
            <a:off x="8323783" y="3517697"/>
            <a:ext cx="803758" cy="625107"/>
          </a:xfrm>
          <a:prstGeom prst="rect">
            <a:avLst/>
          </a:prstGeom>
          <a:solidFill>
            <a:srgbClr val="FFFFFF">
              <a:alpha val="344"/>
            </a:srgbClr>
          </a:solidFill>
          <a:ln/>
        </p:spPr>
        <p:txBody>
          <a:bodyPr/>
          <a:p/>
        </p:txBody>
      </p:sp>
      <p:sp>
        <p:nvSpPr>
          <p:cNvPr id="37" name="Shape 35"/>
          <p:cNvSpPr/>
          <p:nvPr/>
        </p:nvSpPr>
        <p:spPr>
          <a:xfrm>
            <a:off x="8323783" y="4133660"/>
            <a:ext cx="803758" cy="625107"/>
          </a:xfrm>
          <a:prstGeom prst="rect">
            <a:avLst/>
          </a:prstGeom>
          <a:solidFill>
            <a:srgbClr val="FFFFFF">
              <a:alpha val="688"/>
            </a:srgbClr>
          </a:solidFill>
          <a:ln/>
        </p:spPr>
        <p:txBody>
          <a:bodyPr/>
          <a:p/>
        </p:txBody>
      </p:sp>
      <p:sp>
        <p:nvSpPr>
          <p:cNvPr id="38" name="Shape 36"/>
          <p:cNvSpPr/>
          <p:nvPr/>
        </p:nvSpPr>
        <p:spPr>
          <a:xfrm>
            <a:off x="8323783" y="4749622"/>
            <a:ext cx="803758" cy="625107"/>
          </a:xfrm>
          <a:prstGeom prst="rect">
            <a:avLst/>
          </a:prstGeom>
          <a:solidFill>
            <a:srgbClr val="FFFFFF">
              <a:alpha val="1031"/>
            </a:srgbClr>
          </a:solidFill>
          <a:ln/>
        </p:spPr>
        <p:txBody>
          <a:bodyPr/>
          <a:p/>
        </p:txBody>
      </p:sp>
      <p:sp>
        <p:nvSpPr>
          <p:cNvPr id="39" name="Shape 37"/>
          <p:cNvSpPr/>
          <p:nvPr/>
        </p:nvSpPr>
        <p:spPr>
          <a:xfrm>
            <a:off x="8323783" y="5365585"/>
            <a:ext cx="803758" cy="625107"/>
          </a:xfrm>
          <a:prstGeom prst="rect">
            <a:avLst/>
          </a:prstGeom>
          <a:solidFill>
            <a:srgbClr val="FFFFFF">
              <a:alpha val="1375"/>
            </a:srgbClr>
          </a:solidFill>
          <a:ln/>
        </p:spPr>
        <p:txBody>
          <a:bodyPr/>
          <a:p/>
        </p:txBody>
      </p:sp>
      <p:sp>
        <p:nvSpPr>
          <p:cNvPr id="40" name="Shape 38"/>
          <p:cNvSpPr/>
          <p:nvPr/>
        </p:nvSpPr>
        <p:spPr>
          <a:xfrm>
            <a:off x="8323783" y="5981548"/>
            <a:ext cx="803758" cy="625107"/>
          </a:xfrm>
          <a:prstGeom prst="rect">
            <a:avLst/>
          </a:prstGeom>
          <a:solidFill>
            <a:srgbClr val="FFFFFF">
              <a:alpha val="1719"/>
            </a:srgbClr>
          </a:solidFill>
          <a:ln/>
        </p:spPr>
        <p:txBody>
          <a:bodyPr/>
          <a:p/>
        </p:txBody>
      </p:sp>
      <p:sp>
        <p:nvSpPr>
          <p:cNvPr id="41" name="Shape 39"/>
          <p:cNvSpPr/>
          <p:nvPr/>
        </p:nvSpPr>
        <p:spPr>
          <a:xfrm>
            <a:off x="8323783" y="6597510"/>
            <a:ext cx="803758" cy="625107"/>
          </a:xfrm>
          <a:prstGeom prst="rect">
            <a:avLst/>
          </a:prstGeom>
          <a:solidFill>
            <a:srgbClr val="FFFFFF">
              <a:alpha val="2063"/>
            </a:srgbClr>
          </a:solidFill>
          <a:ln/>
        </p:spPr>
        <p:txBody>
          <a:bodyPr/>
          <a:p/>
        </p:txBody>
      </p:sp>
      <p:sp>
        <p:nvSpPr>
          <p:cNvPr id="42" name="Shape 40"/>
          <p:cNvSpPr/>
          <p:nvPr/>
        </p:nvSpPr>
        <p:spPr>
          <a:xfrm>
            <a:off x="8323783" y="7213473"/>
            <a:ext cx="803758" cy="625107"/>
          </a:xfrm>
          <a:prstGeom prst="rect">
            <a:avLst/>
          </a:prstGeom>
          <a:solidFill>
            <a:srgbClr val="FFFFFF">
              <a:alpha val="2406"/>
            </a:srgbClr>
          </a:solidFill>
          <a:ln/>
        </p:spPr>
        <p:txBody>
          <a:bodyPr/>
          <a:p/>
        </p:txBody>
      </p:sp>
      <p:sp>
        <p:nvSpPr>
          <p:cNvPr id="43" name="Shape 41"/>
          <p:cNvSpPr/>
          <p:nvPr/>
        </p:nvSpPr>
        <p:spPr>
          <a:xfrm>
            <a:off x="8323783" y="7829436"/>
            <a:ext cx="803758" cy="625107"/>
          </a:xfrm>
          <a:prstGeom prst="rect">
            <a:avLst/>
          </a:prstGeom>
          <a:solidFill>
            <a:srgbClr val="FFFFFF">
              <a:alpha val="2750"/>
            </a:srgbClr>
          </a:solidFill>
          <a:ln/>
        </p:spPr>
        <p:txBody>
          <a:bodyPr/>
          <a:p/>
        </p:txBody>
      </p:sp>
      <p:sp>
        <p:nvSpPr>
          <p:cNvPr id="44" name="Shape 42"/>
          <p:cNvSpPr/>
          <p:nvPr/>
        </p:nvSpPr>
        <p:spPr>
          <a:xfrm>
            <a:off x="9015070" y="5355641"/>
            <a:ext cx="803758" cy="395364"/>
          </a:xfrm>
          <a:prstGeom prst="rect">
            <a:avLst/>
          </a:prstGeom>
          <a:solidFill>
            <a:srgbClr val="FFFFFF">
              <a:alpha val="138"/>
            </a:srgbClr>
          </a:solidFill>
          <a:ln/>
        </p:spPr>
        <p:txBody>
          <a:bodyPr/>
          <a:p/>
        </p:txBody>
      </p:sp>
      <p:sp>
        <p:nvSpPr>
          <p:cNvPr id="45" name="Shape 43"/>
          <p:cNvSpPr/>
          <p:nvPr/>
        </p:nvSpPr>
        <p:spPr>
          <a:xfrm>
            <a:off x="9015070" y="5741861"/>
            <a:ext cx="803758" cy="395364"/>
          </a:xfrm>
          <a:prstGeom prst="rect">
            <a:avLst/>
          </a:prstGeom>
          <a:solidFill>
            <a:srgbClr val="FFFFFF">
              <a:alpha val="275"/>
            </a:srgbClr>
          </a:solidFill>
          <a:ln/>
        </p:spPr>
        <p:txBody>
          <a:bodyPr/>
          <a:p/>
        </p:txBody>
      </p:sp>
      <p:sp>
        <p:nvSpPr>
          <p:cNvPr id="46" name="Shape 44"/>
          <p:cNvSpPr/>
          <p:nvPr/>
        </p:nvSpPr>
        <p:spPr>
          <a:xfrm>
            <a:off x="9015070" y="6128080"/>
            <a:ext cx="803758" cy="395364"/>
          </a:xfrm>
          <a:prstGeom prst="rect">
            <a:avLst/>
          </a:prstGeom>
          <a:solidFill>
            <a:srgbClr val="FFFFFF">
              <a:alpha val="412"/>
            </a:srgbClr>
          </a:solidFill>
          <a:ln/>
        </p:spPr>
        <p:txBody>
          <a:bodyPr/>
          <a:p/>
        </p:txBody>
      </p:sp>
      <p:sp>
        <p:nvSpPr>
          <p:cNvPr id="47" name="Shape 45"/>
          <p:cNvSpPr/>
          <p:nvPr/>
        </p:nvSpPr>
        <p:spPr>
          <a:xfrm>
            <a:off x="9015070" y="6514300"/>
            <a:ext cx="803758" cy="395364"/>
          </a:xfrm>
          <a:prstGeom prst="rect">
            <a:avLst/>
          </a:prstGeom>
          <a:solidFill>
            <a:srgbClr val="FFFFFF">
              <a:alpha val="550"/>
            </a:srgbClr>
          </a:solidFill>
          <a:ln/>
        </p:spPr>
        <p:txBody>
          <a:bodyPr/>
          <a:p/>
        </p:txBody>
      </p:sp>
      <p:sp>
        <p:nvSpPr>
          <p:cNvPr id="48" name="Shape 46"/>
          <p:cNvSpPr/>
          <p:nvPr/>
        </p:nvSpPr>
        <p:spPr>
          <a:xfrm>
            <a:off x="9015070" y="6900520"/>
            <a:ext cx="803758" cy="395364"/>
          </a:xfrm>
          <a:prstGeom prst="rect">
            <a:avLst/>
          </a:prstGeom>
          <a:solidFill>
            <a:srgbClr val="FFFFFF">
              <a:alpha val="688"/>
            </a:srgbClr>
          </a:solidFill>
          <a:ln/>
        </p:spPr>
        <p:txBody>
          <a:bodyPr/>
          <a:p/>
        </p:txBody>
      </p:sp>
      <p:sp>
        <p:nvSpPr>
          <p:cNvPr id="49" name="Shape 47"/>
          <p:cNvSpPr/>
          <p:nvPr/>
        </p:nvSpPr>
        <p:spPr>
          <a:xfrm>
            <a:off x="9015070" y="7286739"/>
            <a:ext cx="803758" cy="395364"/>
          </a:xfrm>
          <a:prstGeom prst="rect">
            <a:avLst/>
          </a:prstGeom>
          <a:solidFill>
            <a:srgbClr val="FFFFFF">
              <a:alpha val="825"/>
            </a:srgbClr>
          </a:solidFill>
          <a:ln/>
        </p:spPr>
        <p:txBody>
          <a:bodyPr/>
          <a:p/>
        </p:txBody>
      </p:sp>
      <p:sp>
        <p:nvSpPr>
          <p:cNvPr id="50" name="Shape 48"/>
          <p:cNvSpPr/>
          <p:nvPr/>
        </p:nvSpPr>
        <p:spPr>
          <a:xfrm>
            <a:off x="9015070" y="7672959"/>
            <a:ext cx="803758" cy="395364"/>
          </a:xfrm>
          <a:prstGeom prst="rect">
            <a:avLst/>
          </a:prstGeom>
          <a:solidFill>
            <a:srgbClr val="FFFFFF">
              <a:alpha val="963"/>
            </a:srgbClr>
          </a:solidFill>
          <a:ln/>
        </p:spPr>
        <p:txBody>
          <a:bodyPr/>
          <a:p/>
        </p:txBody>
      </p:sp>
      <p:sp>
        <p:nvSpPr>
          <p:cNvPr id="51" name="Shape 49"/>
          <p:cNvSpPr/>
          <p:nvPr/>
        </p:nvSpPr>
        <p:spPr>
          <a:xfrm>
            <a:off x="9015070" y="8059179"/>
            <a:ext cx="803758" cy="395364"/>
          </a:xfrm>
          <a:prstGeom prst="rect">
            <a:avLst/>
          </a:prstGeom>
          <a:solidFill>
            <a:srgbClr val="FFFFFF">
              <a:alpha val="1100"/>
            </a:srgbClr>
          </a:solidFill>
          <a:ln/>
        </p:spPr>
        <p:txBody>
          <a:bodyPr/>
          <a:p/>
        </p:txBody>
      </p:sp>
      <p:sp>
        <p:nvSpPr>
          <p:cNvPr id="52" name="Shape 50"/>
          <p:cNvSpPr/>
          <p:nvPr/>
        </p:nvSpPr>
        <p:spPr>
          <a:xfrm>
            <a:off x="11793931" y="1728216"/>
            <a:ext cx="803758" cy="849706"/>
          </a:xfrm>
          <a:prstGeom prst="rect">
            <a:avLst/>
          </a:prstGeom>
          <a:solidFill>
            <a:srgbClr val="FFFFFF">
              <a:alpha val="688"/>
            </a:srgbClr>
          </a:solidFill>
          <a:ln/>
        </p:spPr>
        <p:txBody>
          <a:bodyPr/>
          <a:p/>
        </p:txBody>
      </p:sp>
      <p:sp>
        <p:nvSpPr>
          <p:cNvPr id="53" name="Shape 51"/>
          <p:cNvSpPr/>
          <p:nvPr/>
        </p:nvSpPr>
        <p:spPr>
          <a:xfrm>
            <a:off x="11793931" y="2568778"/>
            <a:ext cx="803758" cy="849706"/>
          </a:xfrm>
          <a:prstGeom prst="rect">
            <a:avLst/>
          </a:prstGeom>
          <a:solidFill>
            <a:srgbClr val="FFFFFF">
              <a:alpha val="1375"/>
            </a:srgbClr>
          </a:solidFill>
          <a:ln/>
        </p:spPr>
        <p:txBody>
          <a:bodyPr/>
          <a:p/>
        </p:txBody>
      </p:sp>
      <p:sp>
        <p:nvSpPr>
          <p:cNvPr id="54" name="Shape 52"/>
          <p:cNvSpPr/>
          <p:nvPr/>
        </p:nvSpPr>
        <p:spPr>
          <a:xfrm>
            <a:off x="11793931" y="3409340"/>
            <a:ext cx="803758" cy="849706"/>
          </a:xfrm>
          <a:prstGeom prst="rect">
            <a:avLst/>
          </a:prstGeom>
          <a:solidFill>
            <a:srgbClr val="FFFFFF">
              <a:alpha val="2063"/>
            </a:srgbClr>
          </a:solidFill>
          <a:ln/>
        </p:spPr>
        <p:txBody>
          <a:bodyPr/>
          <a:p/>
        </p:txBody>
      </p:sp>
      <p:sp>
        <p:nvSpPr>
          <p:cNvPr id="55" name="Shape 53"/>
          <p:cNvSpPr/>
          <p:nvPr/>
        </p:nvSpPr>
        <p:spPr>
          <a:xfrm>
            <a:off x="11793931" y="4249903"/>
            <a:ext cx="803758" cy="849706"/>
          </a:xfrm>
          <a:prstGeom prst="rect">
            <a:avLst/>
          </a:prstGeom>
          <a:solidFill>
            <a:srgbClr val="FFFFFF">
              <a:alpha val="2750"/>
            </a:srgbClr>
          </a:solidFill>
          <a:ln/>
        </p:spPr>
        <p:txBody>
          <a:bodyPr/>
          <a:p/>
        </p:txBody>
      </p:sp>
      <p:sp>
        <p:nvSpPr>
          <p:cNvPr id="56" name="Shape 54"/>
          <p:cNvSpPr/>
          <p:nvPr/>
        </p:nvSpPr>
        <p:spPr>
          <a:xfrm>
            <a:off x="11793931" y="5090465"/>
            <a:ext cx="803758" cy="849706"/>
          </a:xfrm>
          <a:prstGeom prst="rect">
            <a:avLst/>
          </a:prstGeom>
          <a:solidFill>
            <a:srgbClr val="FFFFFF">
              <a:alpha val="3438"/>
            </a:srgbClr>
          </a:solidFill>
          <a:ln/>
        </p:spPr>
        <p:txBody>
          <a:bodyPr/>
          <a:p/>
        </p:txBody>
      </p:sp>
      <p:sp>
        <p:nvSpPr>
          <p:cNvPr id="57" name="Shape 55"/>
          <p:cNvSpPr/>
          <p:nvPr/>
        </p:nvSpPr>
        <p:spPr>
          <a:xfrm>
            <a:off x="11793931" y="5931027"/>
            <a:ext cx="803758" cy="849706"/>
          </a:xfrm>
          <a:prstGeom prst="rect">
            <a:avLst/>
          </a:prstGeom>
          <a:solidFill>
            <a:srgbClr val="FFFFFF">
              <a:alpha val="4125"/>
            </a:srgbClr>
          </a:solidFill>
          <a:ln/>
        </p:spPr>
        <p:txBody>
          <a:bodyPr/>
          <a:p/>
        </p:txBody>
      </p:sp>
      <p:sp>
        <p:nvSpPr>
          <p:cNvPr id="58" name="Shape 56"/>
          <p:cNvSpPr/>
          <p:nvPr/>
        </p:nvSpPr>
        <p:spPr>
          <a:xfrm>
            <a:off x="11793931" y="6771589"/>
            <a:ext cx="803758" cy="849706"/>
          </a:xfrm>
          <a:prstGeom prst="rect">
            <a:avLst/>
          </a:prstGeom>
          <a:solidFill>
            <a:srgbClr val="FFFFFF">
              <a:alpha val="4813"/>
            </a:srgbClr>
          </a:solidFill>
          <a:ln/>
        </p:spPr>
        <p:txBody>
          <a:bodyPr/>
          <a:p/>
        </p:txBody>
      </p:sp>
      <p:sp>
        <p:nvSpPr>
          <p:cNvPr id="59" name="Shape 57"/>
          <p:cNvSpPr/>
          <p:nvPr/>
        </p:nvSpPr>
        <p:spPr>
          <a:xfrm>
            <a:off x="11793931" y="7612151"/>
            <a:ext cx="803758" cy="849706"/>
          </a:xfrm>
          <a:prstGeom prst="rect">
            <a:avLst/>
          </a:prstGeom>
          <a:solidFill>
            <a:srgbClr val="FFFFFF">
              <a:alpha val="5500"/>
            </a:srgbClr>
          </a:solidFill>
          <a:ln/>
        </p:spPr>
        <p:txBody>
          <a:bodyPr/>
          <a:p/>
        </p:txBody>
      </p:sp>
      <p:sp>
        <p:nvSpPr>
          <p:cNvPr id="60" name="Shape 58"/>
          <p:cNvSpPr/>
          <p:nvPr/>
        </p:nvSpPr>
        <p:spPr>
          <a:xfrm>
            <a:off x="10424160" y="4336999"/>
            <a:ext cx="803758" cy="523723"/>
          </a:xfrm>
          <a:prstGeom prst="rect">
            <a:avLst/>
          </a:prstGeom>
          <a:solidFill>
            <a:srgbClr val="FFFFFF">
              <a:alpha val="138"/>
            </a:srgbClr>
          </a:solidFill>
          <a:ln/>
        </p:spPr>
        <p:txBody>
          <a:bodyPr/>
          <a:p/>
        </p:txBody>
      </p:sp>
      <p:sp>
        <p:nvSpPr>
          <p:cNvPr id="61" name="Shape 59"/>
          <p:cNvSpPr/>
          <p:nvPr/>
        </p:nvSpPr>
        <p:spPr>
          <a:xfrm>
            <a:off x="10424160" y="4851578"/>
            <a:ext cx="803758" cy="523723"/>
          </a:xfrm>
          <a:prstGeom prst="rect">
            <a:avLst/>
          </a:prstGeom>
          <a:solidFill>
            <a:srgbClr val="FFFFFF">
              <a:alpha val="275"/>
            </a:srgbClr>
          </a:solidFill>
          <a:ln/>
        </p:spPr>
        <p:txBody>
          <a:bodyPr/>
          <a:p/>
        </p:txBody>
      </p:sp>
      <p:sp>
        <p:nvSpPr>
          <p:cNvPr id="62" name="Shape 60"/>
          <p:cNvSpPr/>
          <p:nvPr/>
        </p:nvSpPr>
        <p:spPr>
          <a:xfrm>
            <a:off x="10424160" y="5366156"/>
            <a:ext cx="803758" cy="523723"/>
          </a:xfrm>
          <a:prstGeom prst="rect">
            <a:avLst/>
          </a:prstGeom>
          <a:solidFill>
            <a:srgbClr val="FFFFFF">
              <a:alpha val="412"/>
            </a:srgbClr>
          </a:solidFill>
          <a:ln/>
        </p:spPr>
        <p:txBody>
          <a:bodyPr/>
          <a:p/>
        </p:txBody>
      </p:sp>
      <p:sp>
        <p:nvSpPr>
          <p:cNvPr id="63" name="Shape 61"/>
          <p:cNvSpPr/>
          <p:nvPr/>
        </p:nvSpPr>
        <p:spPr>
          <a:xfrm>
            <a:off x="10424160" y="5880735"/>
            <a:ext cx="803758" cy="523723"/>
          </a:xfrm>
          <a:prstGeom prst="rect">
            <a:avLst/>
          </a:prstGeom>
          <a:solidFill>
            <a:srgbClr val="FFFFFF">
              <a:alpha val="550"/>
            </a:srgbClr>
          </a:solidFill>
          <a:ln/>
        </p:spPr>
        <p:txBody>
          <a:bodyPr/>
          <a:p/>
        </p:txBody>
      </p:sp>
      <p:sp>
        <p:nvSpPr>
          <p:cNvPr id="64" name="Shape 62"/>
          <p:cNvSpPr/>
          <p:nvPr/>
        </p:nvSpPr>
        <p:spPr>
          <a:xfrm>
            <a:off x="10424160" y="6395314"/>
            <a:ext cx="803758" cy="523723"/>
          </a:xfrm>
          <a:prstGeom prst="rect">
            <a:avLst/>
          </a:prstGeom>
          <a:solidFill>
            <a:srgbClr val="FFFFFF">
              <a:alpha val="688"/>
            </a:srgbClr>
          </a:solidFill>
          <a:ln/>
        </p:spPr>
        <p:txBody>
          <a:bodyPr/>
          <a:p/>
        </p:txBody>
      </p:sp>
      <p:sp>
        <p:nvSpPr>
          <p:cNvPr id="65" name="Shape 63"/>
          <p:cNvSpPr/>
          <p:nvPr/>
        </p:nvSpPr>
        <p:spPr>
          <a:xfrm>
            <a:off x="10424160" y="6909892"/>
            <a:ext cx="803758" cy="523723"/>
          </a:xfrm>
          <a:prstGeom prst="rect">
            <a:avLst/>
          </a:prstGeom>
          <a:solidFill>
            <a:srgbClr val="FFFFFF">
              <a:alpha val="825"/>
            </a:srgbClr>
          </a:solidFill>
          <a:ln/>
        </p:spPr>
        <p:txBody>
          <a:bodyPr/>
          <a:p/>
        </p:txBody>
      </p:sp>
      <p:sp>
        <p:nvSpPr>
          <p:cNvPr id="66" name="Shape 64"/>
          <p:cNvSpPr/>
          <p:nvPr/>
        </p:nvSpPr>
        <p:spPr>
          <a:xfrm>
            <a:off x="10424160" y="7424471"/>
            <a:ext cx="803758" cy="523723"/>
          </a:xfrm>
          <a:prstGeom prst="rect">
            <a:avLst/>
          </a:prstGeom>
          <a:solidFill>
            <a:srgbClr val="FFFFFF">
              <a:alpha val="963"/>
            </a:srgbClr>
          </a:solidFill>
          <a:ln/>
        </p:spPr>
        <p:txBody>
          <a:bodyPr/>
          <a:p/>
        </p:txBody>
      </p:sp>
      <p:sp>
        <p:nvSpPr>
          <p:cNvPr id="67" name="Shape 65"/>
          <p:cNvSpPr/>
          <p:nvPr/>
        </p:nvSpPr>
        <p:spPr>
          <a:xfrm>
            <a:off x="10424160" y="7939049"/>
            <a:ext cx="803758" cy="523723"/>
          </a:xfrm>
          <a:prstGeom prst="rect">
            <a:avLst/>
          </a:prstGeom>
          <a:solidFill>
            <a:srgbClr val="FFFFFF">
              <a:alpha val="1100"/>
            </a:srgbClr>
          </a:solidFill>
          <a:ln/>
        </p:spPr>
        <p:txBody>
          <a:bodyPr/>
          <a:p/>
        </p:txBody>
      </p:sp>
      <p:sp>
        <p:nvSpPr>
          <p:cNvPr id="68" name="Shape 66"/>
          <p:cNvSpPr/>
          <p:nvPr/>
        </p:nvSpPr>
        <p:spPr>
          <a:xfrm>
            <a:off x="11113618" y="3155594"/>
            <a:ext cx="803758" cy="671284"/>
          </a:xfrm>
          <a:prstGeom prst="rect">
            <a:avLst/>
          </a:prstGeom>
          <a:solidFill>
            <a:srgbClr val="FFFFFF">
              <a:alpha val="344"/>
            </a:srgbClr>
          </a:solidFill>
          <a:ln/>
        </p:spPr>
        <p:txBody>
          <a:bodyPr/>
          <a:p/>
        </p:txBody>
      </p:sp>
      <p:sp>
        <p:nvSpPr>
          <p:cNvPr id="69" name="Shape 67"/>
          <p:cNvSpPr/>
          <p:nvPr/>
        </p:nvSpPr>
        <p:spPr>
          <a:xfrm>
            <a:off x="11113618" y="3817734"/>
            <a:ext cx="803758" cy="671284"/>
          </a:xfrm>
          <a:prstGeom prst="rect">
            <a:avLst/>
          </a:prstGeom>
          <a:solidFill>
            <a:srgbClr val="FFFFFF">
              <a:alpha val="688"/>
            </a:srgbClr>
          </a:solidFill>
          <a:ln/>
        </p:spPr>
        <p:txBody>
          <a:bodyPr/>
          <a:p/>
        </p:txBody>
      </p:sp>
      <p:sp>
        <p:nvSpPr>
          <p:cNvPr id="70" name="Shape 68"/>
          <p:cNvSpPr/>
          <p:nvPr/>
        </p:nvSpPr>
        <p:spPr>
          <a:xfrm>
            <a:off x="11113618" y="4479874"/>
            <a:ext cx="803758" cy="671284"/>
          </a:xfrm>
          <a:prstGeom prst="rect">
            <a:avLst/>
          </a:prstGeom>
          <a:solidFill>
            <a:srgbClr val="FFFFFF">
              <a:alpha val="1031"/>
            </a:srgbClr>
          </a:solidFill>
          <a:ln/>
        </p:spPr>
        <p:txBody>
          <a:bodyPr/>
          <a:p/>
        </p:txBody>
      </p:sp>
      <p:sp>
        <p:nvSpPr>
          <p:cNvPr id="71" name="Shape 69"/>
          <p:cNvSpPr/>
          <p:nvPr/>
        </p:nvSpPr>
        <p:spPr>
          <a:xfrm>
            <a:off x="11113618" y="5142014"/>
            <a:ext cx="803758" cy="671284"/>
          </a:xfrm>
          <a:prstGeom prst="rect">
            <a:avLst/>
          </a:prstGeom>
          <a:solidFill>
            <a:srgbClr val="FFFFFF">
              <a:alpha val="1375"/>
            </a:srgbClr>
          </a:solidFill>
          <a:ln/>
        </p:spPr>
        <p:txBody>
          <a:bodyPr/>
          <a:p/>
        </p:txBody>
      </p:sp>
      <p:sp>
        <p:nvSpPr>
          <p:cNvPr id="72" name="Shape 70"/>
          <p:cNvSpPr/>
          <p:nvPr/>
        </p:nvSpPr>
        <p:spPr>
          <a:xfrm>
            <a:off x="11113618" y="5804154"/>
            <a:ext cx="803758" cy="671284"/>
          </a:xfrm>
          <a:prstGeom prst="rect">
            <a:avLst/>
          </a:prstGeom>
          <a:solidFill>
            <a:srgbClr val="FFFFFF">
              <a:alpha val="1719"/>
            </a:srgbClr>
          </a:solidFill>
          <a:ln/>
        </p:spPr>
        <p:txBody>
          <a:bodyPr/>
          <a:p/>
        </p:txBody>
      </p:sp>
      <p:sp>
        <p:nvSpPr>
          <p:cNvPr id="73" name="Shape 71"/>
          <p:cNvSpPr/>
          <p:nvPr/>
        </p:nvSpPr>
        <p:spPr>
          <a:xfrm>
            <a:off x="11113618" y="6466294"/>
            <a:ext cx="803758" cy="671284"/>
          </a:xfrm>
          <a:prstGeom prst="rect">
            <a:avLst/>
          </a:prstGeom>
          <a:solidFill>
            <a:srgbClr val="FFFFFF">
              <a:alpha val="2063"/>
            </a:srgbClr>
          </a:solidFill>
          <a:ln/>
        </p:spPr>
        <p:txBody>
          <a:bodyPr/>
          <a:p/>
        </p:txBody>
      </p:sp>
      <p:sp>
        <p:nvSpPr>
          <p:cNvPr id="74" name="Shape 72"/>
          <p:cNvSpPr/>
          <p:nvPr/>
        </p:nvSpPr>
        <p:spPr>
          <a:xfrm>
            <a:off x="11113618" y="7128434"/>
            <a:ext cx="803758" cy="671284"/>
          </a:xfrm>
          <a:prstGeom prst="rect">
            <a:avLst/>
          </a:prstGeom>
          <a:solidFill>
            <a:srgbClr val="FFFFFF">
              <a:alpha val="2406"/>
            </a:srgbClr>
          </a:solidFill>
          <a:ln/>
        </p:spPr>
        <p:txBody>
          <a:bodyPr/>
          <a:p/>
        </p:txBody>
      </p:sp>
      <p:sp>
        <p:nvSpPr>
          <p:cNvPr id="75" name="Shape 73"/>
          <p:cNvSpPr/>
          <p:nvPr/>
        </p:nvSpPr>
        <p:spPr>
          <a:xfrm>
            <a:off x="11113618" y="7790574"/>
            <a:ext cx="803758" cy="671284"/>
          </a:xfrm>
          <a:prstGeom prst="rect">
            <a:avLst/>
          </a:prstGeom>
          <a:solidFill>
            <a:srgbClr val="FFFFFF">
              <a:alpha val="2750"/>
            </a:srgbClr>
          </a:solidFill>
          <a:ln/>
        </p:spPr>
        <p:txBody>
          <a:bodyPr/>
          <a:p/>
        </p:txBody>
      </p:sp>
      <p:sp>
        <p:nvSpPr>
          <p:cNvPr id="76" name="Shape 74"/>
          <p:cNvSpPr/>
          <p:nvPr/>
        </p:nvSpPr>
        <p:spPr>
          <a:xfrm>
            <a:off x="3628339" y="1728216"/>
            <a:ext cx="803758" cy="849706"/>
          </a:xfrm>
          <a:prstGeom prst="rect">
            <a:avLst/>
          </a:prstGeom>
          <a:solidFill>
            <a:srgbClr val="FFFFFF">
              <a:alpha val="1031"/>
            </a:srgbClr>
          </a:solidFill>
          <a:ln/>
        </p:spPr>
        <p:txBody>
          <a:bodyPr/>
          <a:p/>
        </p:txBody>
      </p:sp>
      <p:sp>
        <p:nvSpPr>
          <p:cNvPr id="77" name="Shape 75"/>
          <p:cNvSpPr/>
          <p:nvPr/>
        </p:nvSpPr>
        <p:spPr>
          <a:xfrm>
            <a:off x="3628339" y="2568778"/>
            <a:ext cx="803758" cy="849706"/>
          </a:xfrm>
          <a:prstGeom prst="rect">
            <a:avLst/>
          </a:prstGeom>
          <a:solidFill>
            <a:srgbClr val="FFFFFF">
              <a:alpha val="2063"/>
            </a:srgbClr>
          </a:solidFill>
          <a:ln/>
        </p:spPr>
        <p:txBody>
          <a:bodyPr/>
          <a:p/>
        </p:txBody>
      </p:sp>
      <p:sp>
        <p:nvSpPr>
          <p:cNvPr id="78" name="Shape 76"/>
          <p:cNvSpPr/>
          <p:nvPr/>
        </p:nvSpPr>
        <p:spPr>
          <a:xfrm>
            <a:off x="3628339" y="3409340"/>
            <a:ext cx="803758" cy="849706"/>
          </a:xfrm>
          <a:prstGeom prst="rect">
            <a:avLst/>
          </a:prstGeom>
          <a:solidFill>
            <a:srgbClr val="FFFFFF">
              <a:alpha val="3094"/>
            </a:srgbClr>
          </a:solidFill>
          <a:ln/>
        </p:spPr>
        <p:txBody>
          <a:bodyPr/>
          <a:p/>
        </p:txBody>
      </p:sp>
      <p:sp>
        <p:nvSpPr>
          <p:cNvPr id="79" name="Shape 77"/>
          <p:cNvSpPr/>
          <p:nvPr/>
        </p:nvSpPr>
        <p:spPr>
          <a:xfrm>
            <a:off x="3628339" y="4249903"/>
            <a:ext cx="803758" cy="849706"/>
          </a:xfrm>
          <a:prstGeom prst="rect">
            <a:avLst/>
          </a:prstGeom>
          <a:solidFill>
            <a:srgbClr val="FFFFFF">
              <a:alpha val="4125"/>
            </a:srgbClr>
          </a:solidFill>
          <a:ln/>
        </p:spPr>
        <p:txBody>
          <a:bodyPr/>
          <a:p/>
        </p:txBody>
      </p:sp>
      <p:sp>
        <p:nvSpPr>
          <p:cNvPr id="80" name="Shape 78"/>
          <p:cNvSpPr/>
          <p:nvPr/>
        </p:nvSpPr>
        <p:spPr>
          <a:xfrm>
            <a:off x="3628339" y="5090465"/>
            <a:ext cx="803758" cy="849706"/>
          </a:xfrm>
          <a:prstGeom prst="rect">
            <a:avLst/>
          </a:prstGeom>
          <a:solidFill>
            <a:srgbClr val="FFFFFF">
              <a:alpha val="5156"/>
            </a:srgbClr>
          </a:solidFill>
          <a:ln/>
        </p:spPr>
        <p:txBody>
          <a:bodyPr/>
          <a:p/>
        </p:txBody>
      </p:sp>
      <p:sp>
        <p:nvSpPr>
          <p:cNvPr id="81" name="Shape 79"/>
          <p:cNvSpPr/>
          <p:nvPr/>
        </p:nvSpPr>
        <p:spPr>
          <a:xfrm>
            <a:off x="3628339" y="5931027"/>
            <a:ext cx="803758" cy="849706"/>
          </a:xfrm>
          <a:prstGeom prst="rect">
            <a:avLst/>
          </a:prstGeom>
          <a:solidFill>
            <a:srgbClr val="FFFFFF">
              <a:alpha val="6188"/>
            </a:srgbClr>
          </a:solidFill>
          <a:ln/>
        </p:spPr>
        <p:txBody>
          <a:bodyPr/>
          <a:p/>
        </p:txBody>
      </p:sp>
      <p:sp>
        <p:nvSpPr>
          <p:cNvPr id="82" name="Shape 80"/>
          <p:cNvSpPr/>
          <p:nvPr/>
        </p:nvSpPr>
        <p:spPr>
          <a:xfrm>
            <a:off x="3628339" y="6771589"/>
            <a:ext cx="803758" cy="849706"/>
          </a:xfrm>
          <a:prstGeom prst="rect">
            <a:avLst/>
          </a:prstGeom>
          <a:solidFill>
            <a:srgbClr val="FFFFFF">
              <a:alpha val="7219"/>
            </a:srgbClr>
          </a:solidFill>
          <a:ln/>
        </p:spPr>
        <p:txBody>
          <a:bodyPr/>
          <a:p/>
        </p:txBody>
      </p:sp>
      <p:sp>
        <p:nvSpPr>
          <p:cNvPr id="83" name="Shape 81"/>
          <p:cNvSpPr/>
          <p:nvPr/>
        </p:nvSpPr>
        <p:spPr>
          <a:xfrm>
            <a:off x="3628339" y="7612151"/>
            <a:ext cx="803758" cy="849706"/>
          </a:xfrm>
          <a:prstGeom prst="rect">
            <a:avLst/>
          </a:prstGeom>
          <a:solidFill>
            <a:srgbClr val="FFFFFF">
              <a:alpha val="8250"/>
            </a:srgbClr>
          </a:solidFill>
          <a:ln/>
        </p:spPr>
        <p:txBody>
          <a:bodyPr/>
          <a:p/>
        </p:txBody>
      </p:sp>
      <p:sp>
        <p:nvSpPr>
          <p:cNvPr id="84" name="Shape 82"/>
          <p:cNvSpPr/>
          <p:nvPr/>
        </p:nvSpPr>
        <p:spPr>
          <a:xfrm>
            <a:off x="2258568" y="4336999"/>
            <a:ext cx="803758" cy="523723"/>
          </a:xfrm>
          <a:prstGeom prst="rect">
            <a:avLst/>
          </a:prstGeom>
          <a:solidFill>
            <a:srgbClr val="FFFFFF">
              <a:alpha val="344"/>
            </a:srgbClr>
          </a:solidFill>
          <a:ln/>
        </p:spPr>
        <p:txBody>
          <a:bodyPr/>
          <a:p/>
        </p:txBody>
      </p:sp>
      <p:sp>
        <p:nvSpPr>
          <p:cNvPr id="85" name="Shape 83"/>
          <p:cNvSpPr/>
          <p:nvPr/>
        </p:nvSpPr>
        <p:spPr>
          <a:xfrm>
            <a:off x="2258568" y="4851578"/>
            <a:ext cx="803758" cy="523723"/>
          </a:xfrm>
          <a:prstGeom prst="rect">
            <a:avLst/>
          </a:prstGeom>
          <a:solidFill>
            <a:srgbClr val="FFFFFF">
              <a:alpha val="688"/>
            </a:srgbClr>
          </a:solidFill>
          <a:ln/>
        </p:spPr>
        <p:txBody>
          <a:bodyPr/>
          <a:p/>
        </p:txBody>
      </p:sp>
      <p:sp>
        <p:nvSpPr>
          <p:cNvPr id="86" name="Shape 84"/>
          <p:cNvSpPr/>
          <p:nvPr/>
        </p:nvSpPr>
        <p:spPr>
          <a:xfrm>
            <a:off x="2258568" y="5366156"/>
            <a:ext cx="803758" cy="523723"/>
          </a:xfrm>
          <a:prstGeom prst="rect">
            <a:avLst/>
          </a:prstGeom>
          <a:solidFill>
            <a:srgbClr val="FFFFFF">
              <a:alpha val="1031"/>
            </a:srgbClr>
          </a:solidFill>
          <a:ln/>
        </p:spPr>
        <p:txBody>
          <a:bodyPr/>
          <a:p/>
        </p:txBody>
      </p:sp>
      <p:sp>
        <p:nvSpPr>
          <p:cNvPr id="87" name="Shape 85"/>
          <p:cNvSpPr/>
          <p:nvPr/>
        </p:nvSpPr>
        <p:spPr>
          <a:xfrm>
            <a:off x="2258568" y="5880735"/>
            <a:ext cx="803758" cy="523723"/>
          </a:xfrm>
          <a:prstGeom prst="rect">
            <a:avLst/>
          </a:prstGeom>
          <a:solidFill>
            <a:srgbClr val="FFFFFF">
              <a:alpha val="1375"/>
            </a:srgbClr>
          </a:solidFill>
          <a:ln/>
        </p:spPr>
        <p:txBody>
          <a:bodyPr/>
          <a:p/>
        </p:txBody>
      </p:sp>
      <p:sp>
        <p:nvSpPr>
          <p:cNvPr id="88" name="Shape 86"/>
          <p:cNvSpPr/>
          <p:nvPr/>
        </p:nvSpPr>
        <p:spPr>
          <a:xfrm>
            <a:off x="2258568" y="6395314"/>
            <a:ext cx="803758" cy="523723"/>
          </a:xfrm>
          <a:prstGeom prst="rect">
            <a:avLst/>
          </a:prstGeom>
          <a:solidFill>
            <a:srgbClr val="FFFFFF">
              <a:alpha val="1719"/>
            </a:srgbClr>
          </a:solidFill>
          <a:ln/>
        </p:spPr>
        <p:txBody>
          <a:bodyPr/>
          <a:p/>
        </p:txBody>
      </p:sp>
      <p:sp>
        <p:nvSpPr>
          <p:cNvPr id="89" name="Shape 87"/>
          <p:cNvSpPr/>
          <p:nvPr/>
        </p:nvSpPr>
        <p:spPr>
          <a:xfrm>
            <a:off x="2258568" y="6909892"/>
            <a:ext cx="803758" cy="523723"/>
          </a:xfrm>
          <a:prstGeom prst="rect">
            <a:avLst/>
          </a:prstGeom>
          <a:solidFill>
            <a:srgbClr val="FFFFFF">
              <a:alpha val="2063"/>
            </a:srgbClr>
          </a:solidFill>
          <a:ln/>
        </p:spPr>
        <p:txBody>
          <a:bodyPr/>
          <a:p/>
        </p:txBody>
      </p:sp>
      <p:sp>
        <p:nvSpPr>
          <p:cNvPr id="90" name="Shape 88"/>
          <p:cNvSpPr/>
          <p:nvPr/>
        </p:nvSpPr>
        <p:spPr>
          <a:xfrm>
            <a:off x="2258568" y="7424471"/>
            <a:ext cx="803758" cy="523723"/>
          </a:xfrm>
          <a:prstGeom prst="rect">
            <a:avLst/>
          </a:prstGeom>
          <a:solidFill>
            <a:srgbClr val="FFFFFF">
              <a:alpha val="2406"/>
            </a:srgbClr>
          </a:solidFill>
          <a:ln/>
        </p:spPr>
        <p:txBody>
          <a:bodyPr/>
          <a:p/>
        </p:txBody>
      </p:sp>
      <p:sp>
        <p:nvSpPr>
          <p:cNvPr id="91" name="Shape 89"/>
          <p:cNvSpPr/>
          <p:nvPr/>
        </p:nvSpPr>
        <p:spPr>
          <a:xfrm>
            <a:off x="2258568" y="7939049"/>
            <a:ext cx="803758" cy="523723"/>
          </a:xfrm>
          <a:prstGeom prst="rect">
            <a:avLst/>
          </a:prstGeom>
          <a:solidFill>
            <a:srgbClr val="FFFFFF">
              <a:alpha val="2750"/>
            </a:srgbClr>
          </a:solidFill>
          <a:ln/>
        </p:spPr>
        <p:txBody>
          <a:bodyPr/>
          <a:p/>
        </p:txBody>
      </p:sp>
      <p:sp>
        <p:nvSpPr>
          <p:cNvPr id="92" name="Shape 90"/>
          <p:cNvSpPr/>
          <p:nvPr/>
        </p:nvSpPr>
        <p:spPr>
          <a:xfrm>
            <a:off x="2948026" y="3155594"/>
            <a:ext cx="803758" cy="671284"/>
          </a:xfrm>
          <a:prstGeom prst="rect">
            <a:avLst/>
          </a:prstGeom>
          <a:solidFill>
            <a:srgbClr val="FFFFFF">
              <a:alpha val="688"/>
            </a:srgbClr>
          </a:solidFill>
          <a:ln/>
        </p:spPr>
        <p:txBody>
          <a:bodyPr/>
          <a:p/>
        </p:txBody>
      </p:sp>
      <p:sp>
        <p:nvSpPr>
          <p:cNvPr id="93" name="Shape 91"/>
          <p:cNvSpPr/>
          <p:nvPr/>
        </p:nvSpPr>
        <p:spPr>
          <a:xfrm>
            <a:off x="2948026" y="3817734"/>
            <a:ext cx="803758" cy="671284"/>
          </a:xfrm>
          <a:prstGeom prst="rect">
            <a:avLst/>
          </a:prstGeom>
          <a:solidFill>
            <a:srgbClr val="FFFFFF">
              <a:alpha val="1375"/>
            </a:srgbClr>
          </a:solidFill>
          <a:ln/>
        </p:spPr>
        <p:txBody>
          <a:bodyPr/>
          <a:p/>
        </p:txBody>
      </p:sp>
      <p:sp>
        <p:nvSpPr>
          <p:cNvPr id="94" name="Shape 92"/>
          <p:cNvSpPr/>
          <p:nvPr/>
        </p:nvSpPr>
        <p:spPr>
          <a:xfrm>
            <a:off x="2948026" y="4479874"/>
            <a:ext cx="803758" cy="671284"/>
          </a:xfrm>
          <a:prstGeom prst="rect">
            <a:avLst/>
          </a:prstGeom>
          <a:solidFill>
            <a:srgbClr val="FFFFFF">
              <a:alpha val="2063"/>
            </a:srgbClr>
          </a:solidFill>
          <a:ln/>
        </p:spPr>
        <p:txBody>
          <a:bodyPr/>
          <a:p/>
        </p:txBody>
      </p:sp>
      <p:sp>
        <p:nvSpPr>
          <p:cNvPr id="95" name="Shape 93"/>
          <p:cNvSpPr/>
          <p:nvPr/>
        </p:nvSpPr>
        <p:spPr>
          <a:xfrm>
            <a:off x="2948026" y="5142014"/>
            <a:ext cx="803758" cy="671284"/>
          </a:xfrm>
          <a:prstGeom prst="rect">
            <a:avLst/>
          </a:prstGeom>
          <a:solidFill>
            <a:srgbClr val="FFFFFF">
              <a:alpha val="2750"/>
            </a:srgbClr>
          </a:solidFill>
          <a:ln/>
        </p:spPr>
        <p:txBody>
          <a:bodyPr/>
          <a:p/>
        </p:txBody>
      </p:sp>
      <p:sp>
        <p:nvSpPr>
          <p:cNvPr id="96" name="Shape 94"/>
          <p:cNvSpPr/>
          <p:nvPr/>
        </p:nvSpPr>
        <p:spPr>
          <a:xfrm>
            <a:off x="2948026" y="5804154"/>
            <a:ext cx="803758" cy="671284"/>
          </a:xfrm>
          <a:prstGeom prst="rect">
            <a:avLst/>
          </a:prstGeom>
          <a:solidFill>
            <a:srgbClr val="FFFFFF">
              <a:alpha val="3438"/>
            </a:srgbClr>
          </a:solidFill>
          <a:ln/>
        </p:spPr>
        <p:txBody>
          <a:bodyPr/>
          <a:p/>
        </p:txBody>
      </p:sp>
      <p:sp>
        <p:nvSpPr>
          <p:cNvPr id="97" name="Shape 95"/>
          <p:cNvSpPr/>
          <p:nvPr/>
        </p:nvSpPr>
        <p:spPr>
          <a:xfrm>
            <a:off x="2948026" y="6466294"/>
            <a:ext cx="803758" cy="671284"/>
          </a:xfrm>
          <a:prstGeom prst="rect">
            <a:avLst/>
          </a:prstGeom>
          <a:solidFill>
            <a:srgbClr val="FFFFFF">
              <a:alpha val="4125"/>
            </a:srgbClr>
          </a:solidFill>
          <a:ln/>
        </p:spPr>
        <p:txBody>
          <a:bodyPr/>
          <a:p/>
        </p:txBody>
      </p:sp>
      <p:sp>
        <p:nvSpPr>
          <p:cNvPr id="98" name="Shape 96"/>
          <p:cNvSpPr/>
          <p:nvPr/>
        </p:nvSpPr>
        <p:spPr>
          <a:xfrm>
            <a:off x="2948026" y="7128434"/>
            <a:ext cx="803758" cy="671284"/>
          </a:xfrm>
          <a:prstGeom prst="rect">
            <a:avLst/>
          </a:prstGeom>
          <a:solidFill>
            <a:srgbClr val="FFFFFF">
              <a:alpha val="4813"/>
            </a:srgbClr>
          </a:solidFill>
          <a:ln/>
        </p:spPr>
        <p:txBody>
          <a:bodyPr/>
          <a:p/>
        </p:txBody>
      </p:sp>
      <p:sp>
        <p:nvSpPr>
          <p:cNvPr id="99" name="Shape 97"/>
          <p:cNvSpPr/>
          <p:nvPr/>
        </p:nvSpPr>
        <p:spPr>
          <a:xfrm>
            <a:off x="2948026" y="7790574"/>
            <a:ext cx="803758" cy="671284"/>
          </a:xfrm>
          <a:prstGeom prst="rect">
            <a:avLst/>
          </a:prstGeom>
          <a:solidFill>
            <a:srgbClr val="FFFFFF">
              <a:alpha val="5500"/>
            </a:srgbClr>
          </a:solidFill>
          <a:ln/>
        </p:spPr>
        <p:txBody>
          <a:bodyPr/>
          <a:p/>
        </p:txBody>
      </p:sp>
      <p:sp>
        <p:nvSpPr>
          <p:cNvPr id="100" name="Shape 98"/>
          <p:cNvSpPr/>
          <p:nvPr/>
        </p:nvSpPr>
        <p:spPr>
          <a:xfrm>
            <a:off x="4300423" y="3525926"/>
            <a:ext cx="803758" cy="625107"/>
          </a:xfrm>
          <a:prstGeom prst="rect">
            <a:avLst/>
          </a:prstGeom>
          <a:solidFill>
            <a:srgbClr val="FFFFFF">
              <a:alpha val="688"/>
            </a:srgbClr>
          </a:solidFill>
          <a:ln/>
        </p:spPr>
        <p:txBody>
          <a:bodyPr/>
          <a:p/>
        </p:txBody>
      </p:sp>
      <p:sp>
        <p:nvSpPr>
          <p:cNvPr id="101" name="Shape 99"/>
          <p:cNvSpPr/>
          <p:nvPr/>
        </p:nvSpPr>
        <p:spPr>
          <a:xfrm>
            <a:off x="4300423" y="4141889"/>
            <a:ext cx="803758" cy="625107"/>
          </a:xfrm>
          <a:prstGeom prst="rect">
            <a:avLst/>
          </a:prstGeom>
          <a:solidFill>
            <a:srgbClr val="FFFFFF">
              <a:alpha val="1375"/>
            </a:srgbClr>
          </a:solidFill>
          <a:ln/>
        </p:spPr>
        <p:txBody>
          <a:bodyPr/>
          <a:p/>
        </p:txBody>
      </p:sp>
      <p:sp>
        <p:nvSpPr>
          <p:cNvPr id="102" name="Shape 100"/>
          <p:cNvSpPr/>
          <p:nvPr/>
        </p:nvSpPr>
        <p:spPr>
          <a:xfrm>
            <a:off x="4300423" y="4757852"/>
            <a:ext cx="803758" cy="625107"/>
          </a:xfrm>
          <a:prstGeom prst="rect">
            <a:avLst/>
          </a:prstGeom>
          <a:solidFill>
            <a:srgbClr val="FFFFFF">
              <a:alpha val="2063"/>
            </a:srgbClr>
          </a:solidFill>
          <a:ln/>
        </p:spPr>
        <p:txBody>
          <a:bodyPr/>
          <a:p/>
        </p:txBody>
      </p:sp>
      <p:sp>
        <p:nvSpPr>
          <p:cNvPr id="103" name="Shape 101"/>
          <p:cNvSpPr/>
          <p:nvPr/>
        </p:nvSpPr>
        <p:spPr>
          <a:xfrm>
            <a:off x="4300423" y="5373815"/>
            <a:ext cx="803758" cy="625107"/>
          </a:xfrm>
          <a:prstGeom prst="rect">
            <a:avLst/>
          </a:prstGeom>
          <a:solidFill>
            <a:srgbClr val="FFFFFF">
              <a:alpha val="2750"/>
            </a:srgbClr>
          </a:solidFill>
          <a:ln/>
        </p:spPr>
        <p:txBody>
          <a:bodyPr/>
          <a:p/>
        </p:txBody>
      </p:sp>
      <p:sp>
        <p:nvSpPr>
          <p:cNvPr id="104" name="Shape 102"/>
          <p:cNvSpPr/>
          <p:nvPr/>
        </p:nvSpPr>
        <p:spPr>
          <a:xfrm>
            <a:off x="4300423" y="5989777"/>
            <a:ext cx="803758" cy="625107"/>
          </a:xfrm>
          <a:prstGeom prst="rect">
            <a:avLst/>
          </a:prstGeom>
          <a:solidFill>
            <a:srgbClr val="FFFFFF">
              <a:alpha val="3438"/>
            </a:srgbClr>
          </a:solidFill>
          <a:ln/>
        </p:spPr>
        <p:txBody>
          <a:bodyPr/>
          <a:p/>
        </p:txBody>
      </p:sp>
      <p:sp>
        <p:nvSpPr>
          <p:cNvPr id="105" name="Shape 103"/>
          <p:cNvSpPr/>
          <p:nvPr/>
        </p:nvSpPr>
        <p:spPr>
          <a:xfrm>
            <a:off x="4300423" y="6605740"/>
            <a:ext cx="803758" cy="625107"/>
          </a:xfrm>
          <a:prstGeom prst="rect">
            <a:avLst/>
          </a:prstGeom>
          <a:solidFill>
            <a:srgbClr val="FFFFFF">
              <a:alpha val="4125"/>
            </a:srgbClr>
          </a:solidFill>
          <a:ln/>
        </p:spPr>
        <p:txBody>
          <a:bodyPr/>
          <a:p/>
        </p:txBody>
      </p:sp>
      <p:sp>
        <p:nvSpPr>
          <p:cNvPr id="106" name="Shape 104"/>
          <p:cNvSpPr/>
          <p:nvPr/>
        </p:nvSpPr>
        <p:spPr>
          <a:xfrm>
            <a:off x="4300423" y="7221703"/>
            <a:ext cx="803758" cy="625107"/>
          </a:xfrm>
          <a:prstGeom prst="rect">
            <a:avLst/>
          </a:prstGeom>
          <a:solidFill>
            <a:srgbClr val="FFFFFF">
              <a:alpha val="4813"/>
            </a:srgbClr>
          </a:solidFill>
          <a:ln/>
        </p:spPr>
        <p:txBody>
          <a:bodyPr/>
          <a:p/>
        </p:txBody>
      </p:sp>
      <p:sp>
        <p:nvSpPr>
          <p:cNvPr id="107" name="Shape 105"/>
          <p:cNvSpPr/>
          <p:nvPr/>
        </p:nvSpPr>
        <p:spPr>
          <a:xfrm>
            <a:off x="4300423" y="7837665"/>
            <a:ext cx="803758" cy="625107"/>
          </a:xfrm>
          <a:prstGeom prst="rect">
            <a:avLst/>
          </a:prstGeom>
          <a:solidFill>
            <a:srgbClr val="FFFFFF">
              <a:alpha val="5500"/>
            </a:srgbClr>
          </a:solidFill>
          <a:ln/>
        </p:spPr>
        <p:txBody>
          <a:bodyPr/>
          <a:p/>
        </p:txBody>
      </p:sp>
      <p:sp>
        <p:nvSpPr>
          <p:cNvPr id="108" name="Shape 106"/>
          <p:cNvSpPr/>
          <p:nvPr/>
        </p:nvSpPr>
        <p:spPr>
          <a:xfrm>
            <a:off x="4992624" y="5362956"/>
            <a:ext cx="803758" cy="395364"/>
          </a:xfrm>
          <a:prstGeom prst="rect">
            <a:avLst/>
          </a:prstGeom>
          <a:solidFill>
            <a:srgbClr val="FFFFFF">
              <a:alpha val="344"/>
            </a:srgbClr>
          </a:solidFill>
          <a:ln/>
        </p:spPr>
        <p:txBody>
          <a:bodyPr/>
          <a:p/>
        </p:txBody>
      </p:sp>
      <p:sp>
        <p:nvSpPr>
          <p:cNvPr id="109" name="Shape 107"/>
          <p:cNvSpPr/>
          <p:nvPr/>
        </p:nvSpPr>
        <p:spPr>
          <a:xfrm>
            <a:off x="4992624" y="5749176"/>
            <a:ext cx="803758" cy="395364"/>
          </a:xfrm>
          <a:prstGeom prst="rect">
            <a:avLst/>
          </a:prstGeom>
          <a:solidFill>
            <a:srgbClr val="FFFFFF">
              <a:alpha val="688"/>
            </a:srgbClr>
          </a:solidFill>
          <a:ln/>
        </p:spPr>
        <p:txBody>
          <a:bodyPr/>
          <a:p/>
        </p:txBody>
      </p:sp>
      <p:sp>
        <p:nvSpPr>
          <p:cNvPr id="110" name="Shape 108"/>
          <p:cNvSpPr/>
          <p:nvPr/>
        </p:nvSpPr>
        <p:spPr>
          <a:xfrm>
            <a:off x="4992624" y="6135395"/>
            <a:ext cx="803758" cy="395364"/>
          </a:xfrm>
          <a:prstGeom prst="rect">
            <a:avLst/>
          </a:prstGeom>
          <a:solidFill>
            <a:srgbClr val="FFFFFF">
              <a:alpha val="1031"/>
            </a:srgbClr>
          </a:solidFill>
          <a:ln/>
        </p:spPr>
        <p:txBody>
          <a:bodyPr/>
          <a:p/>
        </p:txBody>
      </p:sp>
      <p:sp>
        <p:nvSpPr>
          <p:cNvPr id="111" name="Shape 109"/>
          <p:cNvSpPr/>
          <p:nvPr/>
        </p:nvSpPr>
        <p:spPr>
          <a:xfrm>
            <a:off x="4992624" y="6521615"/>
            <a:ext cx="803758" cy="395364"/>
          </a:xfrm>
          <a:prstGeom prst="rect">
            <a:avLst/>
          </a:prstGeom>
          <a:solidFill>
            <a:srgbClr val="FFFFFF">
              <a:alpha val="1375"/>
            </a:srgbClr>
          </a:solidFill>
          <a:ln/>
        </p:spPr>
        <p:txBody>
          <a:bodyPr/>
          <a:p/>
        </p:txBody>
      </p:sp>
      <p:sp>
        <p:nvSpPr>
          <p:cNvPr id="112" name="Shape 110"/>
          <p:cNvSpPr/>
          <p:nvPr/>
        </p:nvSpPr>
        <p:spPr>
          <a:xfrm>
            <a:off x="4992624" y="6907835"/>
            <a:ext cx="803758" cy="395364"/>
          </a:xfrm>
          <a:prstGeom prst="rect">
            <a:avLst/>
          </a:prstGeom>
          <a:solidFill>
            <a:srgbClr val="FFFFFF">
              <a:alpha val="1719"/>
            </a:srgbClr>
          </a:solidFill>
          <a:ln/>
        </p:spPr>
        <p:txBody>
          <a:bodyPr/>
          <a:p/>
        </p:txBody>
      </p:sp>
      <p:sp>
        <p:nvSpPr>
          <p:cNvPr id="113" name="Shape 111"/>
          <p:cNvSpPr/>
          <p:nvPr/>
        </p:nvSpPr>
        <p:spPr>
          <a:xfrm>
            <a:off x="4992624" y="7294055"/>
            <a:ext cx="803758" cy="395364"/>
          </a:xfrm>
          <a:prstGeom prst="rect">
            <a:avLst/>
          </a:prstGeom>
          <a:solidFill>
            <a:srgbClr val="FFFFFF">
              <a:alpha val="2063"/>
            </a:srgbClr>
          </a:solidFill>
          <a:ln/>
        </p:spPr>
        <p:txBody>
          <a:bodyPr/>
          <a:p/>
        </p:txBody>
      </p:sp>
      <p:sp>
        <p:nvSpPr>
          <p:cNvPr id="114" name="Shape 112"/>
          <p:cNvSpPr/>
          <p:nvPr/>
        </p:nvSpPr>
        <p:spPr>
          <a:xfrm>
            <a:off x="4992624" y="7680274"/>
            <a:ext cx="803758" cy="395364"/>
          </a:xfrm>
          <a:prstGeom prst="rect">
            <a:avLst/>
          </a:prstGeom>
          <a:solidFill>
            <a:srgbClr val="FFFFFF">
              <a:alpha val="2406"/>
            </a:srgbClr>
          </a:solidFill>
          <a:ln/>
        </p:spPr>
        <p:txBody>
          <a:bodyPr/>
          <a:p/>
        </p:txBody>
      </p:sp>
      <p:sp>
        <p:nvSpPr>
          <p:cNvPr id="115" name="Shape 113"/>
          <p:cNvSpPr/>
          <p:nvPr/>
        </p:nvSpPr>
        <p:spPr>
          <a:xfrm>
            <a:off x="4992624" y="8066494"/>
            <a:ext cx="803758" cy="395364"/>
          </a:xfrm>
          <a:prstGeom prst="rect">
            <a:avLst/>
          </a:prstGeom>
          <a:solidFill>
            <a:srgbClr val="FFFFFF">
              <a:alpha val="2750"/>
            </a:srgbClr>
          </a:solidFill>
          <a:ln/>
        </p:spPr>
        <p:txBody>
          <a:bodyPr/>
          <a:p/>
        </p:txBody>
      </p:sp>
      <p:sp>
        <p:nvSpPr>
          <p:cNvPr id="116" name="Shape 114"/>
          <p:cNvSpPr/>
          <p:nvPr/>
        </p:nvSpPr>
        <p:spPr>
          <a:xfrm>
            <a:off x="-515722" y="1728216"/>
            <a:ext cx="803758" cy="849706"/>
          </a:xfrm>
          <a:prstGeom prst="rect">
            <a:avLst/>
          </a:prstGeom>
          <a:solidFill>
            <a:srgbClr val="FFFFFF">
              <a:alpha val="688"/>
            </a:srgbClr>
          </a:solidFill>
          <a:ln/>
        </p:spPr>
        <p:txBody>
          <a:bodyPr/>
          <a:p/>
        </p:txBody>
      </p:sp>
      <p:sp>
        <p:nvSpPr>
          <p:cNvPr id="117" name="Shape 115"/>
          <p:cNvSpPr/>
          <p:nvPr/>
        </p:nvSpPr>
        <p:spPr>
          <a:xfrm>
            <a:off x="-515722" y="2568778"/>
            <a:ext cx="803758" cy="849706"/>
          </a:xfrm>
          <a:prstGeom prst="rect">
            <a:avLst/>
          </a:prstGeom>
          <a:solidFill>
            <a:srgbClr val="FFFFFF">
              <a:alpha val="1375"/>
            </a:srgbClr>
          </a:solidFill>
          <a:ln/>
        </p:spPr>
        <p:txBody>
          <a:bodyPr/>
          <a:p/>
        </p:txBody>
      </p:sp>
      <p:sp>
        <p:nvSpPr>
          <p:cNvPr id="118" name="Shape 116"/>
          <p:cNvSpPr/>
          <p:nvPr/>
        </p:nvSpPr>
        <p:spPr>
          <a:xfrm>
            <a:off x="-515722" y="3409340"/>
            <a:ext cx="803758" cy="849706"/>
          </a:xfrm>
          <a:prstGeom prst="rect">
            <a:avLst/>
          </a:prstGeom>
          <a:solidFill>
            <a:srgbClr val="FFFFFF">
              <a:alpha val="2063"/>
            </a:srgbClr>
          </a:solidFill>
          <a:ln/>
        </p:spPr>
        <p:txBody>
          <a:bodyPr/>
          <a:p/>
        </p:txBody>
      </p:sp>
      <p:sp>
        <p:nvSpPr>
          <p:cNvPr id="119" name="Shape 117"/>
          <p:cNvSpPr/>
          <p:nvPr/>
        </p:nvSpPr>
        <p:spPr>
          <a:xfrm>
            <a:off x="-515722" y="4249903"/>
            <a:ext cx="803758" cy="849706"/>
          </a:xfrm>
          <a:prstGeom prst="rect">
            <a:avLst/>
          </a:prstGeom>
          <a:solidFill>
            <a:srgbClr val="FFFFFF">
              <a:alpha val="2750"/>
            </a:srgbClr>
          </a:solidFill>
          <a:ln/>
        </p:spPr>
        <p:txBody>
          <a:bodyPr/>
          <a:p/>
        </p:txBody>
      </p:sp>
      <p:sp>
        <p:nvSpPr>
          <p:cNvPr id="120" name="Shape 118"/>
          <p:cNvSpPr/>
          <p:nvPr/>
        </p:nvSpPr>
        <p:spPr>
          <a:xfrm>
            <a:off x="-515722" y="5090465"/>
            <a:ext cx="803758" cy="849706"/>
          </a:xfrm>
          <a:prstGeom prst="rect">
            <a:avLst/>
          </a:prstGeom>
          <a:solidFill>
            <a:srgbClr val="FFFFFF">
              <a:alpha val="3438"/>
            </a:srgbClr>
          </a:solidFill>
          <a:ln/>
        </p:spPr>
        <p:txBody>
          <a:bodyPr/>
          <a:p/>
        </p:txBody>
      </p:sp>
      <p:sp>
        <p:nvSpPr>
          <p:cNvPr id="121" name="Shape 119"/>
          <p:cNvSpPr/>
          <p:nvPr/>
        </p:nvSpPr>
        <p:spPr>
          <a:xfrm>
            <a:off x="-515722" y="5931027"/>
            <a:ext cx="803758" cy="849706"/>
          </a:xfrm>
          <a:prstGeom prst="rect">
            <a:avLst/>
          </a:prstGeom>
          <a:solidFill>
            <a:srgbClr val="FFFFFF">
              <a:alpha val="4125"/>
            </a:srgbClr>
          </a:solidFill>
          <a:ln/>
        </p:spPr>
        <p:txBody>
          <a:bodyPr/>
          <a:p/>
        </p:txBody>
      </p:sp>
      <p:sp>
        <p:nvSpPr>
          <p:cNvPr id="122" name="Shape 120"/>
          <p:cNvSpPr/>
          <p:nvPr/>
        </p:nvSpPr>
        <p:spPr>
          <a:xfrm>
            <a:off x="-515722" y="6771589"/>
            <a:ext cx="803758" cy="849706"/>
          </a:xfrm>
          <a:prstGeom prst="rect">
            <a:avLst/>
          </a:prstGeom>
          <a:solidFill>
            <a:srgbClr val="FFFFFF">
              <a:alpha val="4813"/>
            </a:srgbClr>
          </a:solidFill>
          <a:ln/>
        </p:spPr>
        <p:txBody>
          <a:bodyPr/>
          <a:p/>
        </p:txBody>
      </p:sp>
      <p:sp>
        <p:nvSpPr>
          <p:cNvPr id="123" name="Shape 121"/>
          <p:cNvSpPr/>
          <p:nvPr/>
        </p:nvSpPr>
        <p:spPr>
          <a:xfrm>
            <a:off x="-515722" y="7612151"/>
            <a:ext cx="803758" cy="849706"/>
          </a:xfrm>
          <a:prstGeom prst="rect">
            <a:avLst/>
          </a:prstGeom>
          <a:solidFill>
            <a:srgbClr val="FFFFFF">
              <a:alpha val="5500"/>
            </a:srgbClr>
          </a:solidFill>
          <a:ln/>
        </p:spPr>
        <p:txBody>
          <a:bodyPr/>
          <a:p/>
        </p:txBody>
      </p:sp>
      <p:sp>
        <p:nvSpPr>
          <p:cNvPr id="124" name="Shape 122"/>
          <p:cNvSpPr/>
          <p:nvPr/>
        </p:nvSpPr>
        <p:spPr>
          <a:xfrm>
            <a:off x="170993" y="3525926"/>
            <a:ext cx="803758" cy="625107"/>
          </a:xfrm>
          <a:prstGeom prst="rect">
            <a:avLst/>
          </a:prstGeom>
          <a:solidFill>
            <a:srgbClr val="FFFFFF">
              <a:alpha val="344"/>
            </a:srgbClr>
          </a:solidFill>
          <a:ln/>
        </p:spPr>
        <p:txBody>
          <a:bodyPr/>
          <a:p/>
        </p:txBody>
      </p:sp>
      <p:sp>
        <p:nvSpPr>
          <p:cNvPr id="125" name="Shape 123"/>
          <p:cNvSpPr/>
          <p:nvPr/>
        </p:nvSpPr>
        <p:spPr>
          <a:xfrm>
            <a:off x="170993" y="4141889"/>
            <a:ext cx="803758" cy="625107"/>
          </a:xfrm>
          <a:prstGeom prst="rect">
            <a:avLst/>
          </a:prstGeom>
          <a:solidFill>
            <a:srgbClr val="FFFFFF">
              <a:alpha val="688"/>
            </a:srgbClr>
          </a:solidFill>
          <a:ln/>
        </p:spPr>
        <p:txBody>
          <a:bodyPr/>
          <a:p/>
        </p:txBody>
      </p:sp>
      <p:sp>
        <p:nvSpPr>
          <p:cNvPr id="126" name="Shape 124"/>
          <p:cNvSpPr/>
          <p:nvPr/>
        </p:nvSpPr>
        <p:spPr>
          <a:xfrm>
            <a:off x="170993" y="4757852"/>
            <a:ext cx="803758" cy="625107"/>
          </a:xfrm>
          <a:prstGeom prst="rect">
            <a:avLst/>
          </a:prstGeom>
          <a:solidFill>
            <a:srgbClr val="FFFFFF">
              <a:alpha val="1031"/>
            </a:srgbClr>
          </a:solidFill>
          <a:ln/>
        </p:spPr>
        <p:txBody>
          <a:bodyPr/>
          <a:p/>
        </p:txBody>
      </p:sp>
      <p:sp>
        <p:nvSpPr>
          <p:cNvPr id="127" name="Shape 125"/>
          <p:cNvSpPr/>
          <p:nvPr/>
        </p:nvSpPr>
        <p:spPr>
          <a:xfrm>
            <a:off x="170993" y="5373815"/>
            <a:ext cx="803758" cy="625107"/>
          </a:xfrm>
          <a:prstGeom prst="rect">
            <a:avLst/>
          </a:prstGeom>
          <a:solidFill>
            <a:srgbClr val="FFFFFF">
              <a:alpha val="1375"/>
            </a:srgbClr>
          </a:solidFill>
          <a:ln/>
        </p:spPr>
        <p:txBody>
          <a:bodyPr/>
          <a:p/>
        </p:txBody>
      </p:sp>
      <p:sp>
        <p:nvSpPr>
          <p:cNvPr id="128" name="Shape 126"/>
          <p:cNvSpPr/>
          <p:nvPr/>
        </p:nvSpPr>
        <p:spPr>
          <a:xfrm>
            <a:off x="170993" y="5989777"/>
            <a:ext cx="803758" cy="625107"/>
          </a:xfrm>
          <a:prstGeom prst="rect">
            <a:avLst/>
          </a:prstGeom>
          <a:solidFill>
            <a:srgbClr val="FFFFFF">
              <a:alpha val="1719"/>
            </a:srgbClr>
          </a:solidFill>
          <a:ln/>
        </p:spPr>
        <p:txBody>
          <a:bodyPr/>
          <a:p/>
        </p:txBody>
      </p:sp>
      <p:sp>
        <p:nvSpPr>
          <p:cNvPr id="129" name="Shape 127"/>
          <p:cNvSpPr/>
          <p:nvPr/>
        </p:nvSpPr>
        <p:spPr>
          <a:xfrm>
            <a:off x="170993" y="6605740"/>
            <a:ext cx="803758" cy="625107"/>
          </a:xfrm>
          <a:prstGeom prst="rect">
            <a:avLst/>
          </a:prstGeom>
          <a:solidFill>
            <a:srgbClr val="FFFFFF">
              <a:alpha val="2063"/>
            </a:srgbClr>
          </a:solidFill>
          <a:ln/>
        </p:spPr>
        <p:txBody>
          <a:bodyPr/>
          <a:p/>
        </p:txBody>
      </p:sp>
      <p:sp>
        <p:nvSpPr>
          <p:cNvPr id="130" name="Shape 128"/>
          <p:cNvSpPr/>
          <p:nvPr/>
        </p:nvSpPr>
        <p:spPr>
          <a:xfrm>
            <a:off x="170993" y="7221703"/>
            <a:ext cx="803758" cy="625107"/>
          </a:xfrm>
          <a:prstGeom prst="rect">
            <a:avLst/>
          </a:prstGeom>
          <a:solidFill>
            <a:srgbClr val="FFFFFF">
              <a:alpha val="2406"/>
            </a:srgbClr>
          </a:solidFill>
          <a:ln/>
        </p:spPr>
        <p:txBody>
          <a:bodyPr/>
          <a:p/>
        </p:txBody>
      </p:sp>
      <p:sp>
        <p:nvSpPr>
          <p:cNvPr id="131" name="Shape 129"/>
          <p:cNvSpPr/>
          <p:nvPr/>
        </p:nvSpPr>
        <p:spPr>
          <a:xfrm>
            <a:off x="170993" y="7837665"/>
            <a:ext cx="803758" cy="625107"/>
          </a:xfrm>
          <a:prstGeom prst="rect">
            <a:avLst/>
          </a:prstGeom>
          <a:solidFill>
            <a:srgbClr val="FFFFFF">
              <a:alpha val="2750"/>
            </a:srgbClr>
          </a:solidFill>
          <a:ln/>
        </p:spPr>
        <p:txBody>
          <a:bodyPr/>
          <a:p/>
        </p:txBody>
      </p:sp>
      <p:sp>
        <p:nvSpPr>
          <p:cNvPr id="132" name="Shape 130"/>
          <p:cNvSpPr/>
          <p:nvPr/>
        </p:nvSpPr>
        <p:spPr>
          <a:xfrm>
            <a:off x="862279" y="5362956"/>
            <a:ext cx="803758" cy="395364"/>
          </a:xfrm>
          <a:prstGeom prst="rect">
            <a:avLst/>
          </a:prstGeom>
          <a:solidFill>
            <a:srgbClr val="FFFFFF">
              <a:alpha val="138"/>
            </a:srgbClr>
          </a:solidFill>
          <a:ln/>
        </p:spPr>
        <p:txBody>
          <a:bodyPr/>
          <a:p/>
        </p:txBody>
      </p:sp>
      <p:sp>
        <p:nvSpPr>
          <p:cNvPr id="133" name="Shape 131"/>
          <p:cNvSpPr/>
          <p:nvPr/>
        </p:nvSpPr>
        <p:spPr>
          <a:xfrm>
            <a:off x="862279" y="5749176"/>
            <a:ext cx="803758" cy="395364"/>
          </a:xfrm>
          <a:prstGeom prst="rect">
            <a:avLst/>
          </a:prstGeom>
          <a:solidFill>
            <a:srgbClr val="FFFFFF">
              <a:alpha val="275"/>
            </a:srgbClr>
          </a:solidFill>
          <a:ln/>
        </p:spPr>
        <p:txBody>
          <a:bodyPr/>
          <a:p/>
        </p:txBody>
      </p:sp>
      <p:sp>
        <p:nvSpPr>
          <p:cNvPr id="134" name="Shape 132"/>
          <p:cNvSpPr/>
          <p:nvPr/>
        </p:nvSpPr>
        <p:spPr>
          <a:xfrm>
            <a:off x="862279" y="6135395"/>
            <a:ext cx="803758" cy="395364"/>
          </a:xfrm>
          <a:prstGeom prst="rect">
            <a:avLst/>
          </a:prstGeom>
          <a:solidFill>
            <a:srgbClr val="FFFFFF">
              <a:alpha val="412"/>
            </a:srgbClr>
          </a:solidFill>
          <a:ln/>
        </p:spPr>
        <p:txBody>
          <a:bodyPr/>
          <a:p/>
        </p:txBody>
      </p:sp>
      <p:sp>
        <p:nvSpPr>
          <p:cNvPr id="135" name="Shape 133"/>
          <p:cNvSpPr/>
          <p:nvPr/>
        </p:nvSpPr>
        <p:spPr>
          <a:xfrm>
            <a:off x="862279" y="6521615"/>
            <a:ext cx="803758" cy="395364"/>
          </a:xfrm>
          <a:prstGeom prst="rect">
            <a:avLst/>
          </a:prstGeom>
          <a:solidFill>
            <a:srgbClr val="FFFFFF">
              <a:alpha val="550"/>
            </a:srgbClr>
          </a:solidFill>
          <a:ln/>
        </p:spPr>
        <p:txBody>
          <a:bodyPr/>
          <a:p/>
        </p:txBody>
      </p:sp>
      <p:sp>
        <p:nvSpPr>
          <p:cNvPr id="136" name="Shape 134"/>
          <p:cNvSpPr/>
          <p:nvPr/>
        </p:nvSpPr>
        <p:spPr>
          <a:xfrm>
            <a:off x="862279" y="6907835"/>
            <a:ext cx="803758" cy="395364"/>
          </a:xfrm>
          <a:prstGeom prst="rect">
            <a:avLst/>
          </a:prstGeom>
          <a:solidFill>
            <a:srgbClr val="FFFFFF">
              <a:alpha val="688"/>
            </a:srgbClr>
          </a:solidFill>
          <a:ln/>
        </p:spPr>
        <p:txBody>
          <a:bodyPr/>
          <a:p/>
        </p:txBody>
      </p:sp>
      <p:sp>
        <p:nvSpPr>
          <p:cNvPr id="137" name="Shape 135"/>
          <p:cNvSpPr/>
          <p:nvPr/>
        </p:nvSpPr>
        <p:spPr>
          <a:xfrm>
            <a:off x="862279" y="7294055"/>
            <a:ext cx="803758" cy="395364"/>
          </a:xfrm>
          <a:prstGeom prst="rect">
            <a:avLst/>
          </a:prstGeom>
          <a:solidFill>
            <a:srgbClr val="FFFFFF">
              <a:alpha val="825"/>
            </a:srgbClr>
          </a:solidFill>
          <a:ln/>
        </p:spPr>
        <p:txBody>
          <a:bodyPr/>
          <a:p/>
        </p:txBody>
      </p:sp>
      <p:sp>
        <p:nvSpPr>
          <p:cNvPr id="138" name="Shape 136"/>
          <p:cNvSpPr/>
          <p:nvPr/>
        </p:nvSpPr>
        <p:spPr>
          <a:xfrm>
            <a:off x="862279" y="7680274"/>
            <a:ext cx="803758" cy="395364"/>
          </a:xfrm>
          <a:prstGeom prst="rect">
            <a:avLst/>
          </a:prstGeom>
          <a:solidFill>
            <a:srgbClr val="FFFFFF">
              <a:alpha val="963"/>
            </a:srgbClr>
          </a:solidFill>
          <a:ln/>
        </p:spPr>
        <p:txBody>
          <a:bodyPr/>
          <a:p/>
        </p:txBody>
      </p:sp>
      <p:sp>
        <p:nvSpPr>
          <p:cNvPr id="139" name="Shape 137"/>
          <p:cNvSpPr/>
          <p:nvPr/>
        </p:nvSpPr>
        <p:spPr>
          <a:xfrm>
            <a:off x="862279" y="8066494"/>
            <a:ext cx="803758" cy="395364"/>
          </a:xfrm>
          <a:prstGeom prst="rect">
            <a:avLst/>
          </a:prstGeom>
          <a:solidFill>
            <a:srgbClr val="FFFFFF">
              <a:alpha val="1100"/>
            </a:srgbClr>
          </a:solidFill>
          <a:ln/>
        </p:spPr>
        <p:txBody>
          <a:bodyPr/>
          <a:p/>
        </p:txBody>
      </p:sp>
      <p:sp>
        <p:nvSpPr>
          <p:cNvPr id="140" name="Shape 138"/>
          <p:cNvSpPr/>
          <p:nvPr/>
        </p:nvSpPr>
        <p:spPr>
          <a:xfrm>
            <a:off x="1435608" y="-1775765"/>
            <a:ext cx="803758" cy="849706"/>
          </a:xfrm>
          <a:prstGeom prst="rect">
            <a:avLst/>
          </a:prstGeom>
          <a:solidFill>
            <a:srgbClr val="F8FE05">
              <a:alpha val="8250"/>
            </a:srgbClr>
          </a:solidFill>
          <a:ln/>
        </p:spPr>
        <p:txBody>
          <a:bodyPr/>
          <a:p/>
        </p:txBody>
      </p:sp>
      <p:sp>
        <p:nvSpPr>
          <p:cNvPr id="141" name="Shape 139"/>
          <p:cNvSpPr/>
          <p:nvPr/>
        </p:nvSpPr>
        <p:spPr>
          <a:xfrm>
            <a:off x="1435608" y="-935203"/>
            <a:ext cx="803758" cy="849706"/>
          </a:xfrm>
          <a:prstGeom prst="rect">
            <a:avLst/>
          </a:prstGeom>
          <a:solidFill>
            <a:srgbClr val="F8FE05">
              <a:alpha val="7219"/>
            </a:srgbClr>
          </a:solidFill>
          <a:ln/>
        </p:spPr>
        <p:txBody>
          <a:bodyPr/>
          <a:p/>
        </p:txBody>
      </p:sp>
      <p:sp>
        <p:nvSpPr>
          <p:cNvPr id="142" name="Shape 140"/>
          <p:cNvSpPr/>
          <p:nvPr/>
        </p:nvSpPr>
        <p:spPr>
          <a:xfrm>
            <a:off x="1435608" y="-94640"/>
            <a:ext cx="803758" cy="849706"/>
          </a:xfrm>
          <a:prstGeom prst="rect">
            <a:avLst/>
          </a:prstGeom>
          <a:solidFill>
            <a:srgbClr val="F8FE05">
              <a:alpha val="6188"/>
            </a:srgbClr>
          </a:solidFill>
          <a:ln/>
        </p:spPr>
        <p:txBody>
          <a:bodyPr/>
          <a:p/>
        </p:txBody>
      </p:sp>
      <p:sp>
        <p:nvSpPr>
          <p:cNvPr id="143" name="Shape 141"/>
          <p:cNvSpPr/>
          <p:nvPr/>
        </p:nvSpPr>
        <p:spPr>
          <a:xfrm>
            <a:off x="1435608" y="745922"/>
            <a:ext cx="803758" cy="849706"/>
          </a:xfrm>
          <a:prstGeom prst="rect">
            <a:avLst/>
          </a:prstGeom>
          <a:solidFill>
            <a:srgbClr val="F8FE05">
              <a:alpha val="5156"/>
            </a:srgbClr>
          </a:solidFill>
          <a:ln/>
        </p:spPr>
        <p:txBody>
          <a:bodyPr/>
          <a:p/>
        </p:txBody>
      </p:sp>
      <p:sp>
        <p:nvSpPr>
          <p:cNvPr id="144" name="Shape 142"/>
          <p:cNvSpPr/>
          <p:nvPr/>
        </p:nvSpPr>
        <p:spPr>
          <a:xfrm>
            <a:off x="1435608" y="1586484"/>
            <a:ext cx="803758" cy="849706"/>
          </a:xfrm>
          <a:prstGeom prst="rect">
            <a:avLst/>
          </a:prstGeom>
          <a:solidFill>
            <a:srgbClr val="F8FE05">
              <a:alpha val="4125"/>
            </a:srgbClr>
          </a:solidFill>
          <a:ln/>
        </p:spPr>
        <p:txBody>
          <a:bodyPr/>
          <a:p/>
        </p:txBody>
      </p:sp>
      <p:sp>
        <p:nvSpPr>
          <p:cNvPr id="145" name="Shape 143"/>
          <p:cNvSpPr/>
          <p:nvPr/>
        </p:nvSpPr>
        <p:spPr>
          <a:xfrm>
            <a:off x="1435608" y="2427046"/>
            <a:ext cx="803758" cy="849706"/>
          </a:xfrm>
          <a:prstGeom prst="rect">
            <a:avLst/>
          </a:prstGeom>
          <a:solidFill>
            <a:srgbClr val="F8FE05">
              <a:alpha val="3094"/>
            </a:srgbClr>
          </a:solidFill>
          <a:ln/>
        </p:spPr>
        <p:txBody>
          <a:bodyPr/>
          <a:p/>
        </p:txBody>
      </p:sp>
      <p:sp>
        <p:nvSpPr>
          <p:cNvPr id="146" name="Shape 144"/>
          <p:cNvSpPr/>
          <p:nvPr/>
        </p:nvSpPr>
        <p:spPr>
          <a:xfrm>
            <a:off x="1435608" y="3267608"/>
            <a:ext cx="803758" cy="849706"/>
          </a:xfrm>
          <a:prstGeom prst="rect">
            <a:avLst/>
          </a:prstGeom>
          <a:solidFill>
            <a:srgbClr val="F8FE05">
              <a:alpha val="2063"/>
            </a:srgbClr>
          </a:solidFill>
          <a:ln/>
        </p:spPr>
        <p:txBody>
          <a:bodyPr/>
          <a:p/>
        </p:txBody>
      </p:sp>
      <p:sp>
        <p:nvSpPr>
          <p:cNvPr id="147" name="Shape 145"/>
          <p:cNvSpPr/>
          <p:nvPr/>
        </p:nvSpPr>
        <p:spPr>
          <a:xfrm>
            <a:off x="1435608" y="4108171"/>
            <a:ext cx="803758" cy="849706"/>
          </a:xfrm>
          <a:prstGeom prst="rect">
            <a:avLst/>
          </a:prstGeom>
          <a:solidFill>
            <a:srgbClr val="F8FE05">
              <a:alpha val="1031"/>
            </a:srgbClr>
          </a:solidFill>
          <a:ln/>
        </p:spPr>
        <p:txBody>
          <a:bodyPr/>
          <a:p/>
        </p:txBody>
      </p:sp>
      <p:sp>
        <p:nvSpPr>
          <p:cNvPr id="148" name="Shape 146"/>
          <p:cNvSpPr/>
          <p:nvPr/>
        </p:nvSpPr>
        <p:spPr>
          <a:xfrm>
            <a:off x="2806294" y="-1775765"/>
            <a:ext cx="803758" cy="523723"/>
          </a:xfrm>
          <a:prstGeom prst="rect">
            <a:avLst/>
          </a:prstGeom>
          <a:solidFill>
            <a:srgbClr val="F8FE05">
              <a:alpha val="3850"/>
            </a:srgbClr>
          </a:solidFill>
          <a:ln/>
        </p:spPr>
        <p:txBody>
          <a:bodyPr/>
          <a:p/>
        </p:txBody>
      </p:sp>
      <p:sp>
        <p:nvSpPr>
          <p:cNvPr id="149" name="Shape 147"/>
          <p:cNvSpPr/>
          <p:nvPr/>
        </p:nvSpPr>
        <p:spPr>
          <a:xfrm>
            <a:off x="2806294" y="-1261186"/>
            <a:ext cx="803758" cy="523723"/>
          </a:xfrm>
          <a:prstGeom prst="rect">
            <a:avLst/>
          </a:prstGeom>
          <a:solidFill>
            <a:srgbClr val="F8FE05">
              <a:alpha val="3369"/>
            </a:srgbClr>
          </a:solidFill>
          <a:ln/>
        </p:spPr>
        <p:txBody>
          <a:bodyPr/>
          <a:p/>
        </p:txBody>
      </p:sp>
      <p:sp>
        <p:nvSpPr>
          <p:cNvPr id="150" name="Shape 148"/>
          <p:cNvSpPr/>
          <p:nvPr/>
        </p:nvSpPr>
        <p:spPr>
          <a:xfrm>
            <a:off x="2806294" y="-746608"/>
            <a:ext cx="803758" cy="523723"/>
          </a:xfrm>
          <a:prstGeom prst="rect">
            <a:avLst/>
          </a:prstGeom>
          <a:solidFill>
            <a:srgbClr val="F8FE05">
              <a:alpha val="2888"/>
            </a:srgbClr>
          </a:solidFill>
          <a:ln/>
        </p:spPr>
        <p:txBody>
          <a:bodyPr/>
          <a:p/>
        </p:txBody>
      </p:sp>
      <p:sp>
        <p:nvSpPr>
          <p:cNvPr id="151" name="Shape 149"/>
          <p:cNvSpPr/>
          <p:nvPr/>
        </p:nvSpPr>
        <p:spPr>
          <a:xfrm>
            <a:off x="2806294" y="-232029"/>
            <a:ext cx="803758" cy="523723"/>
          </a:xfrm>
          <a:prstGeom prst="rect">
            <a:avLst/>
          </a:prstGeom>
          <a:solidFill>
            <a:srgbClr val="F8FE05">
              <a:alpha val="2406"/>
            </a:srgbClr>
          </a:solidFill>
          <a:ln/>
        </p:spPr>
        <p:txBody>
          <a:bodyPr/>
          <a:p/>
        </p:txBody>
      </p:sp>
      <p:sp>
        <p:nvSpPr>
          <p:cNvPr id="152" name="Shape 150"/>
          <p:cNvSpPr/>
          <p:nvPr/>
        </p:nvSpPr>
        <p:spPr>
          <a:xfrm>
            <a:off x="2806294" y="282550"/>
            <a:ext cx="803758" cy="523723"/>
          </a:xfrm>
          <a:prstGeom prst="rect">
            <a:avLst/>
          </a:prstGeom>
          <a:solidFill>
            <a:srgbClr val="F8FE05">
              <a:alpha val="1925"/>
            </a:srgbClr>
          </a:solidFill>
          <a:ln/>
        </p:spPr>
        <p:txBody>
          <a:bodyPr/>
          <a:p/>
        </p:txBody>
      </p:sp>
      <p:sp>
        <p:nvSpPr>
          <p:cNvPr id="153" name="Shape 151"/>
          <p:cNvSpPr/>
          <p:nvPr/>
        </p:nvSpPr>
        <p:spPr>
          <a:xfrm>
            <a:off x="2806294" y="797128"/>
            <a:ext cx="803758" cy="523723"/>
          </a:xfrm>
          <a:prstGeom prst="rect">
            <a:avLst/>
          </a:prstGeom>
          <a:solidFill>
            <a:srgbClr val="F8FE05">
              <a:alpha val="1444"/>
            </a:srgbClr>
          </a:solidFill>
          <a:ln/>
        </p:spPr>
        <p:txBody>
          <a:bodyPr/>
          <a:p/>
        </p:txBody>
      </p:sp>
      <p:sp>
        <p:nvSpPr>
          <p:cNvPr id="154" name="Shape 152"/>
          <p:cNvSpPr/>
          <p:nvPr/>
        </p:nvSpPr>
        <p:spPr>
          <a:xfrm>
            <a:off x="2806294" y="1311707"/>
            <a:ext cx="803758" cy="523723"/>
          </a:xfrm>
          <a:prstGeom prst="rect">
            <a:avLst/>
          </a:prstGeom>
          <a:solidFill>
            <a:srgbClr val="F8FE05">
              <a:alpha val="963"/>
            </a:srgbClr>
          </a:solidFill>
          <a:ln/>
        </p:spPr>
        <p:txBody>
          <a:bodyPr/>
          <a:p/>
        </p:txBody>
      </p:sp>
      <p:sp>
        <p:nvSpPr>
          <p:cNvPr id="155" name="Shape 153"/>
          <p:cNvSpPr/>
          <p:nvPr/>
        </p:nvSpPr>
        <p:spPr>
          <a:xfrm>
            <a:off x="2806294" y="1826285"/>
            <a:ext cx="803758" cy="523723"/>
          </a:xfrm>
          <a:prstGeom prst="rect">
            <a:avLst/>
          </a:prstGeom>
          <a:solidFill>
            <a:srgbClr val="F8FE05">
              <a:alpha val="481"/>
            </a:srgbClr>
          </a:solidFill>
          <a:ln/>
        </p:spPr>
        <p:txBody>
          <a:bodyPr/>
          <a:p/>
        </p:txBody>
      </p:sp>
      <p:sp>
        <p:nvSpPr>
          <p:cNvPr id="156" name="Shape 154"/>
          <p:cNvSpPr/>
          <p:nvPr/>
        </p:nvSpPr>
        <p:spPr>
          <a:xfrm>
            <a:off x="2115922" y="-1775765"/>
            <a:ext cx="803758" cy="671284"/>
          </a:xfrm>
          <a:prstGeom prst="rect">
            <a:avLst/>
          </a:prstGeom>
          <a:solidFill>
            <a:srgbClr val="F8FE05">
              <a:alpha val="5500"/>
            </a:srgbClr>
          </a:solidFill>
          <a:ln/>
        </p:spPr>
        <p:txBody>
          <a:bodyPr/>
          <a:p/>
        </p:txBody>
      </p:sp>
      <p:sp>
        <p:nvSpPr>
          <p:cNvPr id="157" name="Shape 155"/>
          <p:cNvSpPr/>
          <p:nvPr/>
        </p:nvSpPr>
        <p:spPr>
          <a:xfrm>
            <a:off x="2115922" y="-1113625"/>
            <a:ext cx="803758" cy="671284"/>
          </a:xfrm>
          <a:prstGeom prst="rect">
            <a:avLst/>
          </a:prstGeom>
          <a:solidFill>
            <a:srgbClr val="F8FE05">
              <a:alpha val="4813"/>
            </a:srgbClr>
          </a:solidFill>
          <a:ln/>
        </p:spPr>
        <p:txBody>
          <a:bodyPr/>
          <a:p/>
        </p:txBody>
      </p:sp>
      <p:sp>
        <p:nvSpPr>
          <p:cNvPr id="158" name="Shape 156"/>
          <p:cNvSpPr/>
          <p:nvPr/>
        </p:nvSpPr>
        <p:spPr>
          <a:xfrm>
            <a:off x="2115922" y="-451485"/>
            <a:ext cx="803758" cy="671284"/>
          </a:xfrm>
          <a:prstGeom prst="rect">
            <a:avLst/>
          </a:prstGeom>
          <a:solidFill>
            <a:srgbClr val="F8FE05">
              <a:alpha val="4125"/>
            </a:srgbClr>
          </a:solidFill>
          <a:ln/>
        </p:spPr>
        <p:txBody>
          <a:bodyPr/>
          <a:p/>
        </p:txBody>
      </p:sp>
      <p:sp>
        <p:nvSpPr>
          <p:cNvPr id="159" name="Shape 157"/>
          <p:cNvSpPr/>
          <p:nvPr/>
        </p:nvSpPr>
        <p:spPr>
          <a:xfrm>
            <a:off x="2115922" y="210655"/>
            <a:ext cx="803758" cy="671284"/>
          </a:xfrm>
          <a:prstGeom prst="rect">
            <a:avLst/>
          </a:prstGeom>
          <a:solidFill>
            <a:srgbClr val="F8FE05">
              <a:alpha val="3438"/>
            </a:srgbClr>
          </a:solidFill>
          <a:ln/>
        </p:spPr>
        <p:txBody>
          <a:bodyPr/>
          <a:p/>
        </p:txBody>
      </p:sp>
      <p:sp>
        <p:nvSpPr>
          <p:cNvPr id="160" name="Shape 158"/>
          <p:cNvSpPr/>
          <p:nvPr/>
        </p:nvSpPr>
        <p:spPr>
          <a:xfrm>
            <a:off x="2115922" y="872795"/>
            <a:ext cx="803758" cy="671284"/>
          </a:xfrm>
          <a:prstGeom prst="rect">
            <a:avLst/>
          </a:prstGeom>
          <a:solidFill>
            <a:srgbClr val="F8FE05">
              <a:alpha val="2750"/>
            </a:srgbClr>
          </a:solidFill>
          <a:ln/>
        </p:spPr>
        <p:txBody>
          <a:bodyPr/>
          <a:p/>
        </p:txBody>
      </p:sp>
      <p:sp>
        <p:nvSpPr>
          <p:cNvPr id="161" name="Shape 159"/>
          <p:cNvSpPr/>
          <p:nvPr/>
        </p:nvSpPr>
        <p:spPr>
          <a:xfrm>
            <a:off x="2115922" y="1534935"/>
            <a:ext cx="803758" cy="671284"/>
          </a:xfrm>
          <a:prstGeom prst="rect">
            <a:avLst/>
          </a:prstGeom>
          <a:solidFill>
            <a:srgbClr val="F8FE05">
              <a:alpha val="2063"/>
            </a:srgbClr>
          </a:solidFill>
          <a:ln/>
        </p:spPr>
        <p:txBody>
          <a:bodyPr/>
          <a:p/>
        </p:txBody>
      </p:sp>
      <p:sp>
        <p:nvSpPr>
          <p:cNvPr id="162" name="Shape 160"/>
          <p:cNvSpPr/>
          <p:nvPr/>
        </p:nvSpPr>
        <p:spPr>
          <a:xfrm>
            <a:off x="2115922" y="2197075"/>
            <a:ext cx="803758" cy="671284"/>
          </a:xfrm>
          <a:prstGeom prst="rect">
            <a:avLst/>
          </a:prstGeom>
          <a:solidFill>
            <a:srgbClr val="F8FE05">
              <a:alpha val="1375"/>
            </a:srgbClr>
          </a:solidFill>
          <a:ln/>
        </p:spPr>
        <p:txBody>
          <a:bodyPr/>
          <a:p/>
        </p:txBody>
      </p:sp>
      <p:sp>
        <p:nvSpPr>
          <p:cNvPr id="163" name="Shape 161"/>
          <p:cNvSpPr/>
          <p:nvPr/>
        </p:nvSpPr>
        <p:spPr>
          <a:xfrm>
            <a:off x="2115922" y="2859215"/>
            <a:ext cx="803758" cy="671284"/>
          </a:xfrm>
          <a:prstGeom prst="rect">
            <a:avLst/>
          </a:prstGeom>
          <a:solidFill>
            <a:srgbClr val="F8FE05">
              <a:alpha val="688"/>
            </a:srgbClr>
          </a:solidFill>
          <a:ln/>
        </p:spPr>
        <p:txBody>
          <a:bodyPr/>
          <a:p/>
        </p:txBody>
      </p:sp>
      <p:sp>
        <p:nvSpPr>
          <p:cNvPr id="164" name="Shape 162"/>
          <p:cNvSpPr/>
          <p:nvPr/>
        </p:nvSpPr>
        <p:spPr>
          <a:xfrm>
            <a:off x="742493" y="-1775765"/>
            <a:ext cx="803758" cy="625107"/>
          </a:xfrm>
          <a:prstGeom prst="rect">
            <a:avLst/>
          </a:prstGeom>
          <a:solidFill>
            <a:srgbClr val="F8FE05">
              <a:alpha val="5500"/>
            </a:srgbClr>
          </a:solidFill>
          <a:ln/>
        </p:spPr>
        <p:txBody>
          <a:bodyPr/>
          <a:p/>
        </p:txBody>
      </p:sp>
      <p:sp>
        <p:nvSpPr>
          <p:cNvPr id="165" name="Shape 163"/>
          <p:cNvSpPr/>
          <p:nvPr/>
        </p:nvSpPr>
        <p:spPr>
          <a:xfrm>
            <a:off x="742493" y="-1159802"/>
            <a:ext cx="803758" cy="625107"/>
          </a:xfrm>
          <a:prstGeom prst="rect">
            <a:avLst/>
          </a:prstGeom>
          <a:solidFill>
            <a:srgbClr val="F8FE05">
              <a:alpha val="4813"/>
            </a:srgbClr>
          </a:solidFill>
          <a:ln/>
        </p:spPr>
        <p:txBody>
          <a:bodyPr/>
          <a:p/>
        </p:txBody>
      </p:sp>
      <p:sp>
        <p:nvSpPr>
          <p:cNvPr id="166" name="Shape 164"/>
          <p:cNvSpPr/>
          <p:nvPr/>
        </p:nvSpPr>
        <p:spPr>
          <a:xfrm>
            <a:off x="742493" y="-543839"/>
            <a:ext cx="803758" cy="625107"/>
          </a:xfrm>
          <a:prstGeom prst="rect">
            <a:avLst/>
          </a:prstGeom>
          <a:solidFill>
            <a:srgbClr val="F8FE05">
              <a:alpha val="4125"/>
            </a:srgbClr>
          </a:solidFill>
          <a:ln/>
        </p:spPr>
        <p:txBody>
          <a:bodyPr/>
          <a:p/>
        </p:txBody>
      </p:sp>
      <p:sp>
        <p:nvSpPr>
          <p:cNvPr id="167" name="Shape 165"/>
          <p:cNvSpPr/>
          <p:nvPr/>
        </p:nvSpPr>
        <p:spPr>
          <a:xfrm>
            <a:off x="742493" y="72123"/>
            <a:ext cx="803758" cy="625107"/>
          </a:xfrm>
          <a:prstGeom prst="rect">
            <a:avLst/>
          </a:prstGeom>
          <a:solidFill>
            <a:srgbClr val="F8FE05">
              <a:alpha val="3438"/>
            </a:srgbClr>
          </a:solidFill>
          <a:ln/>
        </p:spPr>
        <p:txBody>
          <a:bodyPr/>
          <a:p/>
        </p:txBody>
      </p:sp>
      <p:sp>
        <p:nvSpPr>
          <p:cNvPr id="168" name="Shape 166"/>
          <p:cNvSpPr/>
          <p:nvPr/>
        </p:nvSpPr>
        <p:spPr>
          <a:xfrm>
            <a:off x="742493" y="688086"/>
            <a:ext cx="803758" cy="625107"/>
          </a:xfrm>
          <a:prstGeom prst="rect">
            <a:avLst/>
          </a:prstGeom>
          <a:solidFill>
            <a:srgbClr val="F8FE05">
              <a:alpha val="2750"/>
            </a:srgbClr>
          </a:solidFill>
          <a:ln/>
        </p:spPr>
        <p:txBody>
          <a:bodyPr/>
          <a:p/>
        </p:txBody>
      </p:sp>
      <p:sp>
        <p:nvSpPr>
          <p:cNvPr id="169" name="Shape 167"/>
          <p:cNvSpPr/>
          <p:nvPr/>
        </p:nvSpPr>
        <p:spPr>
          <a:xfrm>
            <a:off x="742493" y="1304049"/>
            <a:ext cx="803758" cy="625107"/>
          </a:xfrm>
          <a:prstGeom prst="rect">
            <a:avLst/>
          </a:prstGeom>
          <a:solidFill>
            <a:srgbClr val="F8FE05">
              <a:alpha val="2063"/>
            </a:srgbClr>
          </a:solidFill>
          <a:ln/>
        </p:spPr>
        <p:txBody>
          <a:bodyPr/>
          <a:p/>
        </p:txBody>
      </p:sp>
      <p:sp>
        <p:nvSpPr>
          <p:cNvPr id="170" name="Shape 168"/>
          <p:cNvSpPr/>
          <p:nvPr/>
        </p:nvSpPr>
        <p:spPr>
          <a:xfrm>
            <a:off x="742493" y="1920011"/>
            <a:ext cx="803758" cy="625107"/>
          </a:xfrm>
          <a:prstGeom prst="rect">
            <a:avLst/>
          </a:prstGeom>
          <a:solidFill>
            <a:srgbClr val="F8FE05">
              <a:alpha val="1375"/>
            </a:srgbClr>
          </a:solidFill>
          <a:ln/>
        </p:spPr>
        <p:txBody>
          <a:bodyPr/>
          <a:p/>
        </p:txBody>
      </p:sp>
      <p:sp>
        <p:nvSpPr>
          <p:cNvPr id="171" name="Shape 169"/>
          <p:cNvSpPr/>
          <p:nvPr/>
        </p:nvSpPr>
        <p:spPr>
          <a:xfrm>
            <a:off x="742493" y="2535974"/>
            <a:ext cx="803758" cy="625107"/>
          </a:xfrm>
          <a:prstGeom prst="rect">
            <a:avLst/>
          </a:prstGeom>
          <a:solidFill>
            <a:srgbClr val="F8FE05">
              <a:alpha val="688"/>
            </a:srgbClr>
          </a:solidFill>
          <a:ln/>
        </p:spPr>
        <p:txBody>
          <a:bodyPr/>
          <a:p/>
        </p:txBody>
      </p:sp>
      <p:sp>
        <p:nvSpPr>
          <p:cNvPr id="172" name="Shape 170"/>
          <p:cNvSpPr/>
          <p:nvPr/>
        </p:nvSpPr>
        <p:spPr>
          <a:xfrm>
            <a:off x="57607" y="-1775765"/>
            <a:ext cx="803758" cy="395364"/>
          </a:xfrm>
          <a:prstGeom prst="rect">
            <a:avLst/>
          </a:prstGeom>
          <a:solidFill>
            <a:srgbClr val="F8FE05">
              <a:alpha val="3850"/>
            </a:srgbClr>
          </a:solidFill>
          <a:ln/>
        </p:spPr>
        <p:txBody>
          <a:bodyPr/>
          <a:p/>
        </p:txBody>
      </p:sp>
      <p:sp>
        <p:nvSpPr>
          <p:cNvPr id="173" name="Shape 171"/>
          <p:cNvSpPr/>
          <p:nvPr/>
        </p:nvSpPr>
        <p:spPr>
          <a:xfrm>
            <a:off x="57607" y="-1389545"/>
            <a:ext cx="803758" cy="395364"/>
          </a:xfrm>
          <a:prstGeom prst="rect">
            <a:avLst/>
          </a:prstGeom>
          <a:solidFill>
            <a:srgbClr val="F8FE05">
              <a:alpha val="3369"/>
            </a:srgbClr>
          </a:solidFill>
          <a:ln/>
        </p:spPr>
        <p:txBody>
          <a:bodyPr/>
          <a:p/>
        </p:txBody>
      </p:sp>
      <p:sp>
        <p:nvSpPr>
          <p:cNvPr id="174" name="Shape 172"/>
          <p:cNvSpPr/>
          <p:nvPr/>
        </p:nvSpPr>
        <p:spPr>
          <a:xfrm>
            <a:off x="57607" y="-1003325"/>
            <a:ext cx="803758" cy="395364"/>
          </a:xfrm>
          <a:prstGeom prst="rect">
            <a:avLst/>
          </a:prstGeom>
          <a:solidFill>
            <a:srgbClr val="F8FE05">
              <a:alpha val="2888"/>
            </a:srgbClr>
          </a:solidFill>
          <a:ln/>
        </p:spPr>
        <p:txBody>
          <a:bodyPr/>
          <a:p/>
        </p:txBody>
      </p:sp>
      <p:sp>
        <p:nvSpPr>
          <p:cNvPr id="175" name="Shape 173"/>
          <p:cNvSpPr/>
          <p:nvPr/>
        </p:nvSpPr>
        <p:spPr>
          <a:xfrm>
            <a:off x="57607" y="-617106"/>
            <a:ext cx="803758" cy="395364"/>
          </a:xfrm>
          <a:prstGeom prst="rect">
            <a:avLst/>
          </a:prstGeom>
          <a:solidFill>
            <a:srgbClr val="F8FE05">
              <a:alpha val="2406"/>
            </a:srgbClr>
          </a:solidFill>
          <a:ln/>
        </p:spPr>
        <p:txBody>
          <a:bodyPr/>
          <a:p/>
        </p:txBody>
      </p:sp>
      <p:sp>
        <p:nvSpPr>
          <p:cNvPr id="176" name="Shape 174"/>
          <p:cNvSpPr/>
          <p:nvPr/>
        </p:nvSpPr>
        <p:spPr>
          <a:xfrm>
            <a:off x="57607" y="-230886"/>
            <a:ext cx="803758" cy="395364"/>
          </a:xfrm>
          <a:prstGeom prst="rect">
            <a:avLst/>
          </a:prstGeom>
          <a:solidFill>
            <a:srgbClr val="F8FE05">
              <a:alpha val="1925"/>
            </a:srgbClr>
          </a:solidFill>
          <a:ln/>
        </p:spPr>
        <p:txBody>
          <a:bodyPr/>
          <a:p/>
        </p:txBody>
      </p:sp>
      <p:sp>
        <p:nvSpPr>
          <p:cNvPr id="177" name="Shape 175"/>
          <p:cNvSpPr/>
          <p:nvPr/>
        </p:nvSpPr>
        <p:spPr>
          <a:xfrm>
            <a:off x="57607" y="155334"/>
            <a:ext cx="803758" cy="395364"/>
          </a:xfrm>
          <a:prstGeom prst="rect">
            <a:avLst/>
          </a:prstGeom>
          <a:solidFill>
            <a:srgbClr val="F8FE05">
              <a:alpha val="1444"/>
            </a:srgbClr>
          </a:solidFill>
          <a:ln/>
        </p:spPr>
        <p:txBody>
          <a:bodyPr/>
          <a:p/>
        </p:txBody>
      </p:sp>
      <p:sp>
        <p:nvSpPr>
          <p:cNvPr id="178" name="Shape 176"/>
          <p:cNvSpPr/>
          <p:nvPr/>
        </p:nvSpPr>
        <p:spPr>
          <a:xfrm>
            <a:off x="57607" y="541553"/>
            <a:ext cx="803758" cy="395364"/>
          </a:xfrm>
          <a:prstGeom prst="rect">
            <a:avLst/>
          </a:prstGeom>
          <a:solidFill>
            <a:srgbClr val="F8FE05">
              <a:alpha val="963"/>
            </a:srgbClr>
          </a:solidFill>
          <a:ln/>
        </p:spPr>
        <p:txBody>
          <a:bodyPr/>
          <a:p/>
        </p:txBody>
      </p:sp>
      <p:sp>
        <p:nvSpPr>
          <p:cNvPr id="179" name="Shape 177"/>
          <p:cNvSpPr/>
          <p:nvPr/>
        </p:nvSpPr>
        <p:spPr>
          <a:xfrm>
            <a:off x="57607" y="927773"/>
            <a:ext cx="803758" cy="395364"/>
          </a:xfrm>
          <a:prstGeom prst="rect">
            <a:avLst/>
          </a:prstGeom>
          <a:solidFill>
            <a:srgbClr val="F8FE05">
              <a:alpha val="481"/>
            </a:srgbClr>
          </a:solidFill>
          <a:ln/>
        </p:spPr>
        <p:txBody>
          <a:bodyPr/>
          <a:p/>
        </p:txBody>
      </p:sp>
      <p:sp>
        <p:nvSpPr>
          <p:cNvPr id="180" name="Shape 178"/>
          <p:cNvSpPr/>
          <p:nvPr/>
        </p:nvSpPr>
        <p:spPr>
          <a:xfrm>
            <a:off x="5578754" y="-1775765"/>
            <a:ext cx="803758" cy="849706"/>
          </a:xfrm>
          <a:prstGeom prst="rect">
            <a:avLst/>
          </a:prstGeom>
          <a:solidFill>
            <a:srgbClr val="F8FE05">
              <a:alpha val="8250"/>
            </a:srgbClr>
          </a:solidFill>
          <a:ln/>
        </p:spPr>
        <p:txBody>
          <a:bodyPr/>
          <a:p/>
        </p:txBody>
      </p:sp>
      <p:sp>
        <p:nvSpPr>
          <p:cNvPr id="181" name="Shape 179"/>
          <p:cNvSpPr/>
          <p:nvPr/>
        </p:nvSpPr>
        <p:spPr>
          <a:xfrm>
            <a:off x="5578754" y="-935203"/>
            <a:ext cx="803758" cy="849706"/>
          </a:xfrm>
          <a:prstGeom prst="rect">
            <a:avLst/>
          </a:prstGeom>
          <a:solidFill>
            <a:srgbClr val="F8FE05">
              <a:alpha val="7219"/>
            </a:srgbClr>
          </a:solidFill>
          <a:ln/>
        </p:spPr>
        <p:txBody>
          <a:bodyPr/>
          <a:p/>
        </p:txBody>
      </p:sp>
      <p:sp>
        <p:nvSpPr>
          <p:cNvPr id="182" name="Shape 180"/>
          <p:cNvSpPr/>
          <p:nvPr/>
        </p:nvSpPr>
        <p:spPr>
          <a:xfrm>
            <a:off x="5578754" y="-94640"/>
            <a:ext cx="803758" cy="849706"/>
          </a:xfrm>
          <a:prstGeom prst="rect">
            <a:avLst/>
          </a:prstGeom>
          <a:solidFill>
            <a:srgbClr val="F8FE05">
              <a:alpha val="6188"/>
            </a:srgbClr>
          </a:solidFill>
          <a:ln/>
        </p:spPr>
        <p:txBody>
          <a:bodyPr/>
          <a:p/>
        </p:txBody>
      </p:sp>
      <p:sp>
        <p:nvSpPr>
          <p:cNvPr id="183" name="Shape 181"/>
          <p:cNvSpPr/>
          <p:nvPr/>
        </p:nvSpPr>
        <p:spPr>
          <a:xfrm>
            <a:off x="5578754" y="745922"/>
            <a:ext cx="803758" cy="849706"/>
          </a:xfrm>
          <a:prstGeom prst="rect">
            <a:avLst/>
          </a:prstGeom>
          <a:solidFill>
            <a:srgbClr val="F8FE05">
              <a:alpha val="5156"/>
            </a:srgbClr>
          </a:solidFill>
          <a:ln/>
        </p:spPr>
        <p:txBody>
          <a:bodyPr/>
          <a:p/>
        </p:txBody>
      </p:sp>
      <p:sp>
        <p:nvSpPr>
          <p:cNvPr id="184" name="Shape 182"/>
          <p:cNvSpPr/>
          <p:nvPr/>
        </p:nvSpPr>
        <p:spPr>
          <a:xfrm>
            <a:off x="5578754" y="1586484"/>
            <a:ext cx="803758" cy="849706"/>
          </a:xfrm>
          <a:prstGeom prst="rect">
            <a:avLst/>
          </a:prstGeom>
          <a:solidFill>
            <a:srgbClr val="F8FE05">
              <a:alpha val="4125"/>
            </a:srgbClr>
          </a:solidFill>
          <a:ln/>
        </p:spPr>
        <p:txBody>
          <a:bodyPr/>
          <a:p/>
        </p:txBody>
      </p:sp>
      <p:sp>
        <p:nvSpPr>
          <p:cNvPr id="185" name="Shape 183"/>
          <p:cNvSpPr/>
          <p:nvPr/>
        </p:nvSpPr>
        <p:spPr>
          <a:xfrm>
            <a:off x="5578754" y="2427046"/>
            <a:ext cx="803758" cy="849706"/>
          </a:xfrm>
          <a:prstGeom prst="rect">
            <a:avLst/>
          </a:prstGeom>
          <a:solidFill>
            <a:srgbClr val="F8FE05">
              <a:alpha val="3094"/>
            </a:srgbClr>
          </a:solidFill>
          <a:ln/>
        </p:spPr>
        <p:txBody>
          <a:bodyPr/>
          <a:p/>
        </p:txBody>
      </p:sp>
      <p:sp>
        <p:nvSpPr>
          <p:cNvPr id="186" name="Shape 184"/>
          <p:cNvSpPr/>
          <p:nvPr/>
        </p:nvSpPr>
        <p:spPr>
          <a:xfrm>
            <a:off x="5578754" y="3267608"/>
            <a:ext cx="803758" cy="849706"/>
          </a:xfrm>
          <a:prstGeom prst="rect">
            <a:avLst/>
          </a:prstGeom>
          <a:solidFill>
            <a:srgbClr val="F8FE05">
              <a:alpha val="2063"/>
            </a:srgbClr>
          </a:solidFill>
          <a:ln/>
        </p:spPr>
        <p:txBody>
          <a:bodyPr/>
          <a:p/>
        </p:txBody>
      </p:sp>
      <p:sp>
        <p:nvSpPr>
          <p:cNvPr id="187" name="Shape 185"/>
          <p:cNvSpPr/>
          <p:nvPr/>
        </p:nvSpPr>
        <p:spPr>
          <a:xfrm>
            <a:off x="5578754" y="4108171"/>
            <a:ext cx="803758" cy="849706"/>
          </a:xfrm>
          <a:prstGeom prst="rect">
            <a:avLst/>
          </a:prstGeom>
          <a:solidFill>
            <a:srgbClr val="F8FE05">
              <a:alpha val="1031"/>
            </a:srgbClr>
          </a:solidFill>
          <a:ln/>
        </p:spPr>
        <p:txBody>
          <a:bodyPr/>
          <a:p/>
        </p:txBody>
      </p:sp>
      <p:sp>
        <p:nvSpPr>
          <p:cNvPr id="188" name="Shape 186"/>
          <p:cNvSpPr/>
          <p:nvPr/>
        </p:nvSpPr>
        <p:spPr>
          <a:xfrm>
            <a:off x="6948526" y="-1775765"/>
            <a:ext cx="803758" cy="523723"/>
          </a:xfrm>
          <a:prstGeom prst="rect">
            <a:avLst/>
          </a:prstGeom>
          <a:solidFill>
            <a:srgbClr val="F8FE05">
              <a:alpha val="3850"/>
            </a:srgbClr>
          </a:solidFill>
          <a:ln/>
        </p:spPr>
        <p:txBody>
          <a:bodyPr/>
          <a:p/>
        </p:txBody>
      </p:sp>
      <p:sp>
        <p:nvSpPr>
          <p:cNvPr id="189" name="Shape 187"/>
          <p:cNvSpPr/>
          <p:nvPr/>
        </p:nvSpPr>
        <p:spPr>
          <a:xfrm>
            <a:off x="6948526" y="-1261186"/>
            <a:ext cx="803758" cy="523723"/>
          </a:xfrm>
          <a:prstGeom prst="rect">
            <a:avLst/>
          </a:prstGeom>
          <a:solidFill>
            <a:srgbClr val="F8FE05">
              <a:alpha val="3369"/>
            </a:srgbClr>
          </a:solidFill>
          <a:ln/>
        </p:spPr>
        <p:txBody>
          <a:bodyPr/>
          <a:p/>
        </p:txBody>
      </p:sp>
      <p:sp>
        <p:nvSpPr>
          <p:cNvPr id="190" name="Shape 188"/>
          <p:cNvSpPr/>
          <p:nvPr/>
        </p:nvSpPr>
        <p:spPr>
          <a:xfrm>
            <a:off x="6948526" y="-746608"/>
            <a:ext cx="803758" cy="523723"/>
          </a:xfrm>
          <a:prstGeom prst="rect">
            <a:avLst/>
          </a:prstGeom>
          <a:solidFill>
            <a:srgbClr val="F8FE05">
              <a:alpha val="2888"/>
            </a:srgbClr>
          </a:solidFill>
          <a:ln/>
        </p:spPr>
        <p:txBody>
          <a:bodyPr/>
          <a:p/>
        </p:txBody>
      </p:sp>
      <p:sp>
        <p:nvSpPr>
          <p:cNvPr id="191" name="Shape 189"/>
          <p:cNvSpPr/>
          <p:nvPr/>
        </p:nvSpPr>
        <p:spPr>
          <a:xfrm>
            <a:off x="6948526" y="-232029"/>
            <a:ext cx="803758" cy="523723"/>
          </a:xfrm>
          <a:prstGeom prst="rect">
            <a:avLst/>
          </a:prstGeom>
          <a:solidFill>
            <a:srgbClr val="F8FE05">
              <a:alpha val="2406"/>
            </a:srgbClr>
          </a:solidFill>
          <a:ln/>
        </p:spPr>
        <p:txBody>
          <a:bodyPr/>
          <a:p/>
        </p:txBody>
      </p:sp>
      <p:sp>
        <p:nvSpPr>
          <p:cNvPr id="192" name="Shape 190"/>
          <p:cNvSpPr/>
          <p:nvPr/>
        </p:nvSpPr>
        <p:spPr>
          <a:xfrm>
            <a:off x="6948526" y="282550"/>
            <a:ext cx="803758" cy="523723"/>
          </a:xfrm>
          <a:prstGeom prst="rect">
            <a:avLst/>
          </a:prstGeom>
          <a:solidFill>
            <a:srgbClr val="F8FE05">
              <a:alpha val="1925"/>
            </a:srgbClr>
          </a:solidFill>
          <a:ln/>
        </p:spPr>
        <p:txBody>
          <a:bodyPr/>
          <a:p/>
        </p:txBody>
      </p:sp>
      <p:sp>
        <p:nvSpPr>
          <p:cNvPr id="193" name="Shape 191"/>
          <p:cNvSpPr/>
          <p:nvPr/>
        </p:nvSpPr>
        <p:spPr>
          <a:xfrm>
            <a:off x="6948526" y="797128"/>
            <a:ext cx="803758" cy="523723"/>
          </a:xfrm>
          <a:prstGeom prst="rect">
            <a:avLst/>
          </a:prstGeom>
          <a:solidFill>
            <a:srgbClr val="F8FE05">
              <a:alpha val="1444"/>
            </a:srgbClr>
          </a:solidFill>
          <a:ln/>
        </p:spPr>
        <p:txBody>
          <a:bodyPr/>
          <a:p/>
        </p:txBody>
      </p:sp>
      <p:sp>
        <p:nvSpPr>
          <p:cNvPr id="194" name="Shape 192"/>
          <p:cNvSpPr/>
          <p:nvPr/>
        </p:nvSpPr>
        <p:spPr>
          <a:xfrm>
            <a:off x="6948526" y="1311707"/>
            <a:ext cx="803758" cy="523723"/>
          </a:xfrm>
          <a:prstGeom prst="rect">
            <a:avLst/>
          </a:prstGeom>
          <a:solidFill>
            <a:srgbClr val="F8FE05">
              <a:alpha val="963"/>
            </a:srgbClr>
          </a:solidFill>
          <a:ln/>
        </p:spPr>
        <p:txBody>
          <a:bodyPr/>
          <a:p/>
        </p:txBody>
      </p:sp>
      <p:sp>
        <p:nvSpPr>
          <p:cNvPr id="195" name="Shape 193"/>
          <p:cNvSpPr/>
          <p:nvPr/>
        </p:nvSpPr>
        <p:spPr>
          <a:xfrm>
            <a:off x="6948526" y="1826285"/>
            <a:ext cx="803758" cy="523723"/>
          </a:xfrm>
          <a:prstGeom prst="rect">
            <a:avLst/>
          </a:prstGeom>
          <a:solidFill>
            <a:srgbClr val="F8FE05">
              <a:alpha val="481"/>
            </a:srgbClr>
          </a:solidFill>
          <a:ln/>
        </p:spPr>
        <p:txBody>
          <a:bodyPr/>
          <a:p/>
        </p:txBody>
      </p:sp>
      <p:sp>
        <p:nvSpPr>
          <p:cNvPr id="196" name="Shape 194"/>
          <p:cNvSpPr/>
          <p:nvPr/>
        </p:nvSpPr>
        <p:spPr>
          <a:xfrm>
            <a:off x="6259068" y="-1775765"/>
            <a:ext cx="803758" cy="671284"/>
          </a:xfrm>
          <a:prstGeom prst="rect">
            <a:avLst/>
          </a:prstGeom>
          <a:solidFill>
            <a:srgbClr val="F8FE05">
              <a:alpha val="5500"/>
            </a:srgbClr>
          </a:solidFill>
          <a:ln/>
        </p:spPr>
        <p:txBody>
          <a:bodyPr/>
          <a:p/>
        </p:txBody>
      </p:sp>
      <p:sp>
        <p:nvSpPr>
          <p:cNvPr id="197" name="Shape 195"/>
          <p:cNvSpPr/>
          <p:nvPr/>
        </p:nvSpPr>
        <p:spPr>
          <a:xfrm>
            <a:off x="6259068" y="-1113625"/>
            <a:ext cx="803758" cy="671284"/>
          </a:xfrm>
          <a:prstGeom prst="rect">
            <a:avLst/>
          </a:prstGeom>
          <a:solidFill>
            <a:srgbClr val="F8FE05">
              <a:alpha val="4813"/>
            </a:srgbClr>
          </a:solidFill>
          <a:ln/>
        </p:spPr>
        <p:txBody>
          <a:bodyPr/>
          <a:p/>
        </p:txBody>
      </p:sp>
      <p:sp>
        <p:nvSpPr>
          <p:cNvPr id="198" name="Shape 196"/>
          <p:cNvSpPr/>
          <p:nvPr/>
        </p:nvSpPr>
        <p:spPr>
          <a:xfrm>
            <a:off x="6259068" y="-451485"/>
            <a:ext cx="803758" cy="671284"/>
          </a:xfrm>
          <a:prstGeom prst="rect">
            <a:avLst/>
          </a:prstGeom>
          <a:solidFill>
            <a:srgbClr val="F8FE05">
              <a:alpha val="4125"/>
            </a:srgbClr>
          </a:solidFill>
          <a:ln/>
        </p:spPr>
        <p:txBody>
          <a:bodyPr/>
          <a:p/>
        </p:txBody>
      </p:sp>
      <p:sp>
        <p:nvSpPr>
          <p:cNvPr id="199" name="Shape 197"/>
          <p:cNvSpPr/>
          <p:nvPr/>
        </p:nvSpPr>
        <p:spPr>
          <a:xfrm>
            <a:off x="6259068" y="210655"/>
            <a:ext cx="803758" cy="671284"/>
          </a:xfrm>
          <a:prstGeom prst="rect">
            <a:avLst/>
          </a:prstGeom>
          <a:solidFill>
            <a:srgbClr val="F8FE05">
              <a:alpha val="3438"/>
            </a:srgbClr>
          </a:solidFill>
          <a:ln/>
        </p:spPr>
        <p:txBody>
          <a:bodyPr/>
          <a:p/>
        </p:txBody>
      </p:sp>
      <p:sp>
        <p:nvSpPr>
          <p:cNvPr id="200" name="Shape 198"/>
          <p:cNvSpPr/>
          <p:nvPr/>
        </p:nvSpPr>
        <p:spPr>
          <a:xfrm>
            <a:off x="6259068" y="872795"/>
            <a:ext cx="803758" cy="671284"/>
          </a:xfrm>
          <a:prstGeom prst="rect">
            <a:avLst/>
          </a:prstGeom>
          <a:solidFill>
            <a:srgbClr val="F8FE05">
              <a:alpha val="2750"/>
            </a:srgbClr>
          </a:solidFill>
          <a:ln/>
        </p:spPr>
        <p:txBody>
          <a:bodyPr/>
          <a:p/>
        </p:txBody>
      </p:sp>
      <p:sp>
        <p:nvSpPr>
          <p:cNvPr id="201" name="Shape 199"/>
          <p:cNvSpPr/>
          <p:nvPr/>
        </p:nvSpPr>
        <p:spPr>
          <a:xfrm>
            <a:off x="6259068" y="1534935"/>
            <a:ext cx="803758" cy="671284"/>
          </a:xfrm>
          <a:prstGeom prst="rect">
            <a:avLst/>
          </a:prstGeom>
          <a:solidFill>
            <a:srgbClr val="F8FE05">
              <a:alpha val="2063"/>
            </a:srgbClr>
          </a:solidFill>
          <a:ln/>
        </p:spPr>
        <p:txBody>
          <a:bodyPr/>
          <a:p/>
        </p:txBody>
      </p:sp>
      <p:sp>
        <p:nvSpPr>
          <p:cNvPr id="202" name="Shape 200"/>
          <p:cNvSpPr/>
          <p:nvPr/>
        </p:nvSpPr>
        <p:spPr>
          <a:xfrm>
            <a:off x="6259068" y="2197075"/>
            <a:ext cx="803758" cy="671284"/>
          </a:xfrm>
          <a:prstGeom prst="rect">
            <a:avLst/>
          </a:prstGeom>
          <a:solidFill>
            <a:srgbClr val="F8FE05">
              <a:alpha val="1375"/>
            </a:srgbClr>
          </a:solidFill>
          <a:ln/>
        </p:spPr>
        <p:txBody>
          <a:bodyPr/>
          <a:p/>
        </p:txBody>
      </p:sp>
      <p:sp>
        <p:nvSpPr>
          <p:cNvPr id="203" name="Shape 201"/>
          <p:cNvSpPr/>
          <p:nvPr/>
        </p:nvSpPr>
        <p:spPr>
          <a:xfrm>
            <a:off x="6259068" y="2859215"/>
            <a:ext cx="803758" cy="671284"/>
          </a:xfrm>
          <a:prstGeom prst="rect">
            <a:avLst/>
          </a:prstGeom>
          <a:solidFill>
            <a:srgbClr val="F8FE05">
              <a:alpha val="688"/>
            </a:srgbClr>
          </a:solidFill>
          <a:ln/>
        </p:spPr>
        <p:txBody>
          <a:bodyPr/>
          <a:p/>
        </p:txBody>
      </p:sp>
      <p:sp>
        <p:nvSpPr>
          <p:cNvPr id="204" name="Shape 202"/>
          <p:cNvSpPr/>
          <p:nvPr/>
        </p:nvSpPr>
        <p:spPr>
          <a:xfrm>
            <a:off x="4892040" y="-1775765"/>
            <a:ext cx="803758" cy="625107"/>
          </a:xfrm>
          <a:prstGeom prst="rect">
            <a:avLst/>
          </a:prstGeom>
          <a:solidFill>
            <a:srgbClr val="F8FE05">
              <a:alpha val="5500"/>
            </a:srgbClr>
          </a:solidFill>
          <a:ln/>
        </p:spPr>
        <p:txBody>
          <a:bodyPr/>
          <a:p/>
        </p:txBody>
      </p:sp>
      <p:sp>
        <p:nvSpPr>
          <p:cNvPr id="205" name="Shape 203"/>
          <p:cNvSpPr/>
          <p:nvPr/>
        </p:nvSpPr>
        <p:spPr>
          <a:xfrm>
            <a:off x="4892040" y="-1159802"/>
            <a:ext cx="803758" cy="625107"/>
          </a:xfrm>
          <a:prstGeom prst="rect">
            <a:avLst/>
          </a:prstGeom>
          <a:solidFill>
            <a:srgbClr val="F8FE05">
              <a:alpha val="4813"/>
            </a:srgbClr>
          </a:solidFill>
          <a:ln/>
        </p:spPr>
        <p:txBody>
          <a:bodyPr/>
          <a:p/>
        </p:txBody>
      </p:sp>
      <p:sp>
        <p:nvSpPr>
          <p:cNvPr id="206" name="Shape 204"/>
          <p:cNvSpPr/>
          <p:nvPr/>
        </p:nvSpPr>
        <p:spPr>
          <a:xfrm>
            <a:off x="4892040" y="-543839"/>
            <a:ext cx="803758" cy="625107"/>
          </a:xfrm>
          <a:prstGeom prst="rect">
            <a:avLst/>
          </a:prstGeom>
          <a:solidFill>
            <a:srgbClr val="F8FE05">
              <a:alpha val="4125"/>
            </a:srgbClr>
          </a:solidFill>
          <a:ln/>
        </p:spPr>
        <p:txBody>
          <a:bodyPr/>
          <a:p/>
        </p:txBody>
      </p:sp>
      <p:sp>
        <p:nvSpPr>
          <p:cNvPr id="207" name="Shape 205"/>
          <p:cNvSpPr/>
          <p:nvPr/>
        </p:nvSpPr>
        <p:spPr>
          <a:xfrm>
            <a:off x="4892040" y="72123"/>
            <a:ext cx="803758" cy="625107"/>
          </a:xfrm>
          <a:prstGeom prst="rect">
            <a:avLst/>
          </a:prstGeom>
          <a:solidFill>
            <a:srgbClr val="F8FE05">
              <a:alpha val="3438"/>
            </a:srgbClr>
          </a:solidFill>
          <a:ln/>
        </p:spPr>
        <p:txBody>
          <a:bodyPr/>
          <a:p/>
        </p:txBody>
      </p:sp>
      <p:sp>
        <p:nvSpPr>
          <p:cNvPr id="208" name="Shape 206"/>
          <p:cNvSpPr/>
          <p:nvPr/>
        </p:nvSpPr>
        <p:spPr>
          <a:xfrm>
            <a:off x="4892040" y="688086"/>
            <a:ext cx="803758" cy="625107"/>
          </a:xfrm>
          <a:prstGeom prst="rect">
            <a:avLst/>
          </a:prstGeom>
          <a:solidFill>
            <a:srgbClr val="F8FE05">
              <a:alpha val="2750"/>
            </a:srgbClr>
          </a:solidFill>
          <a:ln/>
        </p:spPr>
        <p:txBody>
          <a:bodyPr/>
          <a:p/>
        </p:txBody>
      </p:sp>
      <p:sp>
        <p:nvSpPr>
          <p:cNvPr id="209" name="Shape 207"/>
          <p:cNvSpPr/>
          <p:nvPr/>
        </p:nvSpPr>
        <p:spPr>
          <a:xfrm>
            <a:off x="4892040" y="1304049"/>
            <a:ext cx="803758" cy="625107"/>
          </a:xfrm>
          <a:prstGeom prst="rect">
            <a:avLst/>
          </a:prstGeom>
          <a:solidFill>
            <a:srgbClr val="F8FE05">
              <a:alpha val="2063"/>
            </a:srgbClr>
          </a:solidFill>
          <a:ln/>
        </p:spPr>
        <p:txBody>
          <a:bodyPr/>
          <a:p/>
        </p:txBody>
      </p:sp>
      <p:sp>
        <p:nvSpPr>
          <p:cNvPr id="210" name="Shape 208"/>
          <p:cNvSpPr/>
          <p:nvPr/>
        </p:nvSpPr>
        <p:spPr>
          <a:xfrm>
            <a:off x="4892040" y="1920011"/>
            <a:ext cx="803758" cy="625107"/>
          </a:xfrm>
          <a:prstGeom prst="rect">
            <a:avLst/>
          </a:prstGeom>
          <a:solidFill>
            <a:srgbClr val="F8FE05">
              <a:alpha val="1375"/>
            </a:srgbClr>
          </a:solidFill>
          <a:ln/>
        </p:spPr>
        <p:txBody>
          <a:bodyPr/>
          <a:p/>
        </p:txBody>
      </p:sp>
      <p:sp>
        <p:nvSpPr>
          <p:cNvPr id="211" name="Shape 209"/>
          <p:cNvSpPr/>
          <p:nvPr/>
        </p:nvSpPr>
        <p:spPr>
          <a:xfrm>
            <a:off x="4892040" y="2535974"/>
            <a:ext cx="803758" cy="625107"/>
          </a:xfrm>
          <a:prstGeom prst="rect">
            <a:avLst/>
          </a:prstGeom>
          <a:solidFill>
            <a:srgbClr val="F8FE05">
              <a:alpha val="688"/>
            </a:srgbClr>
          </a:solidFill>
          <a:ln/>
        </p:spPr>
        <p:txBody>
          <a:bodyPr/>
          <a:p/>
        </p:txBody>
      </p:sp>
      <p:sp>
        <p:nvSpPr>
          <p:cNvPr id="212" name="Shape 210"/>
          <p:cNvSpPr/>
          <p:nvPr/>
        </p:nvSpPr>
        <p:spPr>
          <a:xfrm>
            <a:off x="4200754" y="-1775765"/>
            <a:ext cx="803758" cy="395364"/>
          </a:xfrm>
          <a:prstGeom prst="rect">
            <a:avLst/>
          </a:prstGeom>
          <a:solidFill>
            <a:srgbClr val="F8FE05">
              <a:alpha val="3850"/>
            </a:srgbClr>
          </a:solidFill>
          <a:ln/>
        </p:spPr>
        <p:txBody>
          <a:bodyPr/>
          <a:p/>
        </p:txBody>
      </p:sp>
      <p:sp>
        <p:nvSpPr>
          <p:cNvPr id="213" name="Shape 211"/>
          <p:cNvSpPr/>
          <p:nvPr/>
        </p:nvSpPr>
        <p:spPr>
          <a:xfrm>
            <a:off x="4200754" y="-1389545"/>
            <a:ext cx="803758" cy="395364"/>
          </a:xfrm>
          <a:prstGeom prst="rect">
            <a:avLst/>
          </a:prstGeom>
          <a:solidFill>
            <a:srgbClr val="F8FE05">
              <a:alpha val="3369"/>
            </a:srgbClr>
          </a:solidFill>
          <a:ln/>
        </p:spPr>
        <p:txBody>
          <a:bodyPr/>
          <a:p/>
        </p:txBody>
      </p:sp>
      <p:sp>
        <p:nvSpPr>
          <p:cNvPr id="214" name="Shape 212"/>
          <p:cNvSpPr/>
          <p:nvPr/>
        </p:nvSpPr>
        <p:spPr>
          <a:xfrm>
            <a:off x="4200754" y="-1003325"/>
            <a:ext cx="803758" cy="395364"/>
          </a:xfrm>
          <a:prstGeom prst="rect">
            <a:avLst/>
          </a:prstGeom>
          <a:solidFill>
            <a:srgbClr val="F8FE05">
              <a:alpha val="2888"/>
            </a:srgbClr>
          </a:solidFill>
          <a:ln/>
        </p:spPr>
        <p:txBody>
          <a:bodyPr/>
          <a:p/>
        </p:txBody>
      </p:sp>
      <p:sp>
        <p:nvSpPr>
          <p:cNvPr id="215" name="Shape 213"/>
          <p:cNvSpPr/>
          <p:nvPr/>
        </p:nvSpPr>
        <p:spPr>
          <a:xfrm>
            <a:off x="4200754" y="-617106"/>
            <a:ext cx="803758" cy="395364"/>
          </a:xfrm>
          <a:prstGeom prst="rect">
            <a:avLst/>
          </a:prstGeom>
          <a:solidFill>
            <a:srgbClr val="F8FE05">
              <a:alpha val="2406"/>
            </a:srgbClr>
          </a:solidFill>
          <a:ln/>
        </p:spPr>
        <p:txBody>
          <a:bodyPr/>
          <a:p/>
        </p:txBody>
      </p:sp>
      <p:sp>
        <p:nvSpPr>
          <p:cNvPr id="216" name="Shape 214"/>
          <p:cNvSpPr/>
          <p:nvPr/>
        </p:nvSpPr>
        <p:spPr>
          <a:xfrm>
            <a:off x="4200754" y="-230886"/>
            <a:ext cx="803758" cy="395364"/>
          </a:xfrm>
          <a:prstGeom prst="rect">
            <a:avLst/>
          </a:prstGeom>
          <a:solidFill>
            <a:srgbClr val="F8FE05">
              <a:alpha val="1925"/>
            </a:srgbClr>
          </a:solidFill>
          <a:ln/>
        </p:spPr>
        <p:txBody>
          <a:bodyPr/>
          <a:p/>
        </p:txBody>
      </p:sp>
      <p:sp>
        <p:nvSpPr>
          <p:cNvPr id="217" name="Shape 215"/>
          <p:cNvSpPr/>
          <p:nvPr/>
        </p:nvSpPr>
        <p:spPr>
          <a:xfrm>
            <a:off x="4200754" y="155334"/>
            <a:ext cx="803758" cy="395364"/>
          </a:xfrm>
          <a:prstGeom prst="rect">
            <a:avLst/>
          </a:prstGeom>
          <a:solidFill>
            <a:srgbClr val="F8FE05">
              <a:alpha val="1444"/>
            </a:srgbClr>
          </a:solidFill>
          <a:ln/>
        </p:spPr>
        <p:txBody>
          <a:bodyPr/>
          <a:p/>
        </p:txBody>
      </p:sp>
      <p:sp>
        <p:nvSpPr>
          <p:cNvPr id="218" name="Shape 216"/>
          <p:cNvSpPr/>
          <p:nvPr/>
        </p:nvSpPr>
        <p:spPr>
          <a:xfrm>
            <a:off x="4200754" y="541553"/>
            <a:ext cx="803758" cy="395364"/>
          </a:xfrm>
          <a:prstGeom prst="rect">
            <a:avLst/>
          </a:prstGeom>
          <a:solidFill>
            <a:srgbClr val="F8FE05">
              <a:alpha val="963"/>
            </a:srgbClr>
          </a:solidFill>
          <a:ln/>
        </p:spPr>
        <p:txBody>
          <a:bodyPr/>
          <a:p/>
        </p:txBody>
      </p:sp>
      <p:sp>
        <p:nvSpPr>
          <p:cNvPr id="219" name="Shape 217"/>
          <p:cNvSpPr/>
          <p:nvPr/>
        </p:nvSpPr>
        <p:spPr>
          <a:xfrm>
            <a:off x="4200754" y="927773"/>
            <a:ext cx="803758" cy="395364"/>
          </a:xfrm>
          <a:prstGeom prst="rect">
            <a:avLst/>
          </a:prstGeom>
          <a:solidFill>
            <a:srgbClr val="F8FE05">
              <a:alpha val="481"/>
            </a:srgbClr>
          </a:solidFill>
          <a:ln/>
        </p:spPr>
        <p:txBody>
          <a:bodyPr/>
          <a:p/>
        </p:txBody>
      </p:sp>
      <p:sp>
        <p:nvSpPr>
          <p:cNvPr id="220" name="Shape 218"/>
          <p:cNvSpPr/>
          <p:nvPr/>
        </p:nvSpPr>
        <p:spPr>
          <a:xfrm>
            <a:off x="9720986" y="-1775765"/>
            <a:ext cx="803758" cy="849706"/>
          </a:xfrm>
          <a:prstGeom prst="rect">
            <a:avLst/>
          </a:prstGeom>
          <a:solidFill>
            <a:srgbClr val="F8FE05">
              <a:alpha val="8250"/>
            </a:srgbClr>
          </a:solidFill>
          <a:ln/>
        </p:spPr>
        <p:txBody>
          <a:bodyPr/>
          <a:p/>
        </p:txBody>
      </p:sp>
      <p:sp>
        <p:nvSpPr>
          <p:cNvPr id="221" name="Shape 219"/>
          <p:cNvSpPr/>
          <p:nvPr/>
        </p:nvSpPr>
        <p:spPr>
          <a:xfrm>
            <a:off x="9720986" y="-935203"/>
            <a:ext cx="803758" cy="849706"/>
          </a:xfrm>
          <a:prstGeom prst="rect">
            <a:avLst/>
          </a:prstGeom>
          <a:solidFill>
            <a:srgbClr val="F8FE05">
              <a:alpha val="7219"/>
            </a:srgbClr>
          </a:solidFill>
          <a:ln/>
        </p:spPr>
        <p:txBody>
          <a:bodyPr/>
          <a:p/>
        </p:txBody>
      </p:sp>
      <p:sp>
        <p:nvSpPr>
          <p:cNvPr id="222" name="Shape 220"/>
          <p:cNvSpPr/>
          <p:nvPr/>
        </p:nvSpPr>
        <p:spPr>
          <a:xfrm>
            <a:off x="9720986" y="-94640"/>
            <a:ext cx="803758" cy="849706"/>
          </a:xfrm>
          <a:prstGeom prst="rect">
            <a:avLst/>
          </a:prstGeom>
          <a:solidFill>
            <a:srgbClr val="F8FE05">
              <a:alpha val="6188"/>
            </a:srgbClr>
          </a:solidFill>
          <a:ln/>
        </p:spPr>
        <p:txBody>
          <a:bodyPr/>
          <a:p/>
        </p:txBody>
      </p:sp>
      <p:sp>
        <p:nvSpPr>
          <p:cNvPr id="223" name="Shape 221"/>
          <p:cNvSpPr/>
          <p:nvPr/>
        </p:nvSpPr>
        <p:spPr>
          <a:xfrm>
            <a:off x="9720986" y="745922"/>
            <a:ext cx="803758" cy="849706"/>
          </a:xfrm>
          <a:prstGeom prst="rect">
            <a:avLst/>
          </a:prstGeom>
          <a:solidFill>
            <a:srgbClr val="F8FE05">
              <a:alpha val="5156"/>
            </a:srgbClr>
          </a:solidFill>
          <a:ln/>
        </p:spPr>
        <p:txBody>
          <a:bodyPr/>
          <a:p/>
        </p:txBody>
      </p:sp>
      <p:sp>
        <p:nvSpPr>
          <p:cNvPr id="224" name="Shape 222"/>
          <p:cNvSpPr/>
          <p:nvPr/>
        </p:nvSpPr>
        <p:spPr>
          <a:xfrm>
            <a:off x="9720986" y="1586484"/>
            <a:ext cx="803758" cy="849706"/>
          </a:xfrm>
          <a:prstGeom prst="rect">
            <a:avLst/>
          </a:prstGeom>
          <a:solidFill>
            <a:srgbClr val="F8FE05">
              <a:alpha val="4125"/>
            </a:srgbClr>
          </a:solidFill>
          <a:ln/>
        </p:spPr>
        <p:txBody>
          <a:bodyPr/>
          <a:p/>
        </p:txBody>
      </p:sp>
      <p:sp>
        <p:nvSpPr>
          <p:cNvPr id="225" name="Shape 223"/>
          <p:cNvSpPr/>
          <p:nvPr/>
        </p:nvSpPr>
        <p:spPr>
          <a:xfrm>
            <a:off x="9720986" y="2427046"/>
            <a:ext cx="803758" cy="849706"/>
          </a:xfrm>
          <a:prstGeom prst="rect">
            <a:avLst/>
          </a:prstGeom>
          <a:solidFill>
            <a:srgbClr val="F8FE05">
              <a:alpha val="3094"/>
            </a:srgbClr>
          </a:solidFill>
          <a:ln/>
        </p:spPr>
        <p:txBody>
          <a:bodyPr/>
          <a:p/>
        </p:txBody>
      </p:sp>
      <p:sp>
        <p:nvSpPr>
          <p:cNvPr id="226" name="Shape 224"/>
          <p:cNvSpPr/>
          <p:nvPr/>
        </p:nvSpPr>
        <p:spPr>
          <a:xfrm>
            <a:off x="9720986" y="3267608"/>
            <a:ext cx="803758" cy="849706"/>
          </a:xfrm>
          <a:prstGeom prst="rect">
            <a:avLst/>
          </a:prstGeom>
          <a:solidFill>
            <a:srgbClr val="F8FE05">
              <a:alpha val="2063"/>
            </a:srgbClr>
          </a:solidFill>
          <a:ln/>
        </p:spPr>
        <p:txBody>
          <a:bodyPr/>
          <a:p/>
        </p:txBody>
      </p:sp>
      <p:sp>
        <p:nvSpPr>
          <p:cNvPr id="227" name="Shape 225"/>
          <p:cNvSpPr/>
          <p:nvPr/>
        </p:nvSpPr>
        <p:spPr>
          <a:xfrm>
            <a:off x="9720986" y="4108171"/>
            <a:ext cx="803758" cy="849706"/>
          </a:xfrm>
          <a:prstGeom prst="rect">
            <a:avLst/>
          </a:prstGeom>
          <a:solidFill>
            <a:srgbClr val="F8FE05">
              <a:alpha val="1031"/>
            </a:srgbClr>
          </a:solidFill>
          <a:ln/>
        </p:spPr>
        <p:txBody>
          <a:bodyPr/>
          <a:p/>
        </p:txBody>
      </p:sp>
      <p:sp>
        <p:nvSpPr>
          <p:cNvPr id="228" name="Shape 226"/>
          <p:cNvSpPr/>
          <p:nvPr/>
        </p:nvSpPr>
        <p:spPr>
          <a:xfrm>
            <a:off x="11090758" y="-1775765"/>
            <a:ext cx="803758" cy="523723"/>
          </a:xfrm>
          <a:prstGeom prst="rect">
            <a:avLst/>
          </a:prstGeom>
          <a:solidFill>
            <a:srgbClr val="F8FE05">
              <a:alpha val="3850"/>
            </a:srgbClr>
          </a:solidFill>
          <a:ln/>
        </p:spPr>
        <p:txBody>
          <a:bodyPr/>
          <a:p/>
        </p:txBody>
      </p:sp>
      <p:sp>
        <p:nvSpPr>
          <p:cNvPr id="229" name="Shape 227"/>
          <p:cNvSpPr/>
          <p:nvPr/>
        </p:nvSpPr>
        <p:spPr>
          <a:xfrm>
            <a:off x="11090758" y="-1261186"/>
            <a:ext cx="803758" cy="523723"/>
          </a:xfrm>
          <a:prstGeom prst="rect">
            <a:avLst/>
          </a:prstGeom>
          <a:solidFill>
            <a:srgbClr val="F8FE05">
              <a:alpha val="3369"/>
            </a:srgbClr>
          </a:solidFill>
          <a:ln/>
        </p:spPr>
        <p:txBody>
          <a:bodyPr/>
          <a:p/>
        </p:txBody>
      </p:sp>
      <p:sp>
        <p:nvSpPr>
          <p:cNvPr id="230" name="Shape 228"/>
          <p:cNvSpPr/>
          <p:nvPr/>
        </p:nvSpPr>
        <p:spPr>
          <a:xfrm>
            <a:off x="11090758" y="-746608"/>
            <a:ext cx="803758" cy="523723"/>
          </a:xfrm>
          <a:prstGeom prst="rect">
            <a:avLst/>
          </a:prstGeom>
          <a:solidFill>
            <a:srgbClr val="F8FE05">
              <a:alpha val="2888"/>
            </a:srgbClr>
          </a:solidFill>
          <a:ln/>
        </p:spPr>
        <p:txBody>
          <a:bodyPr/>
          <a:p/>
        </p:txBody>
      </p:sp>
      <p:sp>
        <p:nvSpPr>
          <p:cNvPr id="231" name="Shape 229"/>
          <p:cNvSpPr/>
          <p:nvPr/>
        </p:nvSpPr>
        <p:spPr>
          <a:xfrm>
            <a:off x="11090758" y="-232029"/>
            <a:ext cx="803758" cy="523723"/>
          </a:xfrm>
          <a:prstGeom prst="rect">
            <a:avLst/>
          </a:prstGeom>
          <a:solidFill>
            <a:srgbClr val="F8FE05">
              <a:alpha val="2406"/>
            </a:srgbClr>
          </a:solidFill>
          <a:ln/>
        </p:spPr>
        <p:txBody>
          <a:bodyPr/>
          <a:p/>
        </p:txBody>
      </p:sp>
      <p:sp>
        <p:nvSpPr>
          <p:cNvPr id="232" name="Shape 230"/>
          <p:cNvSpPr/>
          <p:nvPr/>
        </p:nvSpPr>
        <p:spPr>
          <a:xfrm>
            <a:off x="11090758" y="282550"/>
            <a:ext cx="803758" cy="523723"/>
          </a:xfrm>
          <a:prstGeom prst="rect">
            <a:avLst/>
          </a:prstGeom>
          <a:solidFill>
            <a:srgbClr val="F8FE05">
              <a:alpha val="1925"/>
            </a:srgbClr>
          </a:solidFill>
          <a:ln/>
        </p:spPr>
        <p:txBody>
          <a:bodyPr/>
          <a:p/>
        </p:txBody>
      </p:sp>
      <p:sp>
        <p:nvSpPr>
          <p:cNvPr id="233" name="Shape 231"/>
          <p:cNvSpPr/>
          <p:nvPr/>
        </p:nvSpPr>
        <p:spPr>
          <a:xfrm>
            <a:off x="11090758" y="797128"/>
            <a:ext cx="803758" cy="523723"/>
          </a:xfrm>
          <a:prstGeom prst="rect">
            <a:avLst/>
          </a:prstGeom>
          <a:solidFill>
            <a:srgbClr val="F8FE05">
              <a:alpha val="1444"/>
            </a:srgbClr>
          </a:solidFill>
          <a:ln/>
        </p:spPr>
        <p:txBody>
          <a:bodyPr/>
          <a:p/>
        </p:txBody>
      </p:sp>
      <p:sp>
        <p:nvSpPr>
          <p:cNvPr id="234" name="Shape 232"/>
          <p:cNvSpPr/>
          <p:nvPr/>
        </p:nvSpPr>
        <p:spPr>
          <a:xfrm>
            <a:off x="11090758" y="1311707"/>
            <a:ext cx="803758" cy="523723"/>
          </a:xfrm>
          <a:prstGeom prst="rect">
            <a:avLst/>
          </a:prstGeom>
          <a:solidFill>
            <a:srgbClr val="F8FE05">
              <a:alpha val="963"/>
            </a:srgbClr>
          </a:solidFill>
          <a:ln/>
        </p:spPr>
        <p:txBody>
          <a:bodyPr/>
          <a:p/>
        </p:txBody>
      </p:sp>
      <p:sp>
        <p:nvSpPr>
          <p:cNvPr id="235" name="Shape 233"/>
          <p:cNvSpPr/>
          <p:nvPr/>
        </p:nvSpPr>
        <p:spPr>
          <a:xfrm>
            <a:off x="11090758" y="1826285"/>
            <a:ext cx="803758" cy="523723"/>
          </a:xfrm>
          <a:prstGeom prst="rect">
            <a:avLst/>
          </a:prstGeom>
          <a:solidFill>
            <a:srgbClr val="F8FE05">
              <a:alpha val="481"/>
            </a:srgbClr>
          </a:solidFill>
          <a:ln/>
        </p:spPr>
        <p:txBody>
          <a:bodyPr/>
          <a:p/>
        </p:txBody>
      </p:sp>
      <p:sp>
        <p:nvSpPr>
          <p:cNvPr id="236" name="Shape 234"/>
          <p:cNvSpPr/>
          <p:nvPr/>
        </p:nvSpPr>
        <p:spPr>
          <a:xfrm>
            <a:off x="10401300" y="-1775765"/>
            <a:ext cx="803758" cy="671284"/>
          </a:xfrm>
          <a:prstGeom prst="rect">
            <a:avLst/>
          </a:prstGeom>
          <a:solidFill>
            <a:srgbClr val="F8FE05">
              <a:alpha val="5500"/>
            </a:srgbClr>
          </a:solidFill>
          <a:ln/>
        </p:spPr>
        <p:txBody>
          <a:bodyPr/>
          <a:p/>
        </p:txBody>
      </p:sp>
      <p:sp>
        <p:nvSpPr>
          <p:cNvPr id="237" name="Shape 235"/>
          <p:cNvSpPr/>
          <p:nvPr/>
        </p:nvSpPr>
        <p:spPr>
          <a:xfrm>
            <a:off x="10401300" y="-1113625"/>
            <a:ext cx="803758" cy="671284"/>
          </a:xfrm>
          <a:prstGeom prst="rect">
            <a:avLst/>
          </a:prstGeom>
          <a:solidFill>
            <a:srgbClr val="F8FE05">
              <a:alpha val="4813"/>
            </a:srgbClr>
          </a:solidFill>
          <a:ln/>
        </p:spPr>
        <p:txBody>
          <a:bodyPr/>
          <a:p/>
        </p:txBody>
      </p:sp>
      <p:sp>
        <p:nvSpPr>
          <p:cNvPr id="238" name="Shape 236"/>
          <p:cNvSpPr/>
          <p:nvPr/>
        </p:nvSpPr>
        <p:spPr>
          <a:xfrm>
            <a:off x="10401300" y="-451485"/>
            <a:ext cx="803758" cy="671284"/>
          </a:xfrm>
          <a:prstGeom prst="rect">
            <a:avLst/>
          </a:prstGeom>
          <a:solidFill>
            <a:srgbClr val="F8FE05">
              <a:alpha val="4125"/>
            </a:srgbClr>
          </a:solidFill>
          <a:ln/>
        </p:spPr>
        <p:txBody>
          <a:bodyPr/>
          <a:p/>
        </p:txBody>
      </p:sp>
      <p:sp>
        <p:nvSpPr>
          <p:cNvPr id="239" name="Shape 237"/>
          <p:cNvSpPr/>
          <p:nvPr/>
        </p:nvSpPr>
        <p:spPr>
          <a:xfrm>
            <a:off x="10401300" y="210655"/>
            <a:ext cx="803758" cy="671284"/>
          </a:xfrm>
          <a:prstGeom prst="rect">
            <a:avLst/>
          </a:prstGeom>
          <a:solidFill>
            <a:srgbClr val="F8FE05">
              <a:alpha val="3438"/>
            </a:srgbClr>
          </a:solidFill>
          <a:ln/>
        </p:spPr>
        <p:txBody>
          <a:bodyPr/>
          <a:p/>
        </p:txBody>
      </p:sp>
      <p:sp>
        <p:nvSpPr>
          <p:cNvPr id="240" name="Shape 238"/>
          <p:cNvSpPr/>
          <p:nvPr/>
        </p:nvSpPr>
        <p:spPr>
          <a:xfrm>
            <a:off x="10401300" y="872795"/>
            <a:ext cx="803758" cy="671284"/>
          </a:xfrm>
          <a:prstGeom prst="rect">
            <a:avLst/>
          </a:prstGeom>
          <a:solidFill>
            <a:srgbClr val="F8FE05">
              <a:alpha val="2750"/>
            </a:srgbClr>
          </a:solidFill>
          <a:ln/>
        </p:spPr>
        <p:txBody>
          <a:bodyPr/>
          <a:p/>
        </p:txBody>
      </p:sp>
      <p:sp>
        <p:nvSpPr>
          <p:cNvPr id="241" name="Shape 239"/>
          <p:cNvSpPr/>
          <p:nvPr/>
        </p:nvSpPr>
        <p:spPr>
          <a:xfrm>
            <a:off x="10401300" y="1534935"/>
            <a:ext cx="803758" cy="671284"/>
          </a:xfrm>
          <a:prstGeom prst="rect">
            <a:avLst/>
          </a:prstGeom>
          <a:solidFill>
            <a:srgbClr val="F8FE05">
              <a:alpha val="2063"/>
            </a:srgbClr>
          </a:solidFill>
          <a:ln/>
        </p:spPr>
        <p:txBody>
          <a:bodyPr/>
          <a:p/>
        </p:txBody>
      </p:sp>
      <p:sp>
        <p:nvSpPr>
          <p:cNvPr id="242" name="Shape 240"/>
          <p:cNvSpPr/>
          <p:nvPr/>
        </p:nvSpPr>
        <p:spPr>
          <a:xfrm>
            <a:off x="10401300" y="2197075"/>
            <a:ext cx="803758" cy="671284"/>
          </a:xfrm>
          <a:prstGeom prst="rect">
            <a:avLst/>
          </a:prstGeom>
          <a:solidFill>
            <a:srgbClr val="F8FE05">
              <a:alpha val="1375"/>
            </a:srgbClr>
          </a:solidFill>
          <a:ln/>
        </p:spPr>
        <p:txBody>
          <a:bodyPr/>
          <a:p/>
        </p:txBody>
      </p:sp>
      <p:sp>
        <p:nvSpPr>
          <p:cNvPr id="243" name="Shape 241"/>
          <p:cNvSpPr/>
          <p:nvPr/>
        </p:nvSpPr>
        <p:spPr>
          <a:xfrm>
            <a:off x="10401300" y="2859215"/>
            <a:ext cx="803758" cy="671284"/>
          </a:xfrm>
          <a:prstGeom prst="rect">
            <a:avLst/>
          </a:prstGeom>
          <a:solidFill>
            <a:srgbClr val="F8FE05">
              <a:alpha val="688"/>
            </a:srgbClr>
          </a:solidFill>
          <a:ln/>
        </p:spPr>
        <p:txBody>
          <a:bodyPr/>
          <a:p/>
        </p:txBody>
      </p:sp>
      <p:sp>
        <p:nvSpPr>
          <p:cNvPr id="244" name="Shape 242"/>
          <p:cNvSpPr/>
          <p:nvPr/>
        </p:nvSpPr>
        <p:spPr>
          <a:xfrm>
            <a:off x="9034272" y="-1775765"/>
            <a:ext cx="803758" cy="625107"/>
          </a:xfrm>
          <a:prstGeom prst="rect">
            <a:avLst/>
          </a:prstGeom>
          <a:solidFill>
            <a:srgbClr val="F8FE05">
              <a:alpha val="5500"/>
            </a:srgbClr>
          </a:solidFill>
          <a:ln/>
        </p:spPr>
        <p:txBody>
          <a:bodyPr/>
          <a:p/>
        </p:txBody>
      </p:sp>
      <p:sp>
        <p:nvSpPr>
          <p:cNvPr id="245" name="Shape 243"/>
          <p:cNvSpPr/>
          <p:nvPr/>
        </p:nvSpPr>
        <p:spPr>
          <a:xfrm>
            <a:off x="9034272" y="-1159802"/>
            <a:ext cx="803758" cy="625107"/>
          </a:xfrm>
          <a:prstGeom prst="rect">
            <a:avLst/>
          </a:prstGeom>
          <a:solidFill>
            <a:srgbClr val="F8FE05">
              <a:alpha val="4813"/>
            </a:srgbClr>
          </a:solidFill>
          <a:ln/>
        </p:spPr>
        <p:txBody>
          <a:bodyPr/>
          <a:p/>
        </p:txBody>
      </p:sp>
      <p:sp>
        <p:nvSpPr>
          <p:cNvPr id="246" name="Shape 244"/>
          <p:cNvSpPr/>
          <p:nvPr/>
        </p:nvSpPr>
        <p:spPr>
          <a:xfrm>
            <a:off x="9034272" y="-543839"/>
            <a:ext cx="803758" cy="625107"/>
          </a:xfrm>
          <a:prstGeom prst="rect">
            <a:avLst/>
          </a:prstGeom>
          <a:solidFill>
            <a:srgbClr val="F8FE05">
              <a:alpha val="4125"/>
            </a:srgbClr>
          </a:solidFill>
          <a:ln/>
        </p:spPr>
        <p:txBody>
          <a:bodyPr/>
          <a:p/>
        </p:txBody>
      </p:sp>
      <p:sp>
        <p:nvSpPr>
          <p:cNvPr id="247" name="Shape 245"/>
          <p:cNvSpPr/>
          <p:nvPr/>
        </p:nvSpPr>
        <p:spPr>
          <a:xfrm>
            <a:off x="9034272" y="72123"/>
            <a:ext cx="803758" cy="625107"/>
          </a:xfrm>
          <a:prstGeom prst="rect">
            <a:avLst/>
          </a:prstGeom>
          <a:solidFill>
            <a:srgbClr val="F8FE05">
              <a:alpha val="3438"/>
            </a:srgbClr>
          </a:solidFill>
          <a:ln/>
        </p:spPr>
        <p:txBody>
          <a:bodyPr/>
          <a:p/>
        </p:txBody>
      </p:sp>
      <p:sp>
        <p:nvSpPr>
          <p:cNvPr id="248" name="Shape 246"/>
          <p:cNvSpPr/>
          <p:nvPr/>
        </p:nvSpPr>
        <p:spPr>
          <a:xfrm>
            <a:off x="9034272" y="688086"/>
            <a:ext cx="803758" cy="625107"/>
          </a:xfrm>
          <a:prstGeom prst="rect">
            <a:avLst/>
          </a:prstGeom>
          <a:solidFill>
            <a:srgbClr val="F8FE05">
              <a:alpha val="2750"/>
            </a:srgbClr>
          </a:solidFill>
          <a:ln/>
        </p:spPr>
        <p:txBody>
          <a:bodyPr/>
          <a:p/>
        </p:txBody>
      </p:sp>
      <p:sp>
        <p:nvSpPr>
          <p:cNvPr id="249" name="Shape 247"/>
          <p:cNvSpPr/>
          <p:nvPr/>
        </p:nvSpPr>
        <p:spPr>
          <a:xfrm>
            <a:off x="9034272" y="1304049"/>
            <a:ext cx="803758" cy="625107"/>
          </a:xfrm>
          <a:prstGeom prst="rect">
            <a:avLst/>
          </a:prstGeom>
          <a:solidFill>
            <a:srgbClr val="F8FE05">
              <a:alpha val="2063"/>
            </a:srgbClr>
          </a:solidFill>
          <a:ln/>
        </p:spPr>
        <p:txBody>
          <a:bodyPr/>
          <a:p/>
        </p:txBody>
      </p:sp>
      <p:sp>
        <p:nvSpPr>
          <p:cNvPr id="250" name="Shape 248"/>
          <p:cNvSpPr/>
          <p:nvPr/>
        </p:nvSpPr>
        <p:spPr>
          <a:xfrm>
            <a:off x="9034272" y="1920011"/>
            <a:ext cx="803758" cy="625107"/>
          </a:xfrm>
          <a:prstGeom prst="rect">
            <a:avLst/>
          </a:prstGeom>
          <a:solidFill>
            <a:srgbClr val="F8FE05">
              <a:alpha val="1375"/>
            </a:srgbClr>
          </a:solidFill>
          <a:ln/>
        </p:spPr>
        <p:txBody>
          <a:bodyPr/>
          <a:p/>
        </p:txBody>
      </p:sp>
      <p:sp>
        <p:nvSpPr>
          <p:cNvPr id="251" name="Shape 249"/>
          <p:cNvSpPr/>
          <p:nvPr/>
        </p:nvSpPr>
        <p:spPr>
          <a:xfrm>
            <a:off x="9034272" y="2535974"/>
            <a:ext cx="803758" cy="625107"/>
          </a:xfrm>
          <a:prstGeom prst="rect">
            <a:avLst/>
          </a:prstGeom>
          <a:solidFill>
            <a:srgbClr val="F8FE05">
              <a:alpha val="688"/>
            </a:srgbClr>
          </a:solidFill>
          <a:ln/>
        </p:spPr>
        <p:txBody>
          <a:bodyPr/>
          <a:p/>
        </p:txBody>
      </p:sp>
      <p:sp>
        <p:nvSpPr>
          <p:cNvPr id="252" name="Shape 250"/>
          <p:cNvSpPr/>
          <p:nvPr/>
        </p:nvSpPr>
        <p:spPr>
          <a:xfrm>
            <a:off x="8342986" y="-1775765"/>
            <a:ext cx="803758" cy="395364"/>
          </a:xfrm>
          <a:prstGeom prst="rect">
            <a:avLst/>
          </a:prstGeom>
          <a:solidFill>
            <a:srgbClr val="F8FE05">
              <a:alpha val="3850"/>
            </a:srgbClr>
          </a:solidFill>
          <a:ln/>
        </p:spPr>
        <p:txBody>
          <a:bodyPr/>
          <a:p/>
        </p:txBody>
      </p:sp>
      <p:sp>
        <p:nvSpPr>
          <p:cNvPr id="253" name="Shape 251"/>
          <p:cNvSpPr/>
          <p:nvPr/>
        </p:nvSpPr>
        <p:spPr>
          <a:xfrm>
            <a:off x="8342986" y="-1389545"/>
            <a:ext cx="803758" cy="395364"/>
          </a:xfrm>
          <a:prstGeom prst="rect">
            <a:avLst/>
          </a:prstGeom>
          <a:solidFill>
            <a:srgbClr val="F8FE05">
              <a:alpha val="3369"/>
            </a:srgbClr>
          </a:solidFill>
          <a:ln/>
        </p:spPr>
        <p:txBody>
          <a:bodyPr/>
          <a:p/>
        </p:txBody>
      </p:sp>
      <p:sp>
        <p:nvSpPr>
          <p:cNvPr id="254" name="Shape 252"/>
          <p:cNvSpPr/>
          <p:nvPr/>
        </p:nvSpPr>
        <p:spPr>
          <a:xfrm>
            <a:off x="8342986" y="-1003325"/>
            <a:ext cx="803758" cy="395364"/>
          </a:xfrm>
          <a:prstGeom prst="rect">
            <a:avLst/>
          </a:prstGeom>
          <a:solidFill>
            <a:srgbClr val="F8FE05">
              <a:alpha val="2888"/>
            </a:srgbClr>
          </a:solidFill>
          <a:ln/>
        </p:spPr>
        <p:txBody>
          <a:bodyPr/>
          <a:p/>
        </p:txBody>
      </p:sp>
      <p:sp>
        <p:nvSpPr>
          <p:cNvPr id="255" name="Shape 253"/>
          <p:cNvSpPr/>
          <p:nvPr/>
        </p:nvSpPr>
        <p:spPr>
          <a:xfrm>
            <a:off x="8342986" y="-617106"/>
            <a:ext cx="803758" cy="395364"/>
          </a:xfrm>
          <a:prstGeom prst="rect">
            <a:avLst/>
          </a:prstGeom>
          <a:solidFill>
            <a:srgbClr val="F8FE05">
              <a:alpha val="2406"/>
            </a:srgbClr>
          </a:solidFill>
          <a:ln/>
        </p:spPr>
        <p:txBody>
          <a:bodyPr/>
          <a:p/>
        </p:txBody>
      </p:sp>
      <p:sp>
        <p:nvSpPr>
          <p:cNvPr id="256" name="Shape 254"/>
          <p:cNvSpPr/>
          <p:nvPr/>
        </p:nvSpPr>
        <p:spPr>
          <a:xfrm>
            <a:off x="8342986" y="-230886"/>
            <a:ext cx="803758" cy="395364"/>
          </a:xfrm>
          <a:prstGeom prst="rect">
            <a:avLst/>
          </a:prstGeom>
          <a:solidFill>
            <a:srgbClr val="F8FE05">
              <a:alpha val="1925"/>
            </a:srgbClr>
          </a:solidFill>
          <a:ln/>
        </p:spPr>
        <p:txBody>
          <a:bodyPr/>
          <a:p/>
        </p:txBody>
      </p:sp>
      <p:sp>
        <p:nvSpPr>
          <p:cNvPr id="257" name="Shape 255"/>
          <p:cNvSpPr/>
          <p:nvPr/>
        </p:nvSpPr>
        <p:spPr>
          <a:xfrm>
            <a:off x="8342986" y="155334"/>
            <a:ext cx="803758" cy="395364"/>
          </a:xfrm>
          <a:prstGeom prst="rect">
            <a:avLst/>
          </a:prstGeom>
          <a:solidFill>
            <a:srgbClr val="F8FE05">
              <a:alpha val="1444"/>
            </a:srgbClr>
          </a:solidFill>
          <a:ln/>
        </p:spPr>
        <p:txBody>
          <a:bodyPr/>
          <a:p/>
        </p:txBody>
      </p:sp>
      <p:sp>
        <p:nvSpPr>
          <p:cNvPr id="258" name="Shape 256"/>
          <p:cNvSpPr/>
          <p:nvPr/>
        </p:nvSpPr>
        <p:spPr>
          <a:xfrm>
            <a:off x="8342986" y="541553"/>
            <a:ext cx="803758" cy="395364"/>
          </a:xfrm>
          <a:prstGeom prst="rect">
            <a:avLst/>
          </a:prstGeom>
          <a:solidFill>
            <a:srgbClr val="F8FE05">
              <a:alpha val="963"/>
            </a:srgbClr>
          </a:solidFill>
          <a:ln/>
        </p:spPr>
        <p:txBody>
          <a:bodyPr/>
          <a:p/>
        </p:txBody>
      </p:sp>
      <p:sp>
        <p:nvSpPr>
          <p:cNvPr id="259" name="Shape 257"/>
          <p:cNvSpPr/>
          <p:nvPr/>
        </p:nvSpPr>
        <p:spPr>
          <a:xfrm>
            <a:off x="8342986" y="927773"/>
            <a:ext cx="803758" cy="395364"/>
          </a:xfrm>
          <a:prstGeom prst="rect">
            <a:avLst/>
          </a:prstGeom>
          <a:solidFill>
            <a:srgbClr val="F8FE05">
              <a:alpha val="481"/>
            </a:srgbClr>
          </a:solidFill>
          <a:ln/>
        </p:spPr>
        <p:txBody>
          <a:bodyPr/>
          <a:p/>
        </p:txBody>
      </p:sp>
      <p:sp>
        <p:nvSpPr>
          <p:cNvPr id="260" name="Text 258"/>
          <p:cNvSpPr/>
          <p:nvPr/>
        </p:nvSpPr>
        <p:spPr>
          <a:xfrm>
            <a:off x="914400" y="825703"/>
            <a:ext cx="10360152" cy="757123"/>
          </a:xfrm>
          <a:prstGeom prst="rect">
            <a:avLst/>
          </a:prstGeom>
          <a:noFill/>
          <a:ln/>
        </p:spPr>
        <p:txBody>
          <a:bodyPr wrap="square" rtlCol="0" anchor="t"/>
          <a:lstStyle/>
          <a:p>
            <a:pPr algn="ctr" indent="0" marL="0">
              <a:lnSpc>
                <a:spcPct val="90000"/>
              </a:lnSpc>
              <a:buNone/>
            </a:pPr>
            <a:r>
              <a:rPr lang="en-US" sz="4800" spc="-150" kern="0" dirty="0">
                <a:solidFill>
                  <a:srgbClr val="FFFFFF"/>
                </a:solidFill>
                <a:latin typeface="Manrope" pitchFamily="34" charset="0"/>
                <a:ea typeface="Manrope" pitchFamily="34" charset="-122"/>
                <a:cs typeface="Manrope" pitchFamily="34" charset="-120"/>
              </a:rPr>
              <a:t>Start building small agents early</a:t>
            </a:r>
          </a:p>
        </p:txBody>
      </p:sp>
      <p:sp>
        <p:nvSpPr>
          <p:cNvPr id="261" name="Shape 259"/>
          <p:cNvSpPr/>
          <p:nvPr/>
        </p:nvSpPr>
        <p:spPr>
          <a:xfrm>
            <a:off x="2948026" y="2613355"/>
            <a:ext cx="6295644" cy="1599286"/>
          </a:xfrm>
          <a:prstGeom prst="roundRect">
            <a:avLst>
              <a:gd name="adj" fmla="val 50000"/>
            </a:avLst>
          </a:prstGeom>
          <a:solidFill>
            <a:srgbClr val="FFFFFF">
              <a:alpha val="10000"/>
            </a:srgbClr>
          </a:solidFill>
          <a:ln w="2540">
            <a:solidFill>
              <a:srgbClr val="FFFFFF">
                <a:alpha val="45000"/>
              </a:srgbClr>
            </a:solidFill>
            <a:prstDash val="solid"/>
          </a:ln>
        </p:spPr>
        <p:txBody>
          <a:bodyPr/>
          <a:p/>
        </p:txBody>
      </p:sp>
      <p:sp>
        <p:nvSpPr>
          <p:cNvPr id="262" name="Text 260"/>
          <p:cNvSpPr/>
          <p:nvPr/>
        </p:nvSpPr>
        <p:spPr>
          <a:xfrm>
            <a:off x="3336645" y="2606040"/>
            <a:ext cx="4251960" cy="1033271"/>
          </a:xfrm>
          <a:prstGeom prst="rect">
            <a:avLst/>
          </a:prstGeom>
          <a:noFill/>
          <a:ln/>
        </p:spPr>
        <p:txBody>
          <a:bodyPr wrap="square" rtlCol="0" anchor="ctr"/>
          <a:lstStyle/>
          <a:p>
            <a:pPr indent="0" marL="0">
              <a:lnSpc>
                <a:spcPct val="90000"/>
              </a:lnSpc>
              <a:buNone/>
            </a:pPr>
            <a:r>
              <a:rPr lang="en-US" sz="2200" spc="-150" kern="0" dirty="0">
                <a:solidFill>
                  <a:srgbClr val="FFFFFF"/>
                </a:solidFill>
                <a:latin typeface="Manrope" pitchFamily="34" charset="0"/>
                <a:ea typeface="Manrope" pitchFamily="34" charset="-122"/>
                <a:cs typeface="Manrope" pitchFamily="34" charset="-120"/>
              </a:rPr>
              <a:t>Begin at </a:t>
            </a:r>
            <a:r>
              <a:rPr lang="en-US" sz="2200" spc="-150" kern="0" dirty="0">
                <a:solidFill>
                  <a:srgbClr val="D5E6CD"/>
                </a:solidFill>
                <a:latin typeface="Manrope" pitchFamily="34" charset="0"/>
                <a:ea typeface="Manrope" pitchFamily="34" charset="-122"/>
                <a:cs typeface="Manrope" pitchFamily="34" charset="-120"/>
              </a:rPr>
              <a:t>Stage 0 if you've never coded; otherwise Stage 1.</a:t>
            </a:r>
          </a:p>
        </p:txBody>
      </p:sp>
      <p:sp>
        <p:nvSpPr>
          <p:cNvPr id="263" name="Shape 261"/>
          <p:cNvSpPr/>
          <p:nvPr/>
        </p:nvSpPr>
        <p:spPr>
          <a:xfrm>
            <a:off x="7842809" y="3024835"/>
            <a:ext cx="777240" cy="777240"/>
          </a:xfrm>
          <a:prstGeom prst="ellipse">
            <a:avLst/>
          </a:prstGeom>
          <a:solidFill>
            <a:srgbClr val="84B84E"/>
          </a:solidFill>
          <a:ln/>
        </p:spPr>
        <p:txBody>
          <a:bodyPr/>
          <a:p/>
        </p:txBody>
      </p:sp>
      <p:sp>
        <p:nvSpPr>
          <p:cNvPr id="266" name="Text 264"/>
          <p:cNvSpPr/>
          <p:nvPr/>
        </p:nvSpPr>
        <p:spPr>
          <a:xfrm>
            <a:off x="640080" y="5486400"/>
            <a:ext cx="3566160" cy="457200"/>
          </a:xfrm>
          <a:prstGeom prst="rect">
            <a:avLst/>
          </a:prstGeom>
          <a:noFill/>
          <a:ln/>
        </p:spPr>
        <p:txBody>
          <a:bodyPr wrap="square" rtlCol="0" anchor="t"/>
          <a:lstStyle/>
          <a:p>
            <a:pPr indent="0" marL="0" algn="ctr">
              <a:lnSpc>
                <a:spcPct val="110000"/>
              </a:lnSpc>
              <a:spcAft>
                <a:spcPts val="600"/>
              </a:spcAft>
              <a:buNone/>
            </a:pPr>
            <a:r>
              <a:rPr lang="en-US" sz="1800" dirty="0" b="1">
                <a:solidFill>
                  <a:srgbClr val="A9C022"/>
                </a:solidFill>
                <a:latin typeface="Manrope" pitchFamily="34" charset="0"/>
                <a:ea typeface="Manrope" pitchFamily="34" charset="-122"/>
                <a:cs typeface="Manrope" pitchFamily="34" charset="-120"/>
              </a:rPr>
              <a:t>1</a:t>
            </a:r>
            <a:r>
              <a:rPr lang="en-US" sz="1800" dirty="0">
                <a:solidFill>
                  <a:srgbClr val="FFFFFF"/>
                </a:solidFill>
                <a:latin typeface="Manrope" pitchFamily="34" charset="0"/>
                <a:ea typeface="Manrope" pitchFamily="34" charset="-122"/>
                <a:cs typeface="Manrope" pitchFamily="34" charset="-120"/>
              </a:rPr>
              <a:t>  Start at your stage (0 or 1)</a:t>
            </a:r>
          </a:p>
        </p:txBody>
      </p:sp>
      <p:sp>
        <p:nvSpPr>
          <p:cNvPr id="268" name="Text 266"/>
          <p:cNvSpPr/>
          <p:nvPr/>
        </p:nvSpPr>
        <p:spPr>
          <a:xfrm>
            <a:off x="4343400" y="5486400"/>
            <a:ext cx="3566160" cy="457200"/>
          </a:xfrm>
          <a:prstGeom prst="rect">
            <a:avLst/>
          </a:prstGeom>
          <a:noFill/>
          <a:ln/>
        </p:spPr>
        <p:txBody>
          <a:bodyPr wrap="square" rtlCol="0" anchor="t"/>
          <a:lstStyle/>
          <a:p>
            <a:pPr indent="0" marL="0" algn="ctr">
              <a:lnSpc>
                <a:spcPct val="110000"/>
              </a:lnSpc>
              <a:spcAft>
                <a:spcPts val="600"/>
              </a:spcAft>
              <a:buNone/>
            </a:pPr>
            <a:r>
              <a:rPr lang="en-US" sz="1800" dirty="0" b="1">
                <a:solidFill>
                  <a:srgbClr val="A9C022"/>
                </a:solidFill>
                <a:latin typeface="Manrope" pitchFamily="34" charset="0"/>
                <a:ea typeface="Manrope" pitchFamily="34" charset="-122"/>
                <a:cs typeface="Manrope" pitchFamily="34" charset="-120"/>
              </a:rPr>
              <a:t>2</a:t>
            </a:r>
            <a:r>
              <a:rPr lang="en-US" sz="1800" dirty="0">
                <a:solidFill>
                  <a:srgbClr val="FFFFFF"/>
                </a:solidFill>
                <a:latin typeface="Manrope" pitchFamily="34" charset="0"/>
                <a:ea typeface="Manrope" pitchFamily="34" charset="-122"/>
                <a:cs typeface="Manrope" pitchFamily="34" charset="-120"/>
              </a:rPr>
              <a:t>  Build a tiny agent early</a:t>
            </a:r>
          </a:p>
        </p:txBody>
      </p:sp>
      <p:sp>
        <p:nvSpPr>
          <p:cNvPr id="270" name="Text 268"/>
          <p:cNvSpPr/>
          <p:nvPr/>
        </p:nvSpPr>
        <p:spPr>
          <a:xfrm>
            <a:off x="8046720" y="5486400"/>
            <a:ext cx="3566160" cy="457200"/>
          </a:xfrm>
          <a:prstGeom prst="rect">
            <a:avLst/>
          </a:prstGeom>
          <a:noFill/>
          <a:ln/>
        </p:spPr>
        <p:txBody>
          <a:bodyPr wrap="square" rtlCol="0" anchor="t"/>
          <a:lstStyle/>
          <a:p>
            <a:pPr indent="0" marL="0" algn="ctr">
              <a:lnSpc>
                <a:spcPct val="110000"/>
              </a:lnSpc>
              <a:spcAft>
                <a:spcPts val="600"/>
              </a:spcAft>
              <a:buNone/>
            </a:pPr>
            <a:r>
              <a:rPr lang="en-US" sz="1800" dirty="0" b="1">
                <a:solidFill>
                  <a:srgbClr val="A9C022"/>
                </a:solidFill>
                <a:latin typeface="Manrope" pitchFamily="34" charset="0"/>
                <a:ea typeface="Manrope" pitchFamily="34" charset="-122"/>
                <a:cs typeface="Manrope" pitchFamily="34" charset="-120"/>
              </a:rPr>
              <a:t>3</a:t>
            </a:r>
            <a:r>
              <a:rPr lang="en-US" sz="1800" dirty="0" b="1">
                <a:solidFill>
                  <a:srgbClr val="A9C022"/>
                </a:solidFill>
                <a:latin typeface="Manrope" pitchFamily="34" charset="0"/>
                <a:ea typeface="Manrope" pitchFamily="34" charset="-122"/>
                <a:cs typeface="Manrope" pitchFamily="34" charset="-120"/>
              </a:rPr>
              <a:t>  Keep the design simple</a:t>
            </a:r>
          </a:p>
        </p:txBody>
      </p:sp>
      <p:sp>
        <p:nvSpPr>
          <p:cNvPr id="272" name="Sub"/>
          <p:cNvSpPr/>
          <p:nvPr/>
        </p:nvSpPr>
        <p:spPr>
          <a:xfrm>
            <a:off x="914400" y="1691640"/>
            <a:ext cx="10360152" cy="548640"/>
          </a:xfrm>
          <a:prstGeom prst="rect">
            <a:avLst/>
          </a:prstGeom>
          <a:noFill/>
          <a:ln w="12700">
            <a:noFill/>
          </a:ln>
        </p:spPr>
        <p:txBody>
          <a:bodyPr wrap="square" lIns="0" rIns="0" tIns="0" bIns="0" anchor="ctr" rtlCol="0"/>
          <a:lstStyle/>
          <a:p>
            <a:pPr algn="ctr"/>
            <a:r>
              <a:rPr lang="en-US" sz="2000" b="0" dirty="0">
                <a:solidFill>
                  <a:srgbClr val="C0DAB4"/>
                </a:solidFill>
                <a:latin typeface="Manrope"/>
                <a:cs typeface="Manrope"/>
              </a:rPr>
              <a:t>Don't wait until you feel you've “mastered” the earlier stages.</a:t>
            </a:r>
            <a:endParaRPr lang="en-US" sz="2000"/>
          </a:p>
        </p:txBody>
      </p:sp>
      <p:sp>
        <p:nvSpPr>
          <p:cNvPr id="273" name="Pill num"/>
          <p:cNvSpPr/>
          <p:nvPr/>
        </p:nvSpPr>
        <p:spPr>
          <a:xfrm>
            <a:off x="7842809" y="3024835"/>
            <a:ext cx="777240" cy="777240"/>
          </a:xfrm>
          <a:prstGeom prst="rect">
            <a:avLst/>
          </a:prstGeom>
          <a:noFill/>
          <a:ln w="12700">
            <a:noFill/>
          </a:ln>
        </p:spPr>
        <p:txBody>
          <a:bodyPr wrap="square" lIns="0" rIns="0" tIns="0" bIns="0" anchor="ctr" rtlCol="0"/>
          <a:lstStyle/>
          <a:p>
            <a:pPr algn="ctr"/>
            <a:r>
              <a:rPr lang="en-US" sz="2400" b="1" dirty="0">
                <a:solidFill>
                  <a:srgbClr val="16302A"/>
                </a:solidFill>
                <a:latin typeface="Manrope"/>
                <a:cs typeface="Manrope"/>
              </a:rPr>
              <a:t>0</a:t>
            </a:r>
            <a:endParaRPr lang="en-US" sz="2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nro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nrop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 - Shaping the next generation of intelligence</dc:title>
  <dc:subject>PptxGenJS Presentation</dc:subject>
  <dc:creator>PptxGenJS</dc:creator>
  <cp:lastModifiedBy>PptxGenJS</cp:lastModifiedBy>
  <cp:revision>1</cp:revision>
  <dcterms:created xsi:type="dcterms:W3CDTF">2026-10-16T13:51:32Z</dcterms:created>
  <dcterms:modified xsi:type="dcterms:W3CDTF">2026-10-16T13:51:32Z</dcterms:modified>
</cp:coreProperties>
</file>