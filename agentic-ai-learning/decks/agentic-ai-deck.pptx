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notesSlide19.xml" ContentType="application/vnd.openxmlformats-officedocument.presentationml.notesSlide+xml"/>
  <Override PartName="/ppt/slides/slide19.xml" ContentType="application/vnd.openxmlformats-officedocument.presentationml.slide+xml"/>
  <Override PartName="/ppt/notesSlides/notesSlide20.xml" ContentType="application/vnd.openxmlformats-officedocument.presentationml.notesSlide+xml"/>
  <Override PartName="/ppt/slides/slide20.xml" ContentType="application/vnd.openxmlformats-officedocument.presentationml.slide+xml"/>
  <Override PartName="/ppt/notesSlides/notesSlide21.xml" ContentType="application/vnd.openxmlformats-officedocument.presentationml.notesSlide+xml"/>
  <Override PartName="/ppt/slides/slide21.xml" ContentType="application/vnd.openxmlformats-officedocument.presentationml.slide+xml"/>
  <Override PartName="/ppt/notesSlides/notesSlide22.xml" ContentType="application/vnd.openxmlformats-officedocument.presentationml.notesSlide+xml"/>
  <Override PartName="/ppt/slides/slide22.xml" ContentType="application/vnd.openxmlformats-officedocument.presentationml.slide+xml"/>
  <Override PartName="/ppt/notesSlides/notesSlide23.xml" ContentType="application/vnd.openxmlformats-officedocument.presentationml.notesSlide+xml"/>
  <Override PartName="/ppt/slides/slide23.xml" ContentType="application/vnd.openxmlformats-officedocument.presentationml.slide+xml"/>
  <Override PartName="/ppt/notesSlides/notesSlide24.xml" ContentType="application/vnd.openxmlformats-officedocument.presentationml.notesSlide+xml"/>
  <Override PartName="/ppt/slides/slide24.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8" r:id="rId4"/>
    <p:sldId id="261" r:id="rId7"/>
    <p:sldId id="272" r:id="rId18"/>
    <p:sldId id="260" r:id="rId6"/>
    <p:sldId id="267" r:id="rId13"/>
    <p:sldId id="268" r:id="rId14"/>
    <p:sldId id="271" r:id="rId17"/>
    <p:sldId id="266" r:id="rId12"/>
    <p:sldId id="262" r:id="rId8"/>
    <p:sldId id="265" r:id="rId11"/>
    <p:sldId id="270" r:id="rId16"/>
    <p:sldId id="257" r:id="rId3"/>
    <p:sldId id="274" r:id="rId25"/>
    <p:sldId id="275" r:id="rId26"/>
    <p:sldId id="276" r:id="rId27"/>
    <p:sldId id="277" r:id="rId28"/>
    <p:sldId id="278" r:id="rId29"/>
    <p:sldId id="279" r:id="rId30"/>
    <p:sldId id="259" r:id="rId5"/>
  </p:sld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Series 1</c:v>
                </c:pt>
              </c:strCache>
            </c:strRef>
          </c:tx>
          <c:spPr>
            <a:solidFill>
              <a:srgbClr val="FFFFFF"/>
            </a:solidFill>
            <a:ln w="25400" cap="flat">
              <a:solidFill>
                <a:srgbClr val="FFFFFF"/>
              </a:solidFill>
              <a:prstDash val="solid"/>
              <a:round/>
            </a:ln>
            <a:effectLst/>
          </c:spPr>
          <c:marker>
            <c:symbol val="none"/>
            <c:size val="6"/>
            <c:spPr>
              <a:solidFill>
                <a:srgbClr val="FFFFFF"/>
              </a:solidFill>
              <a:ln w="9525" cap="flat">
                <a:solidFill>
                  <a:srgbClr val="FFFFFF"/>
                </a:solidFill>
                <a:prstDash val="solid"/>
                <a:round/>
              </a:ln>
              <a:effectLst/>
            </c:spPr>
          </c:marker>
          <c:xVal>
            <c:numRef>
              <c:f>Sheet1!$A$2:$A$13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xVal>
          <c:yVal>
            <c:numRef>
              <c:f>Sheet1!$B$2:$B$13</c:f>
              <c:numCache>
                <c:formatCode>General</c:formatCode>
                <c:ptCount val="12"/>
                <c:pt idx="0">
                  <c:v>2</c:v>
                </c:pt>
                <c:pt idx="1">
                  <c:v>1</c:v>
                </c:pt>
                <c:pt idx="2">
                  <c:v>3</c:v>
                </c:pt>
                <c:pt idx="3">
                  <c:v>3</c:v>
                </c:pt>
                <c:pt idx="4">
                  <c:v>2.4</c:v>
                </c:pt>
                <c:pt idx="5">
                  <c:v>4.4</c:v>
                </c:pt>
                <c:pt idx="6">
                  <c:v>1.8</c:v>
                </c:pt>
                <c:pt idx="7">
                  <c:v>2.3</c:v>
                </c:pt>
                <c:pt idx="8">
                  <c:v>2</c:v>
                </c:pt>
                <c:pt idx="9">
                  <c:v>5</c:v>
                </c:pt>
                <c:pt idx="10">
                  <c:v>6</c:v>
                </c:pt>
                <c:pt idx="11">
                  <c:v>5.6</c:v>
                </c:pt>
              </c:numCache>
            </c:numRef>
          </c:yVal>
          <c:smooth val="1"/>
        </c:ser>
        <c:ser>
          <c:idx val="1"/>
          <c:order val="1"/>
          <c:tx>
            <c:strRef>
              <c:f>Sheet1!$C$1</c:f>
              <c:strCache>
                <c:ptCount val="1"/>
                <c:pt idx="0">
                  <c:v>Series 2</c:v>
                </c:pt>
              </c:strCache>
            </c:strRef>
          </c:tx>
          <c:spPr>
            <a:solidFill>
              <a:srgbClr val="ADACAC"/>
            </a:solidFill>
            <a:ln w="25400" cap="flat">
              <a:solidFill>
                <a:srgbClr val="ADACAC"/>
              </a:solidFill>
              <a:prstDash val="solid"/>
              <a:round/>
            </a:ln>
            <a:effectLst/>
          </c:spPr>
          <c:marker>
            <c:symbol val="none"/>
            <c:size val="6"/>
            <c:spPr>
              <a:solidFill>
                <a:srgbClr val="ADACAC"/>
              </a:solidFill>
              <a:ln w="9525" cap="flat">
                <a:solidFill>
                  <a:srgbClr val="ADACAC"/>
                </a:solidFill>
                <a:prstDash val="solid"/>
                <a:round/>
              </a:ln>
              <a:effectLst/>
            </c:spPr>
          </c:marker>
          <c:xVal>
            <c:numRef>
              <c:f>Sheet1!$A$2:$A$13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xVal>
          <c:yVal>
            <c:numRef>
              <c:f>Sheet1!$C$2:$C$13</c:f>
              <c:numCache>
                <c:formatCode>General</c:formatCode>
                <c:ptCount val="12"/>
                <c:pt idx="0">
                  <c:v>2.5</c:v>
                </c:pt>
                <c:pt idx="1">
                  <c:v>3</c:v>
                </c:pt>
                <c:pt idx="2">
                  <c:v>3</c:v>
                </c:pt>
                <c:pt idx="3">
                  <c:v>2</c:v>
                </c:pt>
                <c:pt idx="4">
                  <c:v>3</c:v>
                </c:pt>
                <c:pt idx="5">
                  <c:v>3</c:v>
                </c:pt>
                <c:pt idx="6">
                  <c:v>4</c:v>
                </c:pt>
                <c:pt idx="7">
                  <c:v>4.5</c:v>
                </c:pt>
                <c:pt idx="8">
                  <c:v>3</c:v>
                </c:pt>
                <c:pt idx="9">
                  <c:v>4</c:v>
                </c:pt>
                <c:pt idx="10">
                  <c:v>5</c:v>
                </c:pt>
                <c:pt idx="11">
                  <c:v>6</c:v>
                </c:pt>
              </c:numCache>
            </c:numRef>
          </c:yVal>
          <c:smooth val="1"/>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2"/>
          <c:min val="0"/>
        </c:scaling>
        <c:delete val="0"/>
        <c:axPos val="b"/>
        <c:numFmt formatCode="General" sourceLinked="1"/>
        <c:majorTickMark val="none"/>
        <c:minorTickMark val="none"/>
        <c:tickLblPos val="nextTo"/>
        <c:spPr>
          <a:ln w="12700" cap="flat">
            <a:solidFill>
              <a:srgbClr val="2E5A57"/>
            </a:solidFill>
            <a:prstDash val="solid"/>
            <a:round/>
          </a:ln>
        </c:spPr>
        <c:txPr>
          <a:bodyPr/>
          <a:lstStyle/>
          <a:p>
            <a:pPr>
              <a:defRPr sz="1000" b="0" i="0" u="none" strike="noStrike">
                <a:solidFill>
                  <a:srgbClr val="FFFFFF"/>
                </a:solidFill>
                <a:latin typeface="Manrope"/>
              </a:defRPr>
            </a:pPr>
            <a:endParaRPr lang="en-US"/>
          </a:p>
        </c:txPr>
        <c:crossAx val="2094734552"/>
        <c:crosses val="autoZero"/>
        <c:auto val="1"/>
        <c:lblAlgn val="ctr"/>
        <c:noMultiLvlLbl val="1"/>
      </c:valAx>
      <c:valAx>
        <c:axId val="2094734552"/>
        <c:scaling>
          <c:orientation val="minMax"/>
          <c:max val="7"/>
          <c:min val="0"/>
        </c:scaling>
        <c:delete val="0"/>
        <c:axPos val="l"/>
        <c:majorGridlines>
          <c:spPr>
            <a:ln w="6350" cap="flat">
              <a:solidFill>
                <a:srgbClr val="2E5A57"/>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1000" b="0" i="0" u="none" strike="noStrike">
                <a:solidFill>
                  <a:srgbClr val="FFFFFF"/>
                </a:solidFill>
                <a:latin typeface="Manrope"/>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the learning path from AI basics to building agentic AI: an optional Stage 0 for people who have never programmed, then 10 cumulative stages from math and ML foundations through LLMs, RAG, tools, agent architectures, frameworks, evaluation and safety, to deployment.</a:t>
            </a:r>
          </a:p>
          <a:p>
            <a:r>
              <a:rPr lang="en-US" dirty="0"/>
              <a:t>All facts come from the study notes (/workspace/agentic-ai-notes.md), which merge Lucy's research file and her research addendum (all links checked 16 Oct 2026). Where the two disagreed, the addendum wins.</a:t>
            </a:r>
          </a:p>
          <a:p>
            <a:r>
              <a:rPr lang="en-US" dirty="0"/>
              <a:t>The dot strip is a motif for the 11 steps (Stage 0 dashed because it is optional).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the Model Context Protocol, is a free open standard, described as "Like a USB-C port for AI applications." The research says to learn it because MCP is how tools are increasingly plugged into agents.</a:t>
            </a:r>
          </a:p>
          <a:p>
            <a:r>
              <a:rPr lang="en-US" dirty="0"/>
              <a:t>Roles (MCP architecture overview): the host is the AI application, such as Claude Desktop or VS Code; it "coordinates and manages one or multiple MCP clients" and creates one client per server. An MCP client "maintains a connection to an MCP server and obtains context from an MCP server for the MCP host to use." An MCP server is "a program that provides context to MCP clients." Transports: local servers use STDIO; remote servers use Streamable HTTP.</a:t>
            </a:r>
          </a:p>
          <a:p>
            <a:r>
              <a:rPr lang="en-US" dirty="0"/>
              <a:t>The OpenAI Agents SDK supports MCP tool calling, and AutoGen's extensions include an MCP workbench.</a:t>
            </a:r>
          </a:p>
          <a:p>
            <a:r>
              <a:rPr lang="en-US" dirty="0"/>
              <a:t>Project: build an MCP server that exposes your own tools (e.g. notes or a database) and connect it to an MCP-capable client. The free Hugging Face MCP Course lets you "Study Model Context Protocol in theory, design, and practice" and earn a certificate of completion.</a:t>
            </a:r>
          </a:p>
          <a:p>
            <a:r>
              <a:rPr lang="en-US" dirty="0"/>
              <a:t>Sources: https://modelcontextprotocol.io/ ; https://huggingface.co/learn/mcp-course ; https://openai.github.io/openai-agents-python/ ; https://microsoft.github.io/autogen/stable/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path is cumulative: each stage builds on the one before. Stage 0 (dashed) is optional and only for people who have never programmed. Skip it if you can already write a short program that loops over a list, uses if/else, defines functions and reads a file (the addendum's prerequisite check, editorial).</a:t>
            </a:r>
          </a:p>
          <a:p>
            <a:r>
              <a:rPr lang="en-US" dirty="0"/>
              <a:t>In practice Stages 4–10 overlap heavily, so start building small agents early instead of waiting for "mastery" of the earlier stages.</a:t>
            </a:r>
          </a:p>
          <a:p>
            <a:r>
              <a:rPr lang="en-US" dirty="0"/>
              <a:t>Sources: study notes, Overview table and ground rules (/workspace/agentic-ai-notes.md); research addendum, Gap 2, new Stage 0 (/workspace/agentic-ai-research-addendum.md).</a:t>
            </a:r>
          </a:p>
          <a:p>
            <a:r>
              <a:rPr lang="en-US" dirty="0"/>
              <a:t>Stage 0 resources: https://wiki.python.org/moin/BeginnersGuide/NonProgrammers ; https://cs50.harvard.edu/python/ ; https://automatetheboringstuff.com/ ; https://www.kaggle.com/learn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79 sources (1–42 from the original research, 43–79 added by the research addendum). Both files say every link was checked on 16 Oct 2026.</a:t>
            </a:r>
          </a:p>
          <a:p>
            <a:r>
              <a:rPr lang="en-US" dirty="0"/>
              <a:t>1. 3Blue1Brown – Linear Algebra: https://www.3blue1brown.com/?topic=linear-algebra</a:t>
            </a:r>
          </a:p>
          <a:p>
            <a:r>
              <a:rPr lang="en-US" dirty="0"/>
              <a:t>2. 3Blue1Brown – Neural Networks: https://www.3blue1brown.com/?topic=neural-networks</a:t>
            </a:r>
          </a:p>
          <a:p>
            <a:r>
              <a:rPr lang="en-US" dirty="0"/>
              <a:t>3. Python Tutorial (official): https://docs.python.org/3/tutorial/</a:t>
            </a:r>
          </a:p>
          <a:p>
            <a:r>
              <a:rPr lang="en-US" dirty="0"/>
              <a:t>4. Kaggle Learn: https://www.kaggle.com/learn</a:t>
            </a:r>
          </a:p>
          <a:p>
            <a:r>
              <a:rPr lang="en-US" dirty="0"/>
              <a:t>5. Coursera – Mathematics for ML and Data Science Specialization: https://www.coursera.org/specializations/mathematics-for-machine-learning-and-data-science</a:t>
            </a:r>
          </a:p>
          <a:p>
            <a:r>
              <a:rPr lang="en-US" dirty="0"/>
              <a:t>6. Coursera – Machine Learning Specialization: https://www.coursera.org/specializations/machine-learning-introduction</a:t>
            </a:r>
          </a:p>
          <a:p>
            <a:r>
              <a:rPr lang="en-US" dirty="0"/>
              <a:t>7. Goodfellow, Bengio, Courville – Deep Learning: https://www.deeplearningbook.org/</a:t>
            </a:r>
          </a:p>
          <a:p>
            <a:r>
              <a:rPr lang="en-US" dirty="0"/>
              <a:t>8. fast.ai – Practical Deep Learning for Coders: https://course.fast.ai/</a:t>
            </a:r>
          </a:p>
          <a:p>
            <a:r>
              <a:rPr lang="en-US" dirty="0"/>
              <a:t>9. Karpathy – Neural Networks: Zero to Hero: https://karpathy.ai/zero-to-hero.html</a:t>
            </a:r>
          </a:p>
          <a:p>
            <a:r>
              <a:rPr lang="en-US" dirty="0"/>
              <a:t>10. Dive into Deep Learning: https://d2l.ai/</a:t>
            </a:r>
          </a:p>
          <a:p>
            <a:r>
              <a:rPr lang="en-US" dirty="0"/>
              <a:t>11. Vaswani et al. – Attention Is All You Need: https://arxiv.org/abs/1706.03762</a:t>
            </a:r>
          </a:p>
          <a:p>
            <a:r>
              <a:rPr lang="en-US" dirty="0"/>
              <a:t>12. Jay Alammar – The Illustrated Transformer: https://jalammar.github.io/illustrated-transformer/</a:t>
            </a:r>
          </a:p>
          <a:p>
            <a:r>
              <a:rPr lang="en-US" dirty="0"/>
              <a:t>13. Hugging Face LLM Course: https://huggingface.co/learn/llm-course</a:t>
            </a:r>
          </a:p>
          <a:p>
            <a:r>
              <a:rPr lang="en-US" dirty="0"/>
              <a:t>14. Stanford CS224N: https://web.stanford.edu/class/cs224n/</a:t>
            </a:r>
          </a:p>
          <a:p>
            <a:r>
              <a:rPr lang="en-US" dirty="0"/>
              <a:t>15. Chip Huyen – AI Engineering (O'Reilly, 2024): https://www.oreilly.com/library/view/ai-engineering/9781098166298/</a:t>
            </a:r>
          </a:p>
          <a:p>
            <a:r>
              <a:rPr lang="en-US" dirty="0"/>
              <a:t>16. DAIR.AI Prompt Engineering Guide: https://www.promptingguide.ai/</a:t>
            </a:r>
          </a:p>
          <a:p>
            <a:r>
              <a:rPr lang="en-US" dirty="0"/>
              <a:t>17. Anthropic – Prompt engineering overview: https://platform.claude.com/docs/en/build-with-claude/prompt-engineering/overview</a:t>
            </a:r>
          </a:p>
          <a:p>
            <a:r>
              <a:rPr lang="en-US" dirty="0"/>
              <a:t>18. Anthropic courses (GitHub): https://github.com/anthropics/courses</a:t>
            </a:r>
          </a:p>
          <a:p>
            <a:r>
              <a:rPr lang="en-US" dirty="0"/>
              <a:t>19. Lewis et al. – Retrieval-Augmented Generation: https://arxiv.org/abs/2005.11401</a:t>
            </a:r>
          </a:p>
          <a:p>
            <a:r>
              <a:rPr lang="en-US" dirty="0"/>
              <a:t>20. Sentence Transformers: https://www.sbert.net/</a:t>
            </a:r>
          </a:p>
          <a:p>
            <a:r>
              <a:rPr lang="en-US" dirty="0"/>
              <a:t>21. LlamaIndex framework docs: https://developers.llamaindex.ai/python/framework/</a:t>
            </a:r>
          </a:p>
          <a:p>
            <a:r>
              <a:rPr lang="en-US" dirty="0"/>
              <a:t>22. Ragas: https://docs.ragas.io/en/stable/</a:t>
            </a:r>
          </a:p>
          <a:p>
            <a:r>
              <a:rPr lang="en-US" dirty="0"/>
              <a:t>23. OpenAI – Function calling guide: https://developers.openai.com/api/docs/guides/function-calling</a:t>
            </a:r>
          </a:p>
          <a:p>
            <a:r>
              <a:rPr lang="en-US" dirty="0"/>
              <a:t>24. Anthropic – Writing effective tools for AI agents: https://www.anthropic.com/engineering/writing-tools-for-agents</a:t>
            </a:r>
          </a:p>
          <a:p>
            <a:r>
              <a:rPr lang="en-US" dirty="0"/>
              <a:t>25. Anthropic – Building effective agents: https://www.anthropic.com/engineering/building-effective-agents</a:t>
            </a:r>
          </a:p>
          <a:p>
            <a:r>
              <a:rPr lang="en-US" dirty="0"/>
              <a:t>26. Lilian Weng – LLM Powered Autonomous Agents: https://lilianweng.github.io/posts/2023-06-23-agent/</a:t>
            </a:r>
          </a:p>
          <a:p>
            <a:r>
              <a:rPr lang="en-US" dirty="0"/>
              <a:t>27. Yao et al. – ReAct: https://arxiv.org/abs/2210.03629</a:t>
            </a:r>
          </a:p>
          <a:p>
            <a:r>
              <a:rPr lang="en-US" dirty="0"/>
              <a:t>28. Hugging Face AI Agents Course: https://huggingface.co/learn/agents-course</a:t>
            </a:r>
          </a:p>
          <a:p>
            <a:r>
              <a:rPr lang="en-US" dirty="0"/>
              <a:t>29. LangGraph overview: https://docs.langchain.com/oss/python/langgraph/overview</a:t>
            </a:r>
          </a:p>
          <a:p>
            <a:r>
              <a:rPr lang="en-US" dirty="0"/>
              <a:t>30. DeepLearning.AI – AI Agents in LangGraph: https://www.deeplearning.ai/courses/ai-agents-in-langgraph</a:t>
            </a:r>
          </a:p>
          <a:p>
            <a:r>
              <a:rPr lang="en-US" dirty="0"/>
              <a:t>31. AutoGen: https://microsoft.github.io/autogen/stable/</a:t>
            </a:r>
          </a:p>
          <a:p>
            <a:r>
              <a:rPr lang="en-US" dirty="0"/>
              <a:t>32. CrewAI docs: https://docs.crewai.com/</a:t>
            </a:r>
          </a:p>
          <a:p>
            <a:r>
              <a:rPr lang="en-US" dirty="0"/>
              <a:t>33. DeepLearning.AI – Multi AI Agent Systems with crewAI: https://www.deeplearning.ai/courses/multi-ai-agent-systems-with-crewai</a:t>
            </a:r>
          </a:p>
          <a:p>
            <a:r>
              <a:rPr lang="en-US" dirty="0"/>
              <a:t>34. OpenAI Agents SDK: https://openai.github.io/openai-agents-python/</a:t>
            </a:r>
          </a:p>
          <a:p>
            <a:r>
              <a:rPr lang="en-US" dirty="0"/>
              <a:t>35. Model Context Protocol: https://modelcontextprotocol.io/</a:t>
            </a:r>
          </a:p>
          <a:p>
            <a:r>
              <a:rPr lang="en-US" dirty="0"/>
              <a:t>36. Hugging Face MCP Course: https://huggingface.co/learn/mcp-course</a:t>
            </a:r>
          </a:p>
          <a:p>
            <a:r>
              <a:rPr lang="en-US" dirty="0"/>
              <a:t>37. DeepLearning.AI short courses: https://www.deeplearning.ai/courses</a:t>
            </a:r>
          </a:p>
          <a:p>
            <a:r>
              <a:rPr lang="en-US" dirty="0"/>
              <a:t>38. OWASP Top 10 for LLM &amp; GenAI (2025): https://genai.owasp.org/llm-top-10/</a:t>
            </a:r>
          </a:p>
          <a:p>
            <a:r>
              <a:rPr lang="en-US" dirty="0"/>
              <a:t>39. Inspect (UK AISI): https://inspect.aisi.org.uk/</a:t>
            </a:r>
          </a:p>
          <a:p>
            <a:r>
              <a:rPr lang="en-US" dirty="0"/>
              <a:t>40. Langfuse docs: https://langfuse.com/docs</a:t>
            </a:r>
          </a:p>
          <a:p>
            <a:r>
              <a:rPr lang="en-US" dirty="0"/>
              <a:t>41. FastAPI: https://fastapi.tiangolo.com/</a:t>
            </a:r>
          </a:p>
          <a:p>
            <a:r>
              <a:rPr lang="en-US" dirty="0"/>
              <a:t>42. Docker – Get started: https://docs.docker.com/get-started/</a:t>
            </a:r>
          </a:p>
          <a:p>
            <a:r>
              <a:rPr lang="en-US" dirty="0"/>
              <a:t>43. Python wiki – BeginnersGuide/NonProgrammers: https://wiki.python.org/moin/BeginnersGuide/NonProgrammers</a:t>
            </a:r>
          </a:p>
          <a:p>
            <a:r>
              <a:rPr lang="en-US" dirty="0"/>
              <a:t>44. CS50's Introduction to Programming with Python: https://cs50.harvard.edu/python/</a:t>
            </a:r>
          </a:p>
          <a:p>
            <a:r>
              <a:rPr lang="en-US" dirty="0"/>
              <a:t>45. Automate the Boring Stuff with Python: https://automatetheboringstuff.com/</a:t>
            </a:r>
          </a:p>
          <a:p>
            <a:r>
              <a:rPr lang="en-US" dirty="0"/>
              <a:t>46. Wikipedia – PCA: https://en.wikipedia.org/wiki/Principal_component_analysis</a:t>
            </a:r>
          </a:p>
          <a:p>
            <a:r>
              <a:rPr lang="en-US" dirty="0"/>
              <a:t>47. Wikipedia – MLE: https://en.wikipedia.org/wiki/Maximum_likelihood_estimation</a:t>
            </a:r>
          </a:p>
          <a:p>
            <a:r>
              <a:rPr lang="en-US" dirty="0"/>
              <a:t>48. Wikipedia – MAP: https://en.wikipedia.org/wiki/Maximum_a_posteriori_estimation</a:t>
            </a:r>
          </a:p>
          <a:p>
            <a:r>
              <a:rPr lang="en-US" dirty="0"/>
              <a:t>49. Wikipedia – MLP: https://en.wikipedia.org/wiki/Multilayer_perceptron</a:t>
            </a:r>
          </a:p>
          <a:p>
            <a:r>
              <a:rPr lang="en-US" dirty="0"/>
              <a:t>50. Wikipedia – SGD: https://en.wikipedia.org/wiki/Stochastic_gradient_descent</a:t>
            </a:r>
          </a:p>
          <a:p>
            <a:r>
              <a:rPr lang="en-US" dirty="0"/>
              <a:t>51. Wikipedia – CNN: https://en.wikipedia.org/wiki/Convolutional_neural_network</a:t>
            </a:r>
          </a:p>
          <a:p>
            <a:r>
              <a:rPr lang="en-US" dirty="0"/>
              <a:t>52. Wikipedia – RNN: https://en.wikipedia.org/wiki/Recurrent_neural_network</a:t>
            </a:r>
          </a:p>
          <a:p>
            <a:r>
              <a:rPr lang="en-US" dirty="0"/>
              <a:t>53. Wikipedia – Early stopping: https://en.wikipedia.org/wiki/Early_stopping</a:t>
            </a:r>
          </a:p>
          <a:p>
            <a:r>
              <a:rPr lang="en-US" dirty="0"/>
              <a:t>54. Wikipedia – Okapi BM25: https://en.wikipedia.org/wiki/Okapi_BM25</a:t>
            </a:r>
          </a:p>
          <a:p>
            <a:r>
              <a:rPr lang="en-US" dirty="0"/>
              <a:t>55. Wikipedia – Nearest neighbor search: https://en.wikipedia.org/wiki/Nearest_neighbor_search</a:t>
            </a:r>
          </a:p>
          <a:p>
            <a:r>
              <a:rPr lang="en-US" dirty="0"/>
              <a:t>56. Wikipedia – HNSW: https://en.wikipedia.org/wiki/Hierarchical_navigable_small_world</a:t>
            </a:r>
          </a:p>
          <a:p>
            <a:r>
              <a:rPr lang="en-US" dirty="0"/>
              <a:t>57. Wikipedia – Red team: https://en.wikipedia.org/wiki/Red_team</a:t>
            </a:r>
          </a:p>
          <a:p>
            <a:r>
              <a:rPr lang="en-US" dirty="0"/>
              <a:t>58. Wikipedia – Precision and recall: https://en.wikipedia.org/wiki/Precision_and_recall</a:t>
            </a:r>
          </a:p>
          <a:p>
            <a:r>
              <a:rPr lang="en-US" dirty="0"/>
              <a:t>59. Wikipedia – Fine-tuning (deep learning): https://en.wikipedia.org/wiki/Fine-tuning_(deep_learning)</a:t>
            </a:r>
          </a:p>
          <a:p>
            <a:r>
              <a:rPr lang="en-US" dirty="0"/>
              <a:t>60. Wikipedia – Message queue: https://en.wikipedia.org/wiki/Message_queue</a:t>
            </a:r>
          </a:p>
          <a:p>
            <a:r>
              <a:rPr lang="en-US" dirty="0"/>
              <a:t>61. Wikipedia – Cache (computing): https://en.wikipedia.org/wiki/Cache_(computing)</a:t>
            </a:r>
          </a:p>
          <a:p>
            <a:r>
              <a:rPr lang="en-US" dirty="0"/>
              <a:t>62. Hu et al. – LoRA: https://arxiv.org/abs/2106.09685</a:t>
            </a:r>
          </a:p>
          <a:p>
            <a:r>
              <a:rPr lang="en-US" dirty="0"/>
              <a:t>63. Yao et al. – Tree of Thoughts: https://arxiv.org/abs/2305.10601</a:t>
            </a:r>
          </a:p>
          <a:p>
            <a:r>
              <a:rPr lang="en-US" dirty="0"/>
              <a:t>64. Shinn et al. – Reflexion: https://arxiv.org/abs/2303.11366</a:t>
            </a:r>
          </a:p>
          <a:p>
            <a:r>
              <a:rPr lang="en-US" dirty="0"/>
              <a:t>65. Park et al. – Generative Agents: https://arxiv.org/abs/2304.03442</a:t>
            </a:r>
          </a:p>
          <a:p>
            <a:r>
              <a:rPr lang="en-US" dirty="0"/>
              <a:t>66. Schick et al. – Toolformer: https://arxiv.org/abs/2302.04761</a:t>
            </a:r>
          </a:p>
          <a:p>
            <a:r>
              <a:rPr lang="en-US" dirty="0"/>
              <a:t>67. Li et al. – API-Bank: https://arxiv.org/abs/2304.08244</a:t>
            </a:r>
          </a:p>
          <a:p>
            <a:r>
              <a:rPr lang="en-US" dirty="0"/>
              <a:t>68. Bran et al. – ChemCrow: https://arxiv.org/abs/2304.05376</a:t>
            </a:r>
          </a:p>
          <a:p>
            <a:r>
              <a:rPr lang="en-US" dirty="0"/>
              <a:t>69. Jimenez et al. – SWE-bench: https://arxiv.org/abs/2310.06770</a:t>
            </a:r>
          </a:p>
          <a:p>
            <a:r>
              <a:rPr lang="en-US" dirty="0"/>
              <a:t>70. karpathy/micrograd: https://github.com/karpathy/micrograd</a:t>
            </a:r>
          </a:p>
          <a:p>
            <a:r>
              <a:rPr lang="en-US" dirty="0"/>
              <a:t>71. Gradio Quickstart: https://www.gradio.app/guides/quickstart</a:t>
            </a:r>
          </a:p>
          <a:p>
            <a:r>
              <a:rPr lang="en-US" dirty="0"/>
              <a:t>72. Pydantic docs: https://pydantic.dev/docs/validation/latest/get-started/</a:t>
            </a:r>
          </a:p>
          <a:p>
            <a:r>
              <a:rPr lang="en-US" dirty="0"/>
              <a:t>73. Hugging Face PEFT docs: https://huggingface.co/docs/peft/index</a:t>
            </a:r>
          </a:p>
          <a:p>
            <a:r>
              <a:rPr lang="en-US" dirty="0"/>
              <a:t>74. JSON Schema: https://json-schema.org/</a:t>
            </a:r>
          </a:p>
          <a:p>
            <a:r>
              <a:rPr lang="en-US" dirty="0"/>
              <a:t>75. MCP architecture overview: https://modelcontextprotocol.io/docs/learn/architecture</a:t>
            </a:r>
          </a:p>
          <a:p>
            <a:r>
              <a:rPr lang="en-US" dirty="0"/>
              <a:t>76. OWASP LLM01:2025 Prompt Injection: https://genai.owasp.org/llmrisk/llm01-prompt-injection/</a:t>
            </a:r>
          </a:p>
          <a:p>
            <a:r>
              <a:rPr lang="en-US" dirty="0"/>
              <a:t>77. OpenAI Agents SDK LICENSE (MIT): https://raw.githubusercontent.com/openai/openai-agents-python/main/LICENSE</a:t>
            </a:r>
          </a:p>
          <a:p>
            <a:r>
              <a:rPr lang="en-US" dirty="0"/>
              <a:t>78. OpenAI API pricing: https://developers.openai.com/api/docs/pricing</a:t>
            </a:r>
          </a:p>
          <a:p>
            <a:r>
              <a:rPr lang="en-US" dirty="0"/>
              <a:t>79. HF Agents Course – Bonus Unit 2: https://huggingface.co/learn/agents-course/bonus-unit2/introduction</a:t>
            </a:r>
          </a:p>
          <a:p>
            <a:r>
              <a:rPr lang="en-US" dirty="0"/>
              <a:t>Removed during checking: O'Reilly "Hands-On Machine Learning" (403) and Coursera Deep Learning Specialization (content not confirmed). The ALFWorld and WebShop papers remain uncited.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LLMs are deep neural networks. Once you understand training, loss and backpropagation, you can reason about fine-tuning, embeddings, tokenization quirks and model behaviour.</a:t>
            </a:r>
          </a:p>
          <a:p>
            <a:r>
              <a:rPr lang="en-US" dirty="0"/>
              <a:t>Building blocks: neurons and MLPs, activation functions, PyTorch tensors and training loops. Training: backpropagation, cross-entropy loss, SGD/Adam, regularization (weight decay, dropout). Representations: embeddings and transfer learning. CNNs and RNNs are studied "for context" (editorial: background for why transformers replaced earlier designs; you don't need to master them).</a:t>
            </a:r>
          </a:p>
          <a:p>
            <a:r>
              <a:rPr lang="en-US" dirty="0"/>
              <a:t>fast.ai: 9 lessons, using PyTorch, fastai, Hugging Face Transformers and Gradio. The site's only prerequisite: "you know how to code", "preferably in Python", and "you have at least followed a high school math course." Karpathy's Zero to Hero builds backprop (micrograd) and then language models up to GPT, from scratch.</a:t>
            </a:r>
          </a:p>
          <a:p>
            <a:r>
              <a:rPr lang="en-US" dirty="0"/>
              <a:t>Projects: build micrograd and train a tiny MLP; fine-tune a pretrained classifier and deploy it as a Gradio demo; write a PyTorch training loop with a validation split and early stopping.</a:t>
            </a:r>
          </a:p>
          <a:p>
            <a:r>
              <a:rPr lang="en-US" dirty="0"/>
              <a:t>Sources: https://course.fast.ai/ ; https://karpathy.ai/zero-to-hero.html ; https://github.com/karpathy/micrograd ; https://www.3blue1brown.com/?topic=neural-networks ; https://d2l.ai/ ; https://www.deeplearningbook.org/ ; https://en.wikipedia.org/wiki/Multilayer_perceptron ; https://en.wikipedia.org/wiki/Stochastic_gradient_descent ; study notes Stage 2.</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0 is new. The addendum added it because the original path had no on-ramp for people who have never programmed.</a:t>
            </a:r>
          </a:p>
          <a:p>
            <a:r>
              <a:rPr lang="en-US" dirty="0"/>
              <a:t>Skip test (editorial): skip Stage 0 if you can already write a short program that loops over a list, uses if/else, defines functions and reads a file.</a:t>
            </a:r>
          </a:p>
          <a:p>
            <a:r>
              <a:rPr lang="en-US" dirty="0"/>
              <a:t>Why: Stage 1's main Python resource, the official Python Tutorial, is written for people who already program. The Python wiki: "If you've never programmed before, the tutorials on this page are recommended for you; they don't assume that you have previous experience."</a:t>
            </a:r>
          </a:p>
          <a:p>
            <a:r>
              <a:rPr lang="en-US" dirty="0"/>
              <a:t>Order (editorial): CS50P for structured lessons and problem sets, then Automate the Boring Stuff for practical projects, then the Kaggle Python and pandas courses, then the Python Tutorial as a reference. CS50P covers functions, variables, conditionals, loops, exceptions, debugging, unit tests, libraries, regular expressions, classes and file I/O. "No software required except for a web browser." It is free as OpenCourseWare, with a paid verified certificate. Automate the Boring Stuff has a paid print copy.</a:t>
            </a:r>
          </a:p>
          <a:p>
            <a:r>
              <a:rPr lang="en-US" dirty="0"/>
              <a:t>Projects (editorial): a file-renaming script, a CSV summary tool, a tiny text-adventure game.</a:t>
            </a:r>
          </a:p>
          <a:p>
            <a:r>
              <a:rPr lang="en-US" dirty="0"/>
              <a:t>Sources: https://wiki.python.org/moin/BeginnersGuide/NonProgrammers ; https://cs50.harvard.edu/python/ ; https://automatetheboringstuff.com/ ; https://www.kaggle.com/learn ; https://docs.python.org/3/tutorial/ ; research addendum Gap 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decides an agent's reliability, cost and latency.</a:t>
            </a:r>
          </a:p>
          <a:p>
            <a:r>
              <a:rPr lang="en-US" dirty="0"/>
              <a:t>Anthropic's distinction: workflows are "systems where LLMs and tools are orchestrated through predefined code paths"; agents are "systems where LLMs dynamically direct their own processes and tool usage." The guiding principle: "finding the simplest solution possible, and only increasing complexity when needed."</a:t>
            </a:r>
          </a:p>
          <a:p>
            <a:r>
              <a:rPr lang="en-US" dirty="0"/>
              <a:t>The five workflow patterns: prompt chaining (each call processes the previous output, with optional programmatic gates); routing (classify the input, send it to a specialized follow-up); parallelization (sectioning into independent subtasks, or voting by running the same task several times); orchestrator–workers (a central LLM breaks down tasks dynamically, delegates them and synthesizes the results); evaluator–optimizer (one LLM generates, another evaluates and gives feedback, in a loop).</a:t>
            </a:r>
          </a:p>
          <a:p>
            <a:r>
              <a:rPr lang="en-US" dirty="0"/>
              <a:t>Project: implement all five patterns from the Anthropic post as small scripts. The post (Dec 2024) itself notes that parts of the tooling landscape have changed since publication.</a:t>
            </a:r>
          </a:p>
          <a:p>
            <a:r>
              <a:rPr lang="en-US" dirty="0"/>
              <a:t>Sources: https://www.anthropic.com/engineering/building-effective-agents ; https://huggingface.co/learn/agents-course ; https://www.oreilly.com/library/view/ai-engineering/9781098166298/</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the "reasoning + acting" paradigm, interleaves thought, action and observation. The ReAct paper (Yao et al., arXiv 2210.03629, Oct 2022; Weng cites it as ICLR 2023) reports absolute success-rate gains of 34 percentage points on ALFWorld and 10 percentage points on WebShop over imitation/RL baselines. The arcs are drawn as 34% and 10% of a full ring; each label sits at the end of its arc (outer arc: ALFWorld, inner arc: WebShop).</a:t>
            </a:r>
          </a:p>
          <a:p>
            <a:r>
              <a:rPr lang="en-US" dirty="0"/>
              <a:t>ALFWorld: "a synthetic text-based game designed to align with the embodied ALFRED benchmark," 6 task types in a simulated household; baseline BUTLER, "an imitation learning agent trained on 10^5 expert trajectories." WebShop: "an online shopping website environment with 1.18M real-world products and 12k human instructions"; baselines IL (1,012 human trajectories) and IL+RL. Gap: the original ALFWorld and WebShop papers were not checked; they are described only through the ReAct paper.</a:t>
            </a:r>
          </a:p>
          <a:p>
            <a:r>
              <a:rPr lang="en-US" dirty="0"/>
              <a:t>Memory: short-term memory is the context window; long-term memory is a vector store (built from the Stage 5 RAG components). Generative Agents (Park et al., 2023) score memories by recency, importance and relevance. Lilian Weng's three core challenges: finite context, long-horizon planning, and the reliability of natural-language interfaces.</a:t>
            </a:r>
          </a:p>
          <a:p>
            <a:r>
              <a:rPr lang="en-US" dirty="0"/>
              <a:t>Also in Stage 7: Tree of Thoughts, Reflexion, multi-agent handoffs, stopping conditions, human-in-the-loop checkpoints.</a:t>
            </a:r>
          </a:p>
          <a:p>
            <a:r>
              <a:rPr lang="en-US" dirty="0"/>
              <a:t>Sources: https://arxiv.org/abs/2210.03629 ; https://lilianweng.github.io/posts/2023-06-23-agent/ ; https://www.anthropic.com/engineering/building-effective-agents ; https://huggingface.co/learn/agents-course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let an LLM act, not just produce text. The loop: request, tool call, execute, return output, final answer. The model asks for a tool call, your application runs the tool and returns the output, and the model writes its final answer. OpenAI's guide describes this as a multi-step conversation between your app and the model, with a 5-step flow.</a:t>
            </a:r>
          </a:p>
          <a:p>
            <a:r>
              <a:rPr lang="en-US" dirty="0"/>
              <a:t>Best practice from OpenAI: aim for fewer than 20 functions available at once. The first project (editorial, from the notes) is a raw tool-calling loop with no framework and 3 tools (calculator, web search, file read), with retries and handling of malformed arguments.</a:t>
            </a:r>
          </a:p>
          <a:p>
            <a:r>
              <a:rPr lang="en-US" dirty="0"/>
              <a:t>Anthropic reports that while building its SWE-bench agent it spent more time optimizing tools than the overall prompt. Appendix 2 of "Building effective agents" covers agent-computer interface (ACI) design and poka-yoke (mistake-proof) tools.</a:t>
            </a:r>
          </a:p>
          <a:p>
            <a:r>
              <a:rPr lang="en-US" dirty="0"/>
              <a:t>Controls: tool_choice has four modes: auto (default, "Call zero, one, or multiple functions"), required ("Call one or more functions"), forced (exactly one function), and allowed_tools (a subset); "none" imitates passing no functions. Strict mode: "Setting strict to true will ensure function calls reliably adhere to the function schema, instead of being best effort" (requires additionalProperties: false and every field listed as required).</a:t>
            </a:r>
          </a:p>
          <a:p>
            <a:r>
              <a:rPr lang="en-US" dirty="0"/>
              <a:t>Sources: https://developers.openai.com/api/docs/guides/function-calling ; https://www.anthropic.com/engineering/building-effective-agents ; https://www.anthropic.com/engineering/writing-tools-for-agents ; https://json-schema.org/ ; https://lilianweng.github.io/posts/2023-06-23-agent/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calls the LLM the "brain" of every agent. Its strengths and limits shape every later design decision, especially context windows (how much it can take in at once), hallucination, and how reliably it produces structured output.</a:t>
            </a:r>
          </a:p>
          <a:p>
            <a:r>
              <a:rPr lang="en-US" dirty="0"/>
              <a:t>2017: Vaswani et al. published "Attention Is All You Need", the original Transformer paper. Key concepts: tokenization, embeddings, positional encoding; self-attention (Q/K/V) and multi-head attention; encoder vs decoder; next-token prediction and sampling; pretraining vs post-training; fine-tuning and PEFT/LoRA.</a:t>
            </a:r>
          </a:p>
          <a:p>
            <a:r>
              <a:rPr lang="en-US" dirty="0"/>
              <a:t>Q/K/V (The Illustrated Transformer): each word gets "a Query vector, a Key vector, and a Value vector… by multiplying the embedding by three matrices that we trained." Each score is the query–key dot product, divided by √d_k and passed through a softmax that weights the value vectors.</a:t>
            </a:r>
          </a:p>
          <a:p>
            <a:r>
              <a:rPr lang="en-US" dirty="0"/>
              <a:t>Note: the sources give no checked explanation of how temperature and top-p change output, so the slide leaves that out. The "hallucination" gloss on the slide is plain wording; the notes only name hallucination as a limit.</a:t>
            </a:r>
          </a:p>
          <a:p>
            <a:r>
              <a:rPr lang="en-US" dirty="0"/>
              <a:t>Hugging Face LLM Course: 12 chapters.</a:t>
            </a:r>
          </a:p>
          <a:p>
            <a:r>
              <a:rPr lang="en-US" dirty="0"/>
              <a:t>Sources: https://arxiv.org/abs/1706.03762 ; https://jalammar.github.io/illustrated-transformer/ ; https://huggingface.co/learn/llm-course ; https://karpathy.ai/zero-to-hero.html ; https://web.stanford.edu/class/cs224n/ ; https://www.oreilly.com/library/view/ai-engineering/9781098166298/ ; https://arxiv.org/abs/2106.09685 ; https://huggingface.co/docs/peft/index</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research's framing: prompts are code. In an agent, the system prompt and the tool descriptions are the program.</a:t>
            </a:r>
          </a:p>
          <a:p>
            <a:r>
              <a:rPr lang="en-US" dirty="0"/>
              <a:t>Measure first: Anthropic's prompt-engineering guide recommends defining success criteria, and a way to test against them, before you start prompt engineering. That is why "build evals before you optimize" is on the concept list.</a:t>
            </a:r>
          </a:p>
          <a:p>
            <a:r>
              <a:rPr lang="en-US" dirty="0"/>
              <a:t>Techniques: clear instructions, system vs user prompts, role prompting; zero-shot vs few-shot (in-context learning); chain-of-thought / "time to think"; structured output (XML or JSON); prompt chaining; prompt versioning; defensive prompting against injection.</a:t>
            </a:r>
          </a:p>
          <a:p>
            <a:r>
              <a:rPr lang="en-US" dirty="0"/>
              <a:t>Projects: a 20–50-case eval set for an extraction task, scored per prompt version; reliable JSON output validated with Pydantic; red-team your own prompt with injection attempts.</a:t>
            </a:r>
          </a:p>
          <a:p>
            <a:r>
              <a:rPr lang="en-US" dirty="0"/>
              <a:t>Sources: https://platform.claude.com/docs/en/build-with-claude/prompt-engineering/overview ; https://www.promptingguide.ai/ ; https://github.com/anthropics/courses ; https://www.oreilly.com/library/view/ai-engineering/9781098166298/ ; https://arxiv.org/abs/2210.03629 ; https://pydantic.dev/docs/validation/latest/get-started/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Frameworks speed up the plumbing. The research's advice: learn one framework deeply and survey the rest, and learn MCP.</a:t>
            </a:r>
          </a:p>
          <a:p>
            <a:r>
              <a:rPr lang="en-US" dirty="0"/>
              <a:t>LangGraph: "a low-level orchestration framework and runtime for building, managing, and deploying long-running, stateful agents," focused on "durable execution, streaming, human-in-the-loop." Its docs say it "is very low-level" and recommend LangChain's prebuilt agents if you are just getting started.</a:t>
            </a:r>
          </a:p>
          <a:p>
            <a:r>
              <a:rPr lang="en-US" dirty="0"/>
              <a:t>OpenAI Agents SDK (Python): free, open source (MIT); model API usage billed per token (OpenAI's pricing page lists prices "per 1M tokens"). Agents, handoffs/agents-as-tools, guardrails ("input validation and safety checks in parallel with agent execution"), sessions, MCP tool calling, built-in tracing. Uses the Responses API by default. pip install openai-agents.</a:t>
            </a:r>
          </a:p>
          <a:p>
            <a:r>
              <a:rPr lang="en-US" dirty="0"/>
              <a:t>AutoGen (Microsoft): AgentChat, Core, Studio (no-code UI), extensions including an MCP workbench. CrewAI: open source with an Enterprise tier; agents, crews, flows, guardrails, memory. LlamaIndex: strong for data- and RAG-centric agents.</a:t>
            </a:r>
          </a:p>
          <a:p>
            <a:r>
              <a:rPr lang="en-US" dirty="0"/>
              <a:t>Anthropic warns that frameworks "create extra layers of abstraction that can obscure the underlying prompts and responses" and suggests starting "by using LLM APIs directly." The order raw APIs, then Agents SDK or LangChain agents, then LangGraph is Lucy's editorial suggestion: no independent sourced comparison of the frameworks was found.</a:t>
            </a:r>
          </a:p>
          <a:p>
            <a:r>
              <a:rPr lang="en-US" dirty="0"/>
              <a:t>Short courses: DeepLearning.AI "AI Agents in LangGraph" and "Multi AI Agent Systems with crewAI".</a:t>
            </a:r>
          </a:p>
          <a:p>
            <a:r>
              <a:rPr lang="en-US" dirty="0"/>
              <a:t>Sources: https://docs.langchain.com/oss/python/langgraph/overview ; https://openai.github.io/openai-agents-python/ ; https://microsoft.github.io/autogen/stable/ ; https://docs.crewai.com/ ; https://developers.llamaindex.ai/python/framework/ ; https://www.anthropic.com/engineering/building-effective-agents ; https://www.deeplearning.ai/courses/ai-agents-in-langgraph ; https://www.deeplearning.ai/courses/multi-ai-agent-systems-with-crewai</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gives a model private or fresh knowledge without retraining it. The original RAG paper (Lewis et al., 2020) showed that swapping the retrieval index updates what the model knows.</a:t>
            </a:r>
          </a:p>
          <a:p>
            <a:r>
              <a:rPr lang="en-US" dirty="0"/>
              <a:t>The flow: chunk the documents (the RAG paper split each Wikipedia article into disjoint 100-word chunks, 21M documents); embed each chunk; index the vectors (the paper built its index with FAISS using an HNSW approximation; ANN search trades a little accuracy for a huge speedup, per Weng); retrieve with BM25, dense or hybrid search (editorial: hybrid combines both), then re-rank; generate the answer with citations.</a:t>
            </a:r>
          </a:p>
          <a:p>
            <a:r>
              <a:rPr lang="en-US" dirty="0"/>
              <a:t>In the paper's comparison of BM25 and dense retrieval, each won on different tasks; BM25 was best on FEVER.</a:t>
            </a:r>
          </a:p>
          <a:p>
            <a:r>
              <a:rPr lang="en-US" dirty="0"/>
              <a:t>The same components (embeddings, vector stores, retrieval) become agent long-term memory in Stage 7.</a:t>
            </a:r>
          </a:p>
          <a:p>
            <a:r>
              <a:rPr lang="en-US" dirty="0"/>
              <a:t>Evaluation: recall@k (editorial: the share of relevant documents in the top k), plus the Ragas metrics faithfulness and answer relevance. Only the Ragas landing page was checked, so no formulas are given.</a:t>
            </a:r>
          </a:p>
          <a:p>
            <a:r>
              <a:rPr lang="en-US" dirty="0"/>
              <a:t>Project: build "chat with your docs" from scratch; compare dense, BM25 and hybrid retrieval on 30 hand-labelled questions; add a re-ranker and a Ragas-style faithfulness eval.</a:t>
            </a:r>
          </a:p>
          <a:p>
            <a:r>
              <a:rPr lang="en-US" dirty="0"/>
              <a:t>Sources: https://arxiv.org/abs/2005.11401 ; https://www.sbert.net/ ; https://lilianweng.github.io/posts/2023-06-23-agent/ ; https://en.wikipedia.org/wiki/Okapi_BM25 ; https://en.wikipedia.org/wiki/Hierarchical_navigable_small_world ; https://developers.llamaindex.ai/python/framework/ ; https://docs.ragas.io/en/stable/ ; https://www.oreilly.com/library/view/ai-engineering/9781098166298/</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math matters for agents (from the research): linear algebra underlies representation and search (embeddings, attention and similarity search are all linear algebra). Calculus underlies learning (training is calculus plus optimization). Probability underlies model outputs (an LLM's output is a probability distribution over tokens). Python is the working language, since almost every agent framework and LLM SDK is Python-first. Without this base you can't debug or evaluate these systems well.</a:t>
            </a:r>
          </a:p>
          <a:p>
            <a:r>
              <a:rPr lang="en-US" dirty="0"/>
              <a:t>Topics: linear algebra (vectors, matrices, dot products, eigenvalues, PCA); calculus (derivatives, gradients, chain rule, gradient descent); probability and statistics (distributions, expectation, Bayes' rule, MLE/MAP); ML basics (supervised vs unsupervised, regression, train/dev/test, over/underfitting).</a:t>
            </a:r>
          </a:p>
          <a:p>
            <a:r>
              <a:rPr lang="en-US" dirty="0"/>
              <a:t>Resources: Mathematics for ML and Data Science Specialization, Machine Learning Specialization (Andrew Ng), 3Blue1Brown Essence of Linear Algebra, the Python Tutorial, Kaggle Learn, Deep Learning book Part I.</a:t>
            </a:r>
          </a:p>
          <a:p>
            <a:r>
              <a:rPr lang="en-US" dirty="0"/>
              <a:t>Sources: https://www.3blue1brown.com/?topic=linear-algebra ; https://docs.python.org/3/tutorial/ ; https://www.kaggle.com/learn ; https://www.coursera.org/specializations/mathematics-for-machine-learning-and-data-science ; https://www.coursera.org/specializations/machine-learning-introduction ; https://www.deeplearningbook.org/ ; study notes Stage 1.</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OWASP Top 10 for LLM &amp; GenAI Apps (2025) works as a threat-model checklist. All 10 risks, with OWASP's own (truncated) summaries where the list page gives one:</a:t>
            </a:r>
          </a:p>
          <a:p>
            <a:r>
              <a:rPr lang="en-US" dirty="0"/>
              <a:t>LLM01:2025 Prompt Injection ("occurs when user prompts alter the…"); LLM02:2025 Sensitive Information Disclosure ("can affect both the LLM and its application…"); LLM03:2025 Supply Chain ("LLM supply chains are susceptible to various vulnerabilities…"); LLM04:2025 Data and Model Poisoning ("occurs when pre-training, fine-tuning, or embedding data is…"); LLM05:2025 Improper Output Handling ("insufficient validation, sanitization, and…"); LLM06:2025 Excessive Agency ("An LLM-based system is often granted a degree of agency…"); LLM07:2025 System Prompt Leakage; LLM08:2025 Vector and Embedding Weaknesses; LLM09:2025 Misinformation ("Misinformation from LLMs poses a core vulnerability…"); LLM10:2025 Unbounded Consumption.</a:t>
            </a:r>
          </a:p>
          <a:p>
            <a:r>
              <a:rPr lang="en-US" dirty="0"/>
              <a:t>Gap: only LLM01 has a checked full description; the other summaries are truncated and LLM07, LLM08 and LLM10 have none, so the slide shows names only.</a:t>
            </a:r>
          </a:p>
          <a:p>
            <a:r>
              <a:rPr lang="en-US" dirty="0"/>
              <a:t>Direct injections "occur when a user's prompt input directly alters the behavior of the model." Indirect injections "occur when an LLM accepts input from external sources, such as websites or files"; both can be intentional or unintentional. OWASP notes RAG and fine-tuning "do not fully mitigate prompt injection vulnerabilities" and jailbreaking is "a form of prompt injection."</a:t>
            </a:r>
          </a:p>
          <a:p>
            <a:r>
              <a:rPr lang="en-US" dirty="0"/>
              <a:t>Defenses: least privilege, sandboxing, human approval for irreversible actions, guardrails. Projects: plant malicious instructions in a document your RAG agent retrieves, add defenses, measure again; least-privilege tools plus a human-approval gate, with "excessive agency" test cases.</a:t>
            </a:r>
          </a:p>
          <a:p>
            <a:r>
              <a:rPr lang="en-US" dirty="0"/>
              <a:t>Sources: https://genai.owasp.org/llm-top-10/ ; https://genai.owasp.org/ (LLM01 page) ; https://www.anthropic.com/engineering/building-effective-agents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and safety matter more for agents than for single LLM calls, because agents compound errors across steps and take real actions. Anthropic notes agents bring "higher costs, and the potential for compounding errors" and recommends "extensive testing in sandboxed environments."</a:t>
            </a:r>
          </a:p>
          <a:p>
            <a:r>
              <a:rPr lang="en-US" dirty="0"/>
              <a:t>ChemCrow (Bran et al., Apr 2023, arXiv 2304.05376) augments an LLM "with 13 expert-designed tools to accomplish tasks across organic synthesis, drug discovery, and materials design," implemented in LangChain with a ReAct/MRKL-style loop. Compared with GPT-4: "LLM-based evaluation concluded that GPT-4 and ChemCrow perform nearly equivalently, [but] human evaluations with experts… showed that ChemCrow outperforms GPT-4 by a large margin." Weng cites the case. Lesson: don't rely blindly on LLM judges.</a:t>
            </a:r>
          </a:p>
          <a:p>
            <a:r>
              <a:rPr lang="en-US" dirty="0"/>
              <a:t>What to evaluate: task success rates, trajectory/step-level evals, tool-call accuracy, LLM-as-judge (with its limits), human evals, regression suites, cost and latency budgets, tracing. Tools: Inspect (UK AI Security Institute), Ragas, Langfuse, Hugging Face Agents Course Bonus Unit 2.</a:t>
            </a:r>
          </a:p>
          <a:p>
            <a:r>
              <a:rPr lang="en-US" dirty="0"/>
              <a:t>Project: an eval harness with 50+ pass/fail tasks, cost and latency tracking, run in CI on every prompt change.</a:t>
            </a:r>
          </a:p>
          <a:p>
            <a:r>
              <a:rPr lang="en-US" dirty="0"/>
              <a:t>Sources: https://www.anthropic.com/engineering/building-effective-agents ; https://arxiv.org/abs/2304.05376 ; https://lilianweng.github.io/posts/2023-06-23-agent/ ; https://inspect.aisi.org.uk/ ; https://docs.ragas.io/en/stable/ ; https://langfuse.com/docs ; https://huggingface.co/learn/agents-course/bonus-unit2/introduction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demo agent and a production agent are very different things. Mastery comes from shipping and iterating.</a:t>
            </a:r>
          </a:p>
          <a:p>
            <a:r>
              <a:rPr lang="en-US" dirty="0"/>
              <a:t>Chip Huyen's AI Engineering, Chapter 10, lays out a production architecture in five numbered steps: 1 enhance context; 2 add guardrails; 3 add a model router and gateway; 4 cache to cut latency; 5 add agent patterns. Monitoring and observability, and user feedback, are separate, unnumbered sections of the chapter, so the slide shows them as a dashed "Then" element, not as a Step 6 (QA review 01, M-2). Several reuse earlier stages: guardrails (8–9), agent patterns (7), tracing and monitoring (8–9).</a:t>
            </a:r>
          </a:p>
          <a:p>
            <a:r>
              <a:rPr lang="en-US" dirty="0"/>
              <a:t>Gap: the book's full text is paywalled. The table of contents lists "Step 1. Enhance Context," "Step 3. Add Model Router and Gateway" and "Reduce Latency with Caches," but Huyen's exact definitions of "enhance context" and "gateway" could not be verified, so the slide does not define them. Anthropic's routing workflow sends "easy/common questions to smaller, cost-efficient models… and hard/unusual questions to more capable models." No router algorithms, queue products or secrets-management resources are sourced, so none are named.</a:t>
            </a:r>
          </a:p>
          <a:p>
            <a:r>
              <a:rPr lang="en-US" dirty="0"/>
              <a:t>Also needed: serving agents behind an API (FastAPI), containerization (Docker), async/streaming responses, durable state and resumable runs, rate limiting and cost caps (OWASP LLM10), model routing and caching, tracing and monitoring, user feedback loops, versioning prompts, tools and models.</a:t>
            </a:r>
          </a:p>
          <a:p>
            <a:r>
              <a:rPr lang="en-US" dirty="0"/>
              <a:t>Sources: https://www.oreilly.com/library/view/ai-engineering/9781098166298/ ; https://www.anthropic.com/engineering/building-effective-agents ; https://fastapi.tiangolo.com/ ; https://docs.docker.com/get-started/ ; https://openai.github.io/openai-agents-python/ ; https://langfuse.com/docs ; https://genai.owasp.org/llm-top-10/</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capstone projects tie the path together. Anthropic highlights customer support and coding agents as its two strong agent use cases.</a:t>
            </a:r>
          </a:p>
          <a:p>
            <a:r>
              <a:rPr lang="en-US" dirty="0"/>
              <a:t>1. Customer-support agent: RAG over a knowledge base, tools for order lookup and refund requests gated by human approval, an eval suite, deployed with FastAPI + Docker, with tracing and per-conversation cost caps. Draws on RAG (Stage 5) and approval gates and evals (Stage 9).</a:t>
            </a:r>
          </a:p>
          <a:p>
            <a:r>
              <a:rPr lang="en-US" dirty="0"/>
              <a:t>2. Coding/ops agent in a sandbox: reads the repo, runs tests and proposes patches as PRs (never pushing directly), with test pass rate as the eval. Draws on least privilege, sandboxing and evals (Stage 9).</a:t>
            </a:r>
          </a:p>
          <a:p>
            <a:r>
              <a:rPr lang="en-US" dirty="0"/>
              <a:t>3. MCP-powered personal assistant: connects to 2–3 MCP servers, with memory, a scheduled background job, and a dashboard of traces and evals. Draws on memory (Stage 7), MCP (Stage 8) and evals (Stage 9).</a:t>
            </a:r>
          </a:p>
          <a:p>
            <a:r>
              <a:rPr lang="en-US" dirty="0"/>
              <a:t>The pillar labels show the main stages each capstone uses, per the notes' mapping: human-approval gates and least privilege (9), RAG (5), MCP (8), memory (7), evals (9).</a:t>
            </a:r>
          </a:p>
          <a:p>
            <a:r>
              <a:rPr lang="en-US" dirty="0"/>
              <a:t>Sources: https://www.anthropic.com/engineering/building-effective-agents ; https://fastapi.tiangolo.com/ ; https://docs.docker.com/get-started/ ; https://modelcontextprotocol.io/ ; https://openai.github.io/openai-agents-python/ ; https://langfuse.com/docs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path has an optional on-ramp and five logical phases.</a:t>
            </a:r>
          </a:p>
          <a:p>
            <a:r>
              <a:rPr lang="en-US" dirty="0"/>
              <a:t>On-ramp (Stage 0, only if you have never programmed): CS50P, Automate the Boring Stuff and Kaggle Learn teach basic programming before Stage 1's resources, which assume you can already code.</a:t>
            </a:r>
          </a:p>
          <a:p>
            <a:r>
              <a:rPr lang="en-US" dirty="0"/>
              <a:t>1. Foundations (Stages 1–3): linear algebra, calculus, probability and Python explain how models represent data, learn and produce output; deep learning explains training and backpropagation; the transformer (2017) is the architecture behind the LLM, the "brain" of every agent.</a:t>
            </a:r>
          </a:p>
          <a:p>
            <a:r>
              <a:rPr lang="en-US" dirty="0"/>
              <a:t>2. Steering and grounding (Stages 4–5): prompts and tool descriptions are the program, so define success criteria and evals before you optimize; RAG (2020) gives the model private or fresh knowledge without retraining, and its components make up agent long-term memory.</a:t>
            </a:r>
          </a:p>
          <a:p>
            <a:r>
              <a:rPr lang="en-US" dirty="0"/>
              <a:t>3. Acting (Stages 6–7): tool calling turns an LLM into an actor through a multi-step loop between your app and the model; architecture choices decide reliability, cost and latency. Use the simplest solution that works.</a:t>
            </a:r>
          </a:p>
          <a:p>
            <a:r>
              <a:rPr lang="en-US" dirty="0"/>
              <a:t>4. Building with leverage (Stage 8): frameworks speed up the plumbing but can hide the prompts and responses, so start with raw APIs; learn one framework deeply, and learn MCP.</a:t>
            </a:r>
          </a:p>
          <a:p>
            <a:r>
              <a:rPr lang="en-US" dirty="0"/>
              <a:t>5. Trustworthy and real (Stages 9–10): agents compound errors and take real actions, so use rigorous evals (not blind LLM judges), the OWASP LLM Top 10, least privilege, sandboxing and human approval; production adds serving, containers, durable state, cost caps, routing, caching, monitoring and feedback loops.</a:t>
            </a:r>
          </a:p>
          <a:p>
            <a:r>
              <a:rPr lang="en-US" dirty="0"/>
              <a:t>Sources: study notes, "Overall Summary" (/workspace/agentic-ai-notes.md); research addendum Gaps 1–2; https://www.anthropic.com/engineering/building-effective-agents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questions on the slide, across the five phases; Act has two, Q3 on tools and Q4 on agents (answers: Stage 3, Stage 5, Stage 6, Stage 7, Stage 8, Stage 9 of the study notes). The full review question set from the study notes (/workspace/agentic-ai-notes.md, "Review Questions"):</a:t>
            </a:r>
          </a:p>
          <a:p>
            <a:r>
              <a:rPr lang="en-US" dirty="0"/>
              <a:t>Stage 0 – Programming from zero</a:t>
            </a:r>
          </a:p>
          <a:p>
            <a:r>
              <a:rPr lang="en-US" dirty="0"/>
              <a:t>1. What is the addendum's prerequisite check for skipping Stage 0?</a:t>
            </a:r>
          </a:p>
          <a:p>
            <a:r>
              <a:rPr lang="en-US" dirty="0"/>
              <a:t>2. Why isn't the official Python Tutorial a good first resource for someone who has never programmed?</a:t>
            </a:r>
          </a:p>
          <a:p>
            <a:r>
              <a:rPr lang="en-US" dirty="0"/>
              <a:t>3. Name the three main Stage 0 resources in the recommended (editorial) order, and say what each one is used for.</a:t>
            </a:r>
          </a:p>
          <a:p>
            <a:r>
              <a:rPr lang="en-US" dirty="0"/>
              <a:t>4. What does CS50P say about prior experience and required software?</a:t>
            </a:r>
          </a:p>
          <a:p>
            <a:r>
              <a:rPr lang="en-US" dirty="0"/>
              <a:t>5. Describe the three Stage 0 projects.</a:t>
            </a:r>
          </a:p>
          <a:p>
            <a:r>
              <a:rPr lang="en-US" dirty="0"/>
              <a:t>Stage 1 – Foundations</a:t>
            </a:r>
          </a:p>
          <a:p>
            <a:r>
              <a:rPr lang="en-US" dirty="0"/>
              <a:t>1. Which three areas of mathematics does Stage 1 cover, and what does the research say each one contributes to understanding LLMs and agents?</a:t>
            </a:r>
          </a:p>
          <a:p>
            <a:r>
              <a:rPr lang="en-US" dirty="0"/>
              <a:t>2. Why does the research say embeddings, attention and similarity search are "linear algebra"?</a:t>
            </a:r>
          </a:p>
          <a:p>
            <a:r>
              <a:rPr lang="en-US" dirty="0"/>
              <a:t>3. Who is the official Python Tutorial aimed at, and why does that matter for a complete beginner?</a:t>
            </a:r>
          </a:p>
          <a:p>
            <a:r>
              <a:rPr lang="en-US" dirty="0"/>
              <a:t>4. How many courses does the Machine Learning Specialization contain?</a:t>
            </a:r>
          </a:p>
          <a:p>
            <a:r>
              <a:rPr lang="en-US" dirty="0"/>
              <a:t>5. Describe the three Stage 1 hands-on projects and the evaluation metrics the third one reports.</a:t>
            </a:r>
          </a:p>
          <a:p>
            <a:r>
              <a:rPr lang="en-US" dirty="0"/>
              <a:t>6. Define PCA and explain how MAP estimation relates to MLE.</a:t>
            </a:r>
          </a:p>
          <a:p>
            <a:r>
              <a:rPr lang="en-US" dirty="0"/>
              <a:t>Stage 2 – Deep learning</a:t>
            </a:r>
          </a:p>
          <a:p>
            <a:r>
              <a:rPr lang="en-US" dirty="0"/>
              <a:t>1. Why does understanding backpropagation and loss help when you work with LLMs?</a:t>
            </a:r>
          </a:p>
          <a:p>
            <a:r>
              <a:rPr lang="en-US" dirty="0"/>
              <a:t>2. How many lessons does fast.ai's course have? What prerequisites does the site list?</a:t>
            </a:r>
          </a:p>
          <a:p>
            <a:r>
              <a:rPr lang="en-US" dirty="0"/>
              <a:t>3. What does Karpathy's "Zero to Hero" build, in order?</a:t>
            </a:r>
          </a:p>
          <a:p>
            <a:r>
              <a:rPr lang="en-US" dirty="0"/>
              <a:t>4. Which architectures does the research say to study only "for context," and what does the addendum say that means?</a:t>
            </a:r>
          </a:p>
          <a:p>
            <a:r>
              <a:rPr lang="en-US" dirty="0"/>
              <a:t>5. What is micrograd, and what problem does early stopping address?</a:t>
            </a:r>
          </a:p>
          <a:p>
            <a:r>
              <a:rPr lang="en-US" dirty="0"/>
              <a:t>Stage 3 – LLMs and transformers</a:t>
            </a:r>
          </a:p>
          <a:p>
            <a:r>
              <a:rPr lang="en-US" dirty="0"/>
              <a:t>1. What paper introduced the Transformer, who wrote it, and when?</a:t>
            </a:r>
          </a:p>
          <a:p>
            <a:r>
              <a:rPr lang="en-US" dirty="0"/>
              <a:t>2. Name three properties of LLMs that the research says drive later agent design decisions.</a:t>
            </a:r>
          </a:p>
          <a:p>
            <a:r>
              <a:rPr lang="en-US" dirty="0"/>
              <a:t>3. Name two sampling settings listed in Stage 3, and say which project compares them with greedy decoding.</a:t>
            </a:r>
          </a:p>
          <a:p>
            <a:r>
              <a:rPr lang="en-US" dirty="0"/>
              <a:t>4. The concept list contrasts pretraining with post-training. Which two post-training methods does it name in parentheses?</a:t>
            </a:r>
          </a:p>
          <a:p>
            <a:r>
              <a:rPr lang="en-US" dirty="0"/>
              <a:t>5. What does Chapter 2 of Huyen's AI Engineering cover?</a:t>
            </a:r>
          </a:p>
          <a:p>
            <a:r>
              <a:rPr lang="en-US" dirty="0"/>
              <a:t>6. Explain how query, key and value vectors are used to compute attention, and how LoRA reduces the number of trainable parameters.</a:t>
            </a:r>
          </a:p>
          <a:p>
            <a:r>
              <a:rPr lang="en-US" dirty="0"/>
              <a:t>Stage 4 – Prompt engineering</a:t>
            </a:r>
          </a:p>
          <a:p>
            <a:r>
              <a:rPr lang="en-US" dirty="0"/>
              <a:t>1. Explain the claim that in an agent, "the system prompt and the tool descriptions are the program."</a:t>
            </a:r>
          </a:p>
          <a:p>
            <a:r>
              <a:rPr lang="en-US" dirty="0"/>
              <a:t>2. What does Anthropic's guide recommend you do before starting prompt engineering?</a:t>
            </a:r>
          </a:p>
          <a:p>
            <a:r>
              <a:rPr lang="en-US" dirty="0"/>
              <a:t>3. How big an eval set does the first Stage 4 project suggest, and what should you track across prompt versions?</a:t>
            </a:r>
          </a:p>
          <a:p>
            <a:r>
              <a:rPr lang="en-US" dirty="0"/>
              <a:t>4. Which library does the research suggest for validating structured JSON output?</a:t>
            </a:r>
          </a:p>
          <a:p>
            <a:r>
              <a:rPr lang="en-US" dirty="0"/>
              <a:t>5. What is the difference between zero-shot and few-shot prompting?</a:t>
            </a:r>
          </a:p>
          <a:p>
            <a:r>
              <a:rPr lang="en-US" dirty="0"/>
              <a:t>Stage 5 – RAG</a:t>
            </a:r>
          </a:p>
          <a:p>
            <a:r>
              <a:rPr lang="en-US" dirty="0"/>
              <a:t>1. What problem does RAG solve, according to the research?</a:t>
            </a:r>
          </a:p>
          <a:p>
            <a:r>
              <a:rPr lang="en-US" dirty="0"/>
              <a:t>2. What did the original RAG paper (Lewis et al., 2020) show about swapping the retrieval index?</a:t>
            </a:r>
          </a:p>
          <a:p>
            <a:r>
              <a:rPr lang="en-US" dirty="0"/>
              <a:t>3. Name the three RAG evaluation dimensions listed in the key concepts.</a:t>
            </a:r>
          </a:p>
          <a:p>
            <a:r>
              <a:rPr lang="en-US" dirty="0"/>
              <a:t>4. Which three retrieval approaches does the second project compare, and what metric does it use?</a:t>
            </a:r>
          </a:p>
          <a:p>
            <a:r>
              <a:rPr lang="en-US" dirty="0"/>
              <a:t>5. How does RAG relate to agent long-term memory?</a:t>
            </a:r>
          </a:p>
          <a:p>
            <a:r>
              <a:rPr lang="en-US" dirty="0"/>
              <a:t>6. In the RAG paper, what was parametric memory and what was non-parametric memory?</a:t>
            </a:r>
          </a:p>
          <a:p>
            <a:r>
              <a:rPr lang="en-US" dirty="0"/>
              <a:t>Stage 6 – Tool use and function calling</a:t>
            </a:r>
          </a:p>
          <a:p>
            <a:r>
              <a:rPr lang="en-US" dirty="0"/>
              <a:t>1. Write out the five stages of the tool-calling loop described in the research.</a:t>
            </a:r>
          </a:p>
          <a:p>
            <a:r>
              <a:rPr lang="en-US" dirty="0"/>
              <a:t>2. How does OpenAI's guide describe tool calling?</a:t>
            </a:r>
          </a:p>
          <a:p>
            <a:r>
              <a:rPr lang="en-US" dirty="0"/>
              <a:t>3. What did Anthropic find about tools vs. prompts while building its SWE-bench agent?</a:t>
            </a:r>
          </a:p>
          <a:p>
            <a:r>
              <a:rPr lang="en-US" dirty="0"/>
              <a:t>4. How many functions does OpenAI's guide recommend having available at once?</a:t>
            </a:r>
          </a:p>
          <a:p>
            <a:r>
              <a:rPr lang="en-US" dirty="0"/>
              <a:t>5. What does "poka-yoke" mean when applied to tools?</a:t>
            </a:r>
          </a:p>
          <a:p>
            <a:r>
              <a:rPr lang="en-US" dirty="0"/>
              <a:t>6. List the four `tool_choice` modes, and say what strict mode requires of a schema.</a:t>
            </a:r>
          </a:p>
          <a:p>
            <a:r>
              <a:rPr lang="en-US" dirty="0"/>
              <a:t>Stage 7 – Agent architectures</a:t>
            </a:r>
          </a:p>
          <a:p>
            <a:r>
              <a:rPr lang="en-US" dirty="0"/>
              <a:t>1. List Anthropic's five workflow patterns.</a:t>
            </a:r>
          </a:p>
          <a:p>
            <a:r>
              <a:rPr lang="en-US" dirty="0"/>
              <a:t>2. What is ReAct, and what success-rate gains does the paper report on ALFWorld and WebShop?</a:t>
            </a:r>
          </a:p>
          <a:p>
            <a:r>
              <a:rPr lang="en-US" dirty="0"/>
              <a:t>3. How does the research distinguish short-term from long-term memory, and which three factors are used for retrieval in Generative Agents-style memory?</a:t>
            </a:r>
          </a:p>
          <a:p>
            <a:r>
              <a:rPr lang="en-US" dirty="0"/>
              <a:t>4. Quote Anthropic's guiding principle about complexity.</a:t>
            </a:r>
          </a:p>
          <a:p>
            <a:r>
              <a:rPr lang="en-US" dirty="0"/>
              <a:t>5. What three core challenges does Lilian Weng identify?</a:t>
            </a:r>
          </a:p>
          <a:p>
            <a:r>
              <a:rPr lang="en-US" dirty="0"/>
              <a:t>6. How does Anthropic define a workflow, and how does it define an agent?</a:t>
            </a:r>
          </a:p>
          <a:p>
            <a:r>
              <a:rPr lang="en-US" dirty="0"/>
              <a:t>Stage 8 – Frameworks and protocols</a:t>
            </a:r>
          </a:p>
          <a:p>
            <a:r>
              <a:rPr lang="en-US" dirty="0"/>
              <a:t>1. What warning does Anthropic give about frameworks, and what does it suggest starting with instead?</a:t>
            </a:r>
          </a:p>
          <a:p>
            <a:r>
              <a:rPr lang="en-US" dirty="0"/>
              <a:t>2. What analogy does the MCP site use to describe MCP?</a:t>
            </a:r>
          </a:p>
          <a:p>
            <a:r>
              <a:rPr lang="en-US" dirty="0"/>
              <a:t>3. Name the four parts of Microsoft AutoGen described in the research and what each does.</a:t>
            </a:r>
          </a:p>
          <a:p>
            <a:r>
              <a:rPr lang="en-US" dirty="0"/>
              <a:t>4. What features does the OpenAI Agents SDK provide, and how do you install it?</a:t>
            </a:r>
          </a:p>
          <a:p>
            <a:r>
              <a:rPr lang="en-US" dirty="0"/>
              <a:t>5. What strategy does the research recommend for learning frameworks?</a:t>
            </a:r>
          </a:p>
          <a:p>
            <a:r>
              <a:rPr lang="en-US" dirty="0"/>
              <a:t>6. Describe the roles of the MCP host, client and server, and the two transports.</a:t>
            </a:r>
          </a:p>
          <a:p>
            <a:r>
              <a:rPr lang="en-US" dirty="0"/>
              <a:t>Stage 9 – Evaluation and safety</a:t>
            </a:r>
          </a:p>
          <a:p>
            <a:r>
              <a:rPr lang="en-US" dirty="0"/>
              <a:t>1. Why do agents need more rigorous evaluation than single LLM calls?</a:t>
            </a:r>
          </a:p>
          <a:p>
            <a:r>
              <a:rPr lang="en-US" dirty="0"/>
              <a:t>2. Name the OWASP 2025 LLM risks with the IDs LLM01, LLM06 and LLM10.</a:t>
            </a:r>
          </a:p>
          <a:p>
            <a:r>
              <a:rPr lang="en-US" dirty="0"/>
              <a:t>3. What does the ChemCrow example show about LLM-as-judge evaluation?</a:t>
            </a:r>
          </a:p>
          <a:p>
            <a:r>
              <a:rPr lang="en-US" dirty="0"/>
              <a:t>4. Which defensive practices does the research list alongside the OWASP Top 10?</a:t>
            </a:r>
          </a:p>
          <a:p>
            <a:r>
              <a:rPr lang="en-US" dirty="0"/>
              <a:t>5. Describe the indirect-prompt-injection test project.</a:t>
            </a:r>
          </a:p>
          <a:p>
            <a:r>
              <a:rPr lang="en-US" dirty="0"/>
              <a:t>6. Name OWASP risks LLM03, LLM04 and LLM09, and explain the difference between direct and indirect prompt injection.</a:t>
            </a:r>
          </a:p>
          <a:p>
            <a:r>
              <a:rPr lang="en-US" dirty="0"/>
              <a:t>Stage 10 – Deploying real agents</a:t>
            </a:r>
          </a:p>
          <a:p>
            <a:r>
              <a:rPr lang="en-US" dirty="0"/>
              <a:t>1. List, in order, the numbered Steps 1–5 of the production architecture in Huyen's AI Engineering, Ch. 10, and name the two topics that follow them.</a:t>
            </a:r>
          </a:p>
          <a:p>
            <a:r>
              <a:rPr lang="en-US" dirty="0"/>
              <a:t>2. Which OWASP risk do rate limiting and cost caps address?</a:t>
            </a:r>
          </a:p>
          <a:p>
            <a:r>
              <a:rPr lang="en-US" dirty="0"/>
              <a:t>3. Which two agent use cases does Anthropic highlight, and which capstones match them?</a:t>
            </a:r>
          </a:p>
          <a:p>
            <a:r>
              <a:rPr lang="en-US" dirty="0"/>
              <a:t>4. What constraint does the coding/ops capstone put on how patches are delivered, and what metric does it use as its eval?</a:t>
            </a:r>
          </a:p>
          <a:p>
            <a:r>
              <a:rPr lang="en-US" dirty="0"/>
              <a:t>5. Which tools does the research recommend for serving and containerizing an agent?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4441"/>
        </a:solidFill>
      </p:bgPr>
    </p:bg>
    <p:spTree>
      <p:nvGrpSpPr>
        <p:cNvPr id="1" name=""/>
        <p:cNvGrpSpPr/>
        <p:nvPr/>
      </p:nvGrpSpPr>
      <p:grpSpPr>
        <a:xfrm>
          <a:off x="0" y="0"/>
          <a:ext cx="0" cy="0"/>
          <a:chOff x="0" y="0"/>
          <a:chExt cx="0" cy="0"/>
        </a:xfrm>
      </p:grpSpPr>
      <p:sp>
        <p:nvSpPr>
          <p:cNvPr id="4" name="Shape 2"/>
          <p:cNvSpPr/>
          <p:nvPr/>
        </p:nvSpPr>
        <p:spPr>
          <a:xfrm>
            <a:off x="0" y="873252"/>
            <a:ext cx="12191695" cy="0"/>
          </a:xfrm>
          <a:prstGeom prst="line">
            <a:avLst/>
          </a:prstGeom>
          <a:noFill/>
          <a:ln w="2540">
            <a:solidFill>
              <a:srgbClr val="D0CFCF">
                <a:alpha val="60000"/>
              </a:srgbClr>
            </a:solidFill>
            <a:prstDash val="solid"/>
          </a:ln>
        </p:spPr>
      </p:sp>
      <p:sp>
        <p:nvSpPr>
          <p:cNvPr id="7" name="Shape 5"/>
          <p:cNvSpPr/>
          <p:nvPr/>
        </p:nvSpPr>
        <p:spPr>
          <a:xfrm>
            <a:off x="7651699" y="1720901"/>
            <a:ext cx="803758" cy="849706"/>
          </a:xfrm>
          <a:prstGeom prst="rect">
            <a:avLst/>
          </a:prstGeom>
          <a:solidFill>
            <a:srgbClr val="FFFFFF">
              <a:alpha val="688"/>
            </a:srgbClr>
          </a:solidFill>
          <a:ln/>
        </p:spPr>
      </p:sp>
      <p:sp>
        <p:nvSpPr>
          <p:cNvPr id="8" name="Shape 6"/>
          <p:cNvSpPr/>
          <p:nvPr/>
        </p:nvSpPr>
        <p:spPr>
          <a:xfrm>
            <a:off x="7651699" y="2561463"/>
            <a:ext cx="803758" cy="849706"/>
          </a:xfrm>
          <a:prstGeom prst="rect">
            <a:avLst/>
          </a:prstGeom>
          <a:solidFill>
            <a:srgbClr val="FFFFFF">
              <a:alpha val="1375"/>
            </a:srgbClr>
          </a:solidFill>
          <a:ln/>
        </p:spPr>
      </p:sp>
      <p:sp>
        <p:nvSpPr>
          <p:cNvPr id="9" name="Shape 7"/>
          <p:cNvSpPr/>
          <p:nvPr/>
        </p:nvSpPr>
        <p:spPr>
          <a:xfrm>
            <a:off x="7651699" y="3402025"/>
            <a:ext cx="803758" cy="849706"/>
          </a:xfrm>
          <a:prstGeom prst="rect">
            <a:avLst/>
          </a:prstGeom>
          <a:solidFill>
            <a:srgbClr val="FFFFFF">
              <a:alpha val="2063"/>
            </a:srgbClr>
          </a:solidFill>
          <a:ln/>
        </p:spPr>
      </p:sp>
      <p:sp>
        <p:nvSpPr>
          <p:cNvPr id="10" name="Shape 8"/>
          <p:cNvSpPr/>
          <p:nvPr/>
        </p:nvSpPr>
        <p:spPr>
          <a:xfrm>
            <a:off x="7651699" y="4242587"/>
            <a:ext cx="803758" cy="849706"/>
          </a:xfrm>
          <a:prstGeom prst="rect">
            <a:avLst/>
          </a:prstGeom>
          <a:solidFill>
            <a:srgbClr val="FFFFFF">
              <a:alpha val="2750"/>
            </a:srgbClr>
          </a:solidFill>
          <a:ln/>
        </p:spPr>
      </p:sp>
      <p:sp>
        <p:nvSpPr>
          <p:cNvPr id="11" name="Shape 9"/>
          <p:cNvSpPr/>
          <p:nvPr/>
        </p:nvSpPr>
        <p:spPr>
          <a:xfrm>
            <a:off x="7651699" y="5083150"/>
            <a:ext cx="803758" cy="849706"/>
          </a:xfrm>
          <a:prstGeom prst="rect">
            <a:avLst/>
          </a:prstGeom>
          <a:solidFill>
            <a:srgbClr val="FFFFFF">
              <a:alpha val="3438"/>
            </a:srgbClr>
          </a:solidFill>
          <a:ln/>
        </p:spPr>
      </p:sp>
      <p:sp>
        <p:nvSpPr>
          <p:cNvPr id="12" name="Shape 10"/>
          <p:cNvSpPr/>
          <p:nvPr/>
        </p:nvSpPr>
        <p:spPr>
          <a:xfrm>
            <a:off x="7651699" y="5923712"/>
            <a:ext cx="803758" cy="849706"/>
          </a:xfrm>
          <a:prstGeom prst="rect">
            <a:avLst/>
          </a:prstGeom>
          <a:solidFill>
            <a:srgbClr val="FFFFFF">
              <a:alpha val="4125"/>
            </a:srgbClr>
          </a:solidFill>
          <a:ln/>
        </p:spPr>
      </p:sp>
      <p:sp>
        <p:nvSpPr>
          <p:cNvPr id="13" name="Shape 11"/>
          <p:cNvSpPr/>
          <p:nvPr/>
        </p:nvSpPr>
        <p:spPr>
          <a:xfrm>
            <a:off x="7651699" y="6764274"/>
            <a:ext cx="803758" cy="849706"/>
          </a:xfrm>
          <a:prstGeom prst="rect">
            <a:avLst/>
          </a:prstGeom>
          <a:solidFill>
            <a:srgbClr val="FFFFFF">
              <a:alpha val="4813"/>
            </a:srgbClr>
          </a:solidFill>
          <a:ln/>
        </p:spPr>
      </p:sp>
      <p:sp>
        <p:nvSpPr>
          <p:cNvPr id="14" name="Shape 12"/>
          <p:cNvSpPr/>
          <p:nvPr/>
        </p:nvSpPr>
        <p:spPr>
          <a:xfrm>
            <a:off x="7651699" y="7604836"/>
            <a:ext cx="803758" cy="849706"/>
          </a:xfrm>
          <a:prstGeom prst="rect">
            <a:avLst/>
          </a:prstGeom>
          <a:solidFill>
            <a:srgbClr val="FFFFFF">
              <a:alpha val="5500"/>
            </a:srgbClr>
          </a:solidFill>
          <a:ln/>
        </p:spPr>
      </p:sp>
      <p:sp>
        <p:nvSpPr>
          <p:cNvPr id="15" name="Shape 13"/>
          <p:cNvSpPr/>
          <p:nvPr/>
        </p:nvSpPr>
        <p:spPr>
          <a:xfrm>
            <a:off x="6281928" y="4329684"/>
            <a:ext cx="803758" cy="523723"/>
          </a:xfrm>
          <a:prstGeom prst="rect">
            <a:avLst/>
          </a:prstGeom>
          <a:solidFill>
            <a:srgbClr val="FFFFFF">
              <a:alpha val="138"/>
            </a:srgbClr>
          </a:solidFill>
          <a:ln/>
        </p:spPr>
      </p:sp>
      <p:sp>
        <p:nvSpPr>
          <p:cNvPr id="16" name="Shape 14"/>
          <p:cNvSpPr/>
          <p:nvPr/>
        </p:nvSpPr>
        <p:spPr>
          <a:xfrm>
            <a:off x="6281928" y="4844263"/>
            <a:ext cx="803758" cy="523723"/>
          </a:xfrm>
          <a:prstGeom prst="rect">
            <a:avLst/>
          </a:prstGeom>
          <a:solidFill>
            <a:srgbClr val="FFFFFF">
              <a:alpha val="275"/>
            </a:srgbClr>
          </a:solidFill>
          <a:ln/>
        </p:spPr>
      </p:sp>
      <p:sp>
        <p:nvSpPr>
          <p:cNvPr id="17" name="Shape 15"/>
          <p:cNvSpPr/>
          <p:nvPr/>
        </p:nvSpPr>
        <p:spPr>
          <a:xfrm>
            <a:off x="6281928" y="5358841"/>
            <a:ext cx="803758" cy="523723"/>
          </a:xfrm>
          <a:prstGeom prst="rect">
            <a:avLst/>
          </a:prstGeom>
          <a:solidFill>
            <a:srgbClr val="FFFFFF">
              <a:alpha val="412"/>
            </a:srgbClr>
          </a:solidFill>
          <a:ln/>
        </p:spPr>
      </p:sp>
      <p:sp>
        <p:nvSpPr>
          <p:cNvPr id="18" name="Shape 16"/>
          <p:cNvSpPr/>
          <p:nvPr/>
        </p:nvSpPr>
        <p:spPr>
          <a:xfrm>
            <a:off x="6281928" y="5873420"/>
            <a:ext cx="803758" cy="523723"/>
          </a:xfrm>
          <a:prstGeom prst="rect">
            <a:avLst/>
          </a:prstGeom>
          <a:solidFill>
            <a:srgbClr val="FFFFFF">
              <a:alpha val="550"/>
            </a:srgbClr>
          </a:solidFill>
          <a:ln/>
        </p:spPr>
      </p:sp>
      <p:sp>
        <p:nvSpPr>
          <p:cNvPr id="19" name="Shape 17"/>
          <p:cNvSpPr/>
          <p:nvPr/>
        </p:nvSpPr>
        <p:spPr>
          <a:xfrm>
            <a:off x="6281928" y="6387998"/>
            <a:ext cx="803758" cy="523723"/>
          </a:xfrm>
          <a:prstGeom prst="rect">
            <a:avLst/>
          </a:prstGeom>
          <a:solidFill>
            <a:srgbClr val="FFFFFF">
              <a:alpha val="688"/>
            </a:srgbClr>
          </a:solidFill>
          <a:ln/>
        </p:spPr>
      </p:sp>
      <p:sp>
        <p:nvSpPr>
          <p:cNvPr id="20" name="Shape 18"/>
          <p:cNvSpPr/>
          <p:nvPr/>
        </p:nvSpPr>
        <p:spPr>
          <a:xfrm>
            <a:off x="6281928" y="6902577"/>
            <a:ext cx="803758" cy="523723"/>
          </a:xfrm>
          <a:prstGeom prst="rect">
            <a:avLst/>
          </a:prstGeom>
          <a:solidFill>
            <a:srgbClr val="FFFFFF">
              <a:alpha val="825"/>
            </a:srgbClr>
          </a:solidFill>
          <a:ln/>
        </p:spPr>
      </p:sp>
      <p:sp>
        <p:nvSpPr>
          <p:cNvPr id="21" name="Shape 19"/>
          <p:cNvSpPr/>
          <p:nvPr/>
        </p:nvSpPr>
        <p:spPr>
          <a:xfrm>
            <a:off x="6281928" y="7417156"/>
            <a:ext cx="803758" cy="523723"/>
          </a:xfrm>
          <a:prstGeom prst="rect">
            <a:avLst/>
          </a:prstGeom>
          <a:solidFill>
            <a:srgbClr val="FFFFFF">
              <a:alpha val="963"/>
            </a:srgbClr>
          </a:solidFill>
          <a:ln/>
        </p:spPr>
      </p:sp>
      <p:sp>
        <p:nvSpPr>
          <p:cNvPr id="22" name="Shape 20"/>
          <p:cNvSpPr/>
          <p:nvPr/>
        </p:nvSpPr>
        <p:spPr>
          <a:xfrm>
            <a:off x="6281928" y="7931734"/>
            <a:ext cx="803758" cy="523723"/>
          </a:xfrm>
          <a:prstGeom prst="rect">
            <a:avLst/>
          </a:prstGeom>
          <a:solidFill>
            <a:srgbClr val="FFFFFF">
              <a:alpha val="1100"/>
            </a:srgbClr>
          </a:solidFill>
          <a:ln/>
        </p:spPr>
      </p:sp>
      <p:sp>
        <p:nvSpPr>
          <p:cNvPr id="23" name="Shape 21"/>
          <p:cNvSpPr/>
          <p:nvPr/>
        </p:nvSpPr>
        <p:spPr>
          <a:xfrm>
            <a:off x="6971386" y="3148279"/>
            <a:ext cx="803758" cy="671284"/>
          </a:xfrm>
          <a:prstGeom prst="rect">
            <a:avLst/>
          </a:prstGeom>
          <a:solidFill>
            <a:srgbClr val="FFFFFF">
              <a:alpha val="344"/>
            </a:srgbClr>
          </a:solidFill>
          <a:ln/>
        </p:spPr>
      </p:sp>
      <p:sp>
        <p:nvSpPr>
          <p:cNvPr id="24" name="Shape 22"/>
          <p:cNvSpPr/>
          <p:nvPr/>
        </p:nvSpPr>
        <p:spPr>
          <a:xfrm>
            <a:off x="6971386" y="3810419"/>
            <a:ext cx="803758" cy="671284"/>
          </a:xfrm>
          <a:prstGeom prst="rect">
            <a:avLst/>
          </a:prstGeom>
          <a:solidFill>
            <a:srgbClr val="FFFFFF">
              <a:alpha val="688"/>
            </a:srgbClr>
          </a:solidFill>
          <a:ln/>
        </p:spPr>
      </p:sp>
      <p:sp>
        <p:nvSpPr>
          <p:cNvPr id="25" name="Shape 23"/>
          <p:cNvSpPr/>
          <p:nvPr/>
        </p:nvSpPr>
        <p:spPr>
          <a:xfrm>
            <a:off x="6971386" y="4472559"/>
            <a:ext cx="803758" cy="671284"/>
          </a:xfrm>
          <a:prstGeom prst="rect">
            <a:avLst/>
          </a:prstGeom>
          <a:solidFill>
            <a:srgbClr val="FFFFFF">
              <a:alpha val="1031"/>
            </a:srgbClr>
          </a:solidFill>
          <a:ln/>
        </p:spPr>
      </p:sp>
      <p:sp>
        <p:nvSpPr>
          <p:cNvPr id="26" name="Shape 24"/>
          <p:cNvSpPr/>
          <p:nvPr/>
        </p:nvSpPr>
        <p:spPr>
          <a:xfrm>
            <a:off x="6971386" y="5134699"/>
            <a:ext cx="803758" cy="671284"/>
          </a:xfrm>
          <a:prstGeom prst="rect">
            <a:avLst/>
          </a:prstGeom>
          <a:solidFill>
            <a:srgbClr val="FFFFFF">
              <a:alpha val="1375"/>
            </a:srgbClr>
          </a:solidFill>
          <a:ln/>
        </p:spPr>
      </p:sp>
      <p:sp>
        <p:nvSpPr>
          <p:cNvPr id="27" name="Shape 25"/>
          <p:cNvSpPr/>
          <p:nvPr/>
        </p:nvSpPr>
        <p:spPr>
          <a:xfrm>
            <a:off x="6971386" y="5796839"/>
            <a:ext cx="803758" cy="671284"/>
          </a:xfrm>
          <a:prstGeom prst="rect">
            <a:avLst/>
          </a:prstGeom>
          <a:solidFill>
            <a:srgbClr val="FFFFFF">
              <a:alpha val="1719"/>
            </a:srgbClr>
          </a:solidFill>
          <a:ln/>
        </p:spPr>
      </p:sp>
      <p:sp>
        <p:nvSpPr>
          <p:cNvPr id="28" name="Shape 26"/>
          <p:cNvSpPr/>
          <p:nvPr/>
        </p:nvSpPr>
        <p:spPr>
          <a:xfrm>
            <a:off x="6971386" y="6458979"/>
            <a:ext cx="803758" cy="671284"/>
          </a:xfrm>
          <a:prstGeom prst="rect">
            <a:avLst/>
          </a:prstGeom>
          <a:solidFill>
            <a:srgbClr val="FFFFFF">
              <a:alpha val="2063"/>
            </a:srgbClr>
          </a:solidFill>
          <a:ln/>
        </p:spPr>
      </p:sp>
      <p:sp>
        <p:nvSpPr>
          <p:cNvPr id="29" name="Shape 27"/>
          <p:cNvSpPr/>
          <p:nvPr/>
        </p:nvSpPr>
        <p:spPr>
          <a:xfrm>
            <a:off x="6971386" y="7121119"/>
            <a:ext cx="803758" cy="671284"/>
          </a:xfrm>
          <a:prstGeom prst="rect">
            <a:avLst/>
          </a:prstGeom>
          <a:solidFill>
            <a:srgbClr val="FFFFFF">
              <a:alpha val="2406"/>
            </a:srgbClr>
          </a:solidFill>
          <a:ln/>
        </p:spPr>
      </p:sp>
      <p:sp>
        <p:nvSpPr>
          <p:cNvPr id="30" name="Shape 28"/>
          <p:cNvSpPr/>
          <p:nvPr/>
        </p:nvSpPr>
        <p:spPr>
          <a:xfrm>
            <a:off x="6971386" y="7783259"/>
            <a:ext cx="803758" cy="671284"/>
          </a:xfrm>
          <a:prstGeom prst="rect">
            <a:avLst/>
          </a:prstGeom>
          <a:solidFill>
            <a:srgbClr val="FFFFFF">
              <a:alpha val="2750"/>
            </a:srgbClr>
          </a:solidFill>
          <a:ln/>
        </p:spPr>
      </p:sp>
      <p:sp>
        <p:nvSpPr>
          <p:cNvPr id="31" name="Shape 29"/>
          <p:cNvSpPr/>
          <p:nvPr/>
        </p:nvSpPr>
        <p:spPr>
          <a:xfrm>
            <a:off x="8323783" y="3517697"/>
            <a:ext cx="803758" cy="625107"/>
          </a:xfrm>
          <a:prstGeom prst="rect">
            <a:avLst/>
          </a:prstGeom>
          <a:solidFill>
            <a:srgbClr val="FFFFFF">
              <a:alpha val="344"/>
            </a:srgbClr>
          </a:solidFill>
          <a:ln/>
        </p:spPr>
      </p:sp>
      <p:sp>
        <p:nvSpPr>
          <p:cNvPr id="32" name="Shape 30"/>
          <p:cNvSpPr/>
          <p:nvPr/>
        </p:nvSpPr>
        <p:spPr>
          <a:xfrm>
            <a:off x="8323783" y="4133660"/>
            <a:ext cx="803758" cy="625107"/>
          </a:xfrm>
          <a:prstGeom prst="rect">
            <a:avLst/>
          </a:prstGeom>
          <a:solidFill>
            <a:srgbClr val="FFFFFF">
              <a:alpha val="688"/>
            </a:srgbClr>
          </a:solidFill>
          <a:ln/>
        </p:spPr>
      </p:sp>
      <p:sp>
        <p:nvSpPr>
          <p:cNvPr id="33" name="Shape 31"/>
          <p:cNvSpPr/>
          <p:nvPr/>
        </p:nvSpPr>
        <p:spPr>
          <a:xfrm>
            <a:off x="8323783" y="4749622"/>
            <a:ext cx="803758" cy="625107"/>
          </a:xfrm>
          <a:prstGeom prst="rect">
            <a:avLst/>
          </a:prstGeom>
          <a:solidFill>
            <a:srgbClr val="FFFFFF">
              <a:alpha val="1031"/>
            </a:srgbClr>
          </a:solidFill>
          <a:ln/>
        </p:spPr>
      </p:sp>
      <p:sp>
        <p:nvSpPr>
          <p:cNvPr id="34" name="Shape 32"/>
          <p:cNvSpPr/>
          <p:nvPr/>
        </p:nvSpPr>
        <p:spPr>
          <a:xfrm>
            <a:off x="8323783" y="5365585"/>
            <a:ext cx="803758" cy="625107"/>
          </a:xfrm>
          <a:prstGeom prst="rect">
            <a:avLst/>
          </a:prstGeom>
          <a:solidFill>
            <a:srgbClr val="FFFFFF">
              <a:alpha val="1375"/>
            </a:srgbClr>
          </a:solidFill>
          <a:ln/>
        </p:spPr>
      </p:sp>
      <p:sp>
        <p:nvSpPr>
          <p:cNvPr id="35" name="Shape 33"/>
          <p:cNvSpPr/>
          <p:nvPr/>
        </p:nvSpPr>
        <p:spPr>
          <a:xfrm>
            <a:off x="8323783" y="5981548"/>
            <a:ext cx="803758" cy="625107"/>
          </a:xfrm>
          <a:prstGeom prst="rect">
            <a:avLst/>
          </a:prstGeom>
          <a:solidFill>
            <a:srgbClr val="FFFFFF">
              <a:alpha val="1719"/>
            </a:srgbClr>
          </a:solidFill>
          <a:ln/>
        </p:spPr>
      </p:sp>
      <p:sp>
        <p:nvSpPr>
          <p:cNvPr id="36" name="Shape 34"/>
          <p:cNvSpPr/>
          <p:nvPr/>
        </p:nvSpPr>
        <p:spPr>
          <a:xfrm>
            <a:off x="8323783" y="6597510"/>
            <a:ext cx="803758" cy="625107"/>
          </a:xfrm>
          <a:prstGeom prst="rect">
            <a:avLst/>
          </a:prstGeom>
          <a:solidFill>
            <a:srgbClr val="FFFFFF">
              <a:alpha val="2063"/>
            </a:srgbClr>
          </a:solidFill>
          <a:ln/>
        </p:spPr>
      </p:sp>
      <p:sp>
        <p:nvSpPr>
          <p:cNvPr id="37" name="Shape 35"/>
          <p:cNvSpPr/>
          <p:nvPr/>
        </p:nvSpPr>
        <p:spPr>
          <a:xfrm>
            <a:off x="8323783" y="7213473"/>
            <a:ext cx="803758" cy="625107"/>
          </a:xfrm>
          <a:prstGeom prst="rect">
            <a:avLst/>
          </a:prstGeom>
          <a:solidFill>
            <a:srgbClr val="FFFFFF">
              <a:alpha val="2406"/>
            </a:srgbClr>
          </a:solidFill>
          <a:ln/>
        </p:spPr>
      </p:sp>
      <p:sp>
        <p:nvSpPr>
          <p:cNvPr id="38" name="Shape 36"/>
          <p:cNvSpPr/>
          <p:nvPr/>
        </p:nvSpPr>
        <p:spPr>
          <a:xfrm>
            <a:off x="8323783" y="7829436"/>
            <a:ext cx="803758" cy="625107"/>
          </a:xfrm>
          <a:prstGeom prst="rect">
            <a:avLst/>
          </a:prstGeom>
          <a:solidFill>
            <a:srgbClr val="FFFFFF">
              <a:alpha val="2750"/>
            </a:srgbClr>
          </a:solidFill>
          <a:ln/>
        </p:spPr>
      </p:sp>
      <p:sp>
        <p:nvSpPr>
          <p:cNvPr id="39" name="Shape 37"/>
          <p:cNvSpPr/>
          <p:nvPr/>
        </p:nvSpPr>
        <p:spPr>
          <a:xfrm>
            <a:off x="9015070" y="5355641"/>
            <a:ext cx="803758" cy="395364"/>
          </a:xfrm>
          <a:prstGeom prst="rect">
            <a:avLst/>
          </a:prstGeom>
          <a:solidFill>
            <a:srgbClr val="FFFFFF">
              <a:alpha val="138"/>
            </a:srgbClr>
          </a:solidFill>
          <a:ln/>
        </p:spPr>
      </p:sp>
      <p:sp>
        <p:nvSpPr>
          <p:cNvPr id="40" name="Shape 38"/>
          <p:cNvSpPr/>
          <p:nvPr/>
        </p:nvSpPr>
        <p:spPr>
          <a:xfrm>
            <a:off x="9015070" y="5741861"/>
            <a:ext cx="803758" cy="395364"/>
          </a:xfrm>
          <a:prstGeom prst="rect">
            <a:avLst/>
          </a:prstGeom>
          <a:solidFill>
            <a:srgbClr val="FFFFFF">
              <a:alpha val="275"/>
            </a:srgbClr>
          </a:solidFill>
          <a:ln/>
        </p:spPr>
      </p:sp>
      <p:sp>
        <p:nvSpPr>
          <p:cNvPr id="41" name="Shape 39"/>
          <p:cNvSpPr/>
          <p:nvPr/>
        </p:nvSpPr>
        <p:spPr>
          <a:xfrm>
            <a:off x="9015070" y="6128080"/>
            <a:ext cx="803758" cy="395364"/>
          </a:xfrm>
          <a:prstGeom prst="rect">
            <a:avLst/>
          </a:prstGeom>
          <a:solidFill>
            <a:srgbClr val="FFFFFF">
              <a:alpha val="412"/>
            </a:srgbClr>
          </a:solidFill>
          <a:ln/>
        </p:spPr>
      </p:sp>
      <p:sp>
        <p:nvSpPr>
          <p:cNvPr id="42" name="Shape 40"/>
          <p:cNvSpPr/>
          <p:nvPr/>
        </p:nvSpPr>
        <p:spPr>
          <a:xfrm>
            <a:off x="9015070" y="6514300"/>
            <a:ext cx="803758" cy="395364"/>
          </a:xfrm>
          <a:prstGeom prst="rect">
            <a:avLst/>
          </a:prstGeom>
          <a:solidFill>
            <a:srgbClr val="FFFFFF">
              <a:alpha val="550"/>
            </a:srgbClr>
          </a:solidFill>
          <a:ln/>
        </p:spPr>
      </p:sp>
      <p:sp>
        <p:nvSpPr>
          <p:cNvPr id="43" name="Shape 41"/>
          <p:cNvSpPr/>
          <p:nvPr/>
        </p:nvSpPr>
        <p:spPr>
          <a:xfrm>
            <a:off x="9015070" y="6900520"/>
            <a:ext cx="803758" cy="395364"/>
          </a:xfrm>
          <a:prstGeom prst="rect">
            <a:avLst/>
          </a:prstGeom>
          <a:solidFill>
            <a:srgbClr val="FFFFFF">
              <a:alpha val="688"/>
            </a:srgbClr>
          </a:solidFill>
          <a:ln/>
        </p:spPr>
      </p:sp>
      <p:sp>
        <p:nvSpPr>
          <p:cNvPr id="44" name="Shape 42"/>
          <p:cNvSpPr/>
          <p:nvPr/>
        </p:nvSpPr>
        <p:spPr>
          <a:xfrm>
            <a:off x="9015070" y="7286739"/>
            <a:ext cx="803758" cy="395364"/>
          </a:xfrm>
          <a:prstGeom prst="rect">
            <a:avLst/>
          </a:prstGeom>
          <a:solidFill>
            <a:srgbClr val="FFFFFF">
              <a:alpha val="825"/>
            </a:srgbClr>
          </a:solidFill>
          <a:ln/>
        </p:spPr>
      </p:sp>
      <p:sp>
        <p:nvSpPr>
          <p:cNvPr id="45" name="Shape 43"/>
          <p:cNvSpPr/>
          <p:nvPr/>
        </p:nvSpPr>
        <p:spPr>
          <a:xfrm>
            <a:off x="9015070" y="7672959"/>
            <a:ext cx="803758" cy="395364"/>
          </a:xfrm>
          <a:prstGeom prst="rect">
            <a:avLst/>
          </a:prstGeom>
          <a:solidFill>
            <a:srgbClr val="FFFFFF">
              <a:alpha val="963"/>
            </a:srgbClr>
          </a:solidFill>
          <a:ln/>
        </p:spPr>
      </p:sp>
      <p:sp>
        <p:nvSpPr>
          <p:cNvPr id="46" name="Shape 44"/>
          <p:cNvSpPr/>
          <p:nvPr/>
        </p:nvSpPr>
        <p:spPr>
          <a:xfrm>
            <a:off x="9015070" y="8059179"/>
            <a:ext cx="803758" cy="395364"/>
          </a:xfrm>
          <a:prstGeom prst="rect">
            <a:avLst/>
          </a:prstGeom>
          <a:solidFill>
            <a:srgbClr val="FFFFFF">
              <a:alpha val="1100"/>
            </a:srgbClr>
          </a:solidFill>
          <a:ln/>
        </p:spPr>
      </p:sp>
      <p:sp>
        <p:nvSpPr>
          <p:cNvPr id="47" name="Shape 45"/>
          <p:cNvSpPr/>
          <p:nvPr/>
        </p:nvSpPr>
        <p:spPr>
          <a:xfrm>
            <a:off x="11793931" y="1728216"/>
            <a:ext cx="803758" cy="849706"/>
          </a:xfrm>
          <a:prstGeom prst="rect">
            <a:avLst/>
          </a:prstGeom>
          <a:solidFill>
            <a:srgbClr val="FFFFFF">
              <a:alpha val="688"/>
            </a:srgbClr>
          </a:solidFill>
          <a:ln/>
        </p:spPr>
      </p:sp>
      <p:sp>
        <p:nvSpPr>
          <p:cNvPr id="48" name="Shape 46"/>
          <p:cNvSpPr/>
          <p:nvPr/>
        </p:nvSpPr>
        <p:spPr>
          <a:xfrm>
            <a:off x="11793931" y="2568778"/>
            <a:ext cx="803758" cy="849706"/>
          </a:xfrm>
          <a:prstGeom prst="rect">
            <a:avLst/>
          </a:prstGeom>
          <a:solidFill>
            <a:srgbClr val="FFFFFF">
              <a:alpha val="1375"/>
            </a:srgbClr>
          </a:solidFill>
          <a:ln/>
        </p:spPr>
      </p:sp>
      <p:sp>
        <p:nvSpPr>
          <p:cNvPr id="49" name="Shape 47"/>
          <p:cNvSpPr/>
          <p:nvPr/>
        </p:nvSpPr>
        <p:spPr>
          <a:xfrm>
            <a:off x="11793931" y="3409340"/>
            <a:ext cx="803758" cy="849706"/>
          </a:xfrm>
          <a:prstGeom prst="rect">
            <a:avLst/>
          </a:prstGeom>
          <a:solidFill>
            <a:srgbClr val="FFFFFF">
              <a:alpha val="2063"/>
            </a:srgbClr>
          </a:solidFill>
          <a:ln/>
        </p:spPr>
      </p:sp>
      <p:sp>
        <p:nvSpPr>
          <p:cNvPr id="50" name="Shape 48"/>
          <p:cNvSpPr/>
          <p:nvPr/>
        </p:nvSpPr>
        <p:spPr>
          <a:xfrm>
            <a:off x="11793931" y="4249903"/>
            <a:ext cx="803758" cy="849706"/>
          </a:xfrm>
          <a:prstGeom prst="rect">
            <a:avLst/>
          </a:prstGeom>
          <a:solidFill>
            <a:srgbClr val="FFFFFF">
              <a:alpha val="2750"/>
            </a:srgbClr>
          </a:solidFill>
          <a:ln/>
        </p:spPr>
      </p:sp>
      <p:sp>
        <p:nvSpPr>
          <p:cNvPr id="51" name="Shape 49"/>
          <p:cNvSpPr/>
          <p:nvPr/>
        </p:nvSpPr>
        <p:spPr>
          <a:xfrm>
            <a:off x="11793931" y="5090465"/>
            <a:ext cx="803758" cy="849706"/>
          </a:xfrm>
          <a:prstGeom prst="rect">
            <a:avLst/>
          </a:prstGeom>
          <a:solidFill>
            <a:srgbClr val="FFFFFF">
              <a:alpha val="3438"/>
            </a:srgbClr>
          </a:solidFill>
          <a:ln/>
        </p:spPr>
      </p:sp>
      <p:sp>
        <p:nvSpPr>
          <p:cNvPr id="52" name="Shape 50"/>
          <p:cNvSpPr/>
          <p:nvPr/>
        </p:nvSpPr>
        <p:spPr>
          <a:xfrm>
            <a:off x="11793931" y="5931027"/>
            <a:ext cx="803758" cy="849706"/>
          </a:xfrm>
          <a:prstGeom prst="rect">
            <a:avLst/>
          </a:prstGeom>
          <a:solidFill>
            <a:srgbClr val="FFFFFF">
              <a:alpha val="4125"/>
            </a:srgbClr>
          </a:solidFill>
          <a:ln/>
        </p:spPr>
      </p:sp>
      <p:sp>
        <p:nvSpPr>
          <p:cNvPr id="53" name="Shape 51"/>
          <p:cNvSpPr/>
          <p:nvPr/>
        </p:nvSpPr>
        <p:spPr>
          <a:xfrm>
            <a:off x="11793931" y="6771589"/>
            <a:ext cx="803758" cy="849706"/>
          </a:xfrm>
          <a:prstGeom prst="rect">
            <a:avLst/>
          </a:prstGeom>
          <a:solidFill>
            <a:srgbClr val="FFFFFF">
              <a:alpha val="4813"/>
            </a:srgbClr>
          </a:solidFill>
          <a:ln/>
        </p:spPr>
      </p:sp>
      <p:sp>
        <p:nvSpPr>
          <p:cNvPr id="54" name="Shape 52"/>
          <p:cNvSpPr/>
          <p:nvPr/>
        </p:nvSpPr>
        <p:spPr>
          <a:xfrm>
            <a:off x="11793931" y="7612151"/>
            <a:ext cx="803758" cy="849706"/>
          </a:xfrm>
          <a:prstGeom prst="rect">
            <a:avLst/>
          </a:prstGeom>
          <a:solidFill>
            <a:srgbClr val="FFFFFF">
              <a:alpha val="5500"/>
            </a:srgbClr>
          </a:solidFill>
          <a:ln/>
        </p:spPr>
      </p:sp>
      <p:sp>
        <p:nvSpPr>
          <p:cNvPr id="55" name="Shape 53"/>
          <p:cNvSpPr/>
          <p:nvPr/>
        </p:nvSpPr>
        <p:spPr>
          <a:xfrm>
            <a:off x="10424160" y="4336999"/>
            <a:ext cx="803758" cy="523723"/>
          </a:xfrm>
          <a:prstGeom prst="rect">
            <a:avLst/>
          </a:prstGeom>
          <a:solidFill>
            <a:srgbClr val="FFFFFF">
              <a:alpha val="138"/>
            </a:srgbClr>
          </a:solidFill>
          <a:ln/>
        </p:spPr>
      </p:sp>
      <p:sp>
        <p:nvSpPr>
          <p:cNvPr id="56" name="Shape 54"/>
          <p:cNvSpPr/>
          <p:nvPr/>
        </p:nvSpPr>
        <p:spPr>
          <a:xfrm>
            <a:off x="10424160" y="4851578"/>
            <a:ext cx="803758" cy="523723"/>
          </a:xfrm>
          <a:prstGeom prst="rect">
            <a:avLst/>
          </a:prstGeom>
          <a:solidFill>
            <a:srgbClr val="FFFFFF">
              <a:alpha val="275"/>
            </a:srgbClr>
          </a:solidFill>
          <a:ln/>
        </p:spPr>
      </p:sp>
      <p:sp>
        <p:nvSpPr>
          <p:cNvPr id="57" name="Shape 55"/>
          <p:cNvSpPr/>
          <p:nvPr/>
        </p:nvSpPr>
        <p:spPr>
          <a:xfrm>
            <a:off x="10424160" y="5366156"/>
            <a:ext cx="803758" cy="523723"/>
          </a:xfrm>
          <a:prstGeom prst="rect">
            <a:avLst/>
          </a:prstGeom>
          <a:solidFill>
            <a:srgbClr val="FFFFFF">
              <a:alpha val="412"/>
            </a:srgbClr>
          </a:solidFill>
          <a:ln/>
        </p:spPr>
      </p:sp>
      <p:sp>
        <p:nvSpPr>
          <p:cNvPr id="58" name="Shape 56"/>
          <p:cNvSpPr/>
          <p:nvPr/>
        </p:nvSpPr>
        <p:spPr>
          <a:xfrm>
            <a:off x="10424160" y="5880735"/>
            <a:ext cx="803758" cy="523723"/>
          </a:xfrm>
          <a:prstGeom prst="rect">
            <a:avLst/>
          </a:prstGeom>
          <a:solidFill>
            <a:srgbClr val="FFFFFF">
              <a:alpha val="550"/>
            </a:srgbClr>
          </a:solidFill>
          <a:ln/>
        </p:spPr>
      </p:sp>
      <p:sp>
        <p:nvSpPr>
          <p:cNvPr id="59" name="Shape 57"/>
          <p:cNvSpPr/>
          <p:nvPr/>
        </p:nvSpPr>
        <p:spPr>
          <a:xfrm>
            <a:off x="10424160" y="6395314"/>
            <a:ext cx="803758" cy="523723"/>
          </a:xfrm>
          <a:prstGeom prst="rect">
            <a:avLst/>
          </a:prstGeom>
          <a:solidFill>
            <a:srgbClr val="FFFFFF">
              <a:alpha val="688"/>
            </a:srgbClr>
          </a:solidFill>
          <a:ln/>
        </p:spPr>
      </p:sp>
      <p:sp>
        <p:nvSpPr>
          <p:cNvPr id="60" name="Shape 58"/>
          <p:cNvSpPr/>
          <p:nvPr/>
        </p:nvSpPr>
        <p:spPr>
          <a:xfrm>
            <a:off x="10424160" y="6909892"/>
            <a:ext cx="803758" cy="523723"/>
          </a:xfrm>
          <a:prstGeom prst="rect">
            <a:avLst/>
          </a:prstGeom>
          <a:solidFill>
            <a:srgbClr val="FFFFFF">
              <a:alpha val="825"/>
            </a:srgbClr>
          </a:solidFill>
          <a:ln/>
        </p:spPr>
      </p:sp>
      <p:sp>
        <p:nvSpPr>
          <p:cNvPr id="61" name="Shape 59"/>
          <p:cNvSpPr/>
          <p:nvPr/>
        </p:nvSpPr>
        <p:spPr>
          <a:xfrm>
            <a:off x="10424160" y="7424471"/>
            <a:ext cx="803758" cy="523723"/>
          </a:xfrm>
          <a:prstGeom prst="rect">
            <a:avLst/>
          </a:prstGeom>
          <a:solidFill>
            <a:srgbClr val="FFFFFF">
              <a:alpha val="963"/>
            </a:srgbClr>
          </a:solidFill>
          <a:ln/>
        </p:spPr>
      </p:sp>
      <p:sp>
        <p:nvSpPr>
          <p:cNvPr id="62" name="Shape 60"/>
          <p:cNvSpPr/>
          <p:nvPr/>
        </p:nvSpPr>
        <p:spPr>
          <a:xfrm>
            <a:off x="10424160" y="7939049"/>
            <a:ext cx="803758" cy="523723"/>
          </a:xfrm>
          <a:prstGeom prst="rect">
            <a:avLst/>
          </a:prstGeom>
          <a:solidFill>
            <a:srgbClr val="FFFFFF">
              <a:alpha val="1100"/>
            </a:srgbClr>
          </a:solidFill>
          <a:ln/>
        </p:spPr>
      </p:sp>
      <p:sp>
        <p:nvSpPr>
          <p:cNvPr id="63" name="Shape 61"/>
          <p:cNvSpPr/>
          <p:nvPr/>
        </p:nvSpPr>
        <p:spPr>
          <a:xfrm>
            <a:off x="11113618" y="3155594"/>
            <a:ext cx="803758" cy="671284"/>
          </a:xfrm>
          <a:prstGeom prst="rect">
            <a:avLst/>
          </a:prstGeom>
          <a:solidFill>
            <a:srgbClr val="FFFFFF">
              <a:alpha val="344"/>
            </a:srgbClr>
          </a:solidFill>
          <a:ln/>
        </p:spPr>
      </p:sp>
      <p:sp>
        <p:nvSpPr>
          <p:cNvPr id="64" name="Shape 62"/>
          <p:cNvSpPr/>
          <p:nvPr/>
        </p:nvSpPr>
        <p:spPr>
          <a:xfrm>
            <a:off x="11113618" y="3817734"/>
            <a:ext cx="803758" cy="671284"/>
          </a:xfrm>
          <a:prstGeom prst="rect">
            <a:avLst/>
          </a:prstGeom>
          <a:solidFill>
            <a:srgbClr val="FFFFFF">
              <a:alpha val="688"/>
            </a:srgbClr>
          </a:solidFill>
          <a:ln/>
        </p:spPr>
      </p:sp>
      <p:sp>
        <p:nvSpPr>
          <p:cNvPr id="65" name="Shape 63"/>
          <p:cNvSpPr/>
          <p:nvPr/>
        </p:nvSpPr>
        <p:spPr>
          <a:xfrm>
            <a:off x="11113618" y="4479874"/>
            <a:ext cx="803758" cy="671284"/>
          </a:xfrm>
          <a:prstGeom prst="rect">
            <a:avLst/>
          </a:prstGeom>
          <a:solidFill>
            <a:srgbClr val="FFFFFF">
              <a:alpha val="1031"/>
            </a:srgbClr>
          </a:solidFill>
          <a:ln/>
        </p:spPr>
      </p:sp>
      <p:sp>
        <p:nvSpPr>
          <p:cNvPr id="66" name="Shape 64"/>
          <p:cNvSpPr/>
          <p:nvPr/>
        </p:nvSpPr>
        <p:spPr>
          <a:xfrm>
            <a:off x="11113618" y="5142014"/>
            <a:ext cx="803758" cy="671284"/>
          </a:xfrm>
          <a:prstGeom prst="rect">
            <a:avLst/>
          </a:prstGeom>
          <a:solidFill>
            <a:srgbClr val="FFFFFF">
              <a:alpha val="1375"/>
            </a:srgbClr>
          </a:solidFill>
          <a:ln/>
        </p:spPr>
      </p:sp>
      <p:sp>
        <p:nvSpPr>
          <p:cNvPr id="67" name="Shape 65"/>
          <p:cNvSpPr/>
          <p:nvPr/>
        </p:nvSpPr>
        <p:spPr>
          <a:xfrm>
            <a:off x="11113618" y="5804154"/>
            <a:ext cx="803758" cy="671284"/>
          </a:xfrm>
          <a:prstGeom prst="rect">
            <a:avLst/>
          </a:prstGeom>
          <a:solidFill>
            <a:srgbClr val="FFFFFF">
              <a:alpha val="1719"/>
            </a:srgbClr>
          </a:solidFill>
          <a:ln/>
        </p:spPr>
      </p:sp>
      <p:sp>
        <p:nvSpPr>
          <p:cNvPr id="68" name="Shape 66"/>
          <p:cNvSpPr/>
          <p:nvPr/>
        </p:nvSpPr>
        <p:spPr>
          <a:xfrm>
            <a:off x="11113618" y="6466294"/>
            <a:ext cx="803758" cy="671284"/>
          </a:xfrm>
          <a:prstGeom prst="rect">
            <a:avLst/>
          </a:prstGeom>
          <a:solidFill>
            <a:srgbClr val="FFFFFF">
              <a:alpha val="2063"/>
            </a:srgbClr>
          </a:solidFill>
          <a:ln/>
        </p:spPr>
      </p:sp>
      <p:sp>
        <p:nvSpPr>
          <p:cNvPr id="69" name="Shape 67"/>
          <p:cNvSpPr/>
          <p:nvPr/>
        </p:nvSpPr>
        <p:spPr>
          <a:xfrm>
            <a:off x="11113618" y="7128434"/>
            <a:ext cx="803758" cy="671284"/>
          </a:xfrm>
          <a:prstGeom prst="rect">
            <a:avLst/>
          </a:prstGeom>
          <a:solidFill>
            <a:srgbClr val="FFFFFF">
              <a:alpha val="2406"/>
            </a:srgbClr>
          </a:solidFill>
          <a:ln/>
        </p:spPr>
      </p:sp>
      <p:sp>
        <p:nvSpPr>
          <p:cNvPr id="70" name="Shape 68"/>
          <p:cNvSpPr/>
          <p:nvPr/>
        </p:nvSpPr>
        <p:spPr>
          <a:xfrm>
            <a:off x="11113618" y="7790574"/>
            <a:ext cx="803758" cy="671284"/>
          </a:xfrm>
          <a:prstGeom prst="rect">
            <a:avLst/>
          </a:prstGeom>
          <a:solidFill>
            <a:srgbClr val="FFFFFF">
              <a:alpha val="2750"/>
            </a:srgbClr>
          </a:solidFill>
          <a:ln/>
        </p:spPr>
      </p:sp>
      <p:sp>
        <p:nvSpPr>
          <p:cNvPr id="71" name="Shape 69"/>
          <p:cNvSpPr/>
          <p:nvPr/>
        </p:nvSpPr>
        <p:spPr>
          <a:xfrm>
            <a:off x="3628339" y="1728216"/>
            <a:ext cx="803758" cy="849706"/>
          </a:xfrm>
          <a:prstGeom prst="rect">
            <a:avLst/>
          </a:prstGeom>
          <a:solidFill>
            <a:srgbClr val="FFFFFF">
              <a:alpha val="1031"/>
            </a:srgbClr>
          </a:solidFill>
          <a:ln/>
        </p:spPr>
      </p:sp>
      <p:sp>
        <p:nvSpPr>
          <p:cNvPr id="72" name="Shape 70"/>
          <p:cNvSpPr/>
          <p:nvPr/>
        </p:nvSpPr>
        <p:spPr>
          <a:xfrm>
            <a:off x="3628339" y="2568778"/>
            <a:ext cx="803758" cy="849706"/>
          </a:xfrm>
          <a:prstGeom prst="rect">
            <a:avLst/>
          </a:prstGeom>
          <a:solidFill>
            <a:srgbClr val="FFFFFF">
              <a:alpha val="2063"/>
            </a:srgbClr>
          </a:solidFill>
          <a:ln/>
        </p:spPr>
      </p:sp>
      <p:sp>
        <p:nvSpPr>
          <p:cNvPr id="73" name="Shape 71"/>
          <p:cNvSpPr/>
          <p:nvPr/>
        </p:nvSpPr>
        <p:spPr>
          <a:xfrm>
            <a:off x="3628339" y="3409340"/>
            <a:ext cx="803758" cy="849706"/>
          </a:xfrm>
          <a:prstGeom prst="rect">
            <a:avLst/>
          </a:prstGeom>
          <a:solidFill>
            <a:srgbClr val="FFFFFF">
              <a:alpha val="3094"/>
            </a:srgbClr>
          </a:solidFill>
          <a:ln/>
        </p:spPr>
      </p:sp>
      <p:sp>
        <p:nvSpPr>
          <p:cNvPr id="74" name="Shape 72"/>
          <p:cNvSpPr/>
          <p:nvPr/>
        </p:nvSpPr>
        <p:spPr>
          <a:xfrm>
            <a:off x="3628339" y="4249903"/>
            <a:ext cx="803758" cy="849706"/>
          </a:xfrm>
          <a:prstGeom prst="rect">
            <a:avLst/>
          </a:prstGeom>
          <a:solidFill>
            <a:srgbClr val="FFFFFF">
              <a:alpha val="4125"/>
            </a:srgbClr>
          </a:solidFill>
          <a:ln/>
        </p:spPr>
      </p:sp>
      <p:sp>
        <p:nvSpPr>
          <p:cNvPr id="75" name="Shape 73"/>
          <p:cNvSpPr/>
          <p:nvPr/>
        </p:nvSpPr>
        <p:spPr>
          <a:xfrm>
            <a:off x="3628339" y="5090465"/>
            <a:ext cx="803758" cy="849706"/>
          </a:xfrm>
          <a:prstGeom prst="rect">
            <a:avLst/>
          </a:prstGeom>
          <a:solidFill>
            <a:srgbClr val="FFFFFF">
              <a:alpha val="5156"/>
            </a:srgbClr>
          </a:solidFill>
          <a:ln/>
        </p:spPr>
      </p:sp>
      <p:sp>
        <p:nvSpPr>
          <p:cNvPr id="76" name="Shape 74"/>
          <p:cNvSpPr/>
          <p:nvPr/>
        </p:nvSpPr>
        <p:spPr>
          <a:xfrm>
            <a:off x="3628339" y="5931027"/>
            <a:ext cx="803758" cy="849706"/>
          </a:xfrm>
          <a:prstGeom prst="rect">
            <a:avLst/>
          </a:prstGeom>
          <a:solidFill>
            <a:srgbClr val="FFFFFF">
              <a:alpha val="6188"/>
            </a:srgbClr>
          </a:solidFill>
          <a:ln/>
        </p:spPr>
      </p:sp>
      <p:sp>
        <p:nvSpPr>
          <p:cNvPr id="77" name="Shape 75"/>
          <p:cNvSpPr/>
          <p:nvPr/>
        </p:nvSpPr>
        <p:spPr>
          <a:xfrm>
            <a:off x="3628339" y="6771589"/>
            <a:ext cx="803758" cy="849706"/>
          </a:xfrm>
          <a:prstGeom prst="rect">
            <a:avLst/>
          </a:prstGeom>
          <a:solidFill>
            <a:srgbClr val="FFFFFF">
              <a:alpha val="7219"/>
            </a:srgbClr>
          </a:solidFill>
          <a:ln/>
        </p:spPr>
      </p:sp>
      <p:sp>
        <p:nvSpPr>
          <p:cNvPr id="78" name="Shape 76"/>
          <p:cNvSpPr/>
          <p:nvPr/>
        </p:nvSpPr>
        <p:spPr>
          <a:xfrm>
            <a:off x="3628339" y="7612151"/>
            <a:ext cx="803758" cy="849706"/>
          </a:xfrm>
          <a:prstGeom prst="rect">
            <a:avLst/>
          </a:prstGeom>
          <a:solidFill>
            <a:srgbClr val="FFFFFF">
              <a:alpha val="8250"/>
            </a:srgbClr>
          </a:solidFill>
          <a:ln/>
        </p:spPr>
      </p:sp>
      <p:sp>
        <p:nvSpPr>
          <p:cNvPr id="79" name="Shape 77"/>
          <p:cNvSpPr/>
          <p:nvPr/>
        </p:nvSpPr>
        <p:spPr>
          <a:xfrm>
            <a:off x="2258568" y="4336999"/>
            <a:ext cx="803758" cy="523723"/>
          </a:xfrm>
          <a:prstGeom prst="rect">
            <a:avLst/>
          </a:prstGeom>
          <a:solidFill>
            <a:srgbClr val="FFFFFF">
              <a:alpha val="344"/>
            </a:srgbClr>
          </a:solidFill>
          <a:ln/>
        </p:spPr>
      </p:sp>
      <p:sp>
        <p:nvSpPr>
          <p:cNvPr id="80" name="Shape 78"/>
          <p:cNvSpPr/>
          <p:nvPr/>
        </p:nvSpPr>
        <p:spPr>
          <a:xfrm>
            <a:off x="2258568" y="4851578"/>
            <a:ext cx="803758" cy="523723"/>
          </a:xfrm>
          <a:prstGeom prst="rect">
            <a:avLst/>
          </a:prstGeom>
          <a:solidFill>
            <a:srgbClr val="FFFFFF">
              <a:alpha val="688"/>
            </a:srgbClr>
          </a:solidFill>
          <a:ln/>
        </p:spPr>
      </p:sp>
      <p:sp>
        <p:nvSpPr>
          <p:cNvPr id="81" name="Shape 79"/>
          <p:cNvSpPr/>
          <p:nvPr/>
        </p:nvSpPr>
        <p:spPr>
          <a:xfrm>
            <a:off x="2258568" y="5366156"/>
            <a:ext cx="803758" cy="523723"/>
          </a:xfrm>
          <a:prstGeom prst="rect">
            <a:avLst/>
          </a:prstGeom>
          <a:solidFill>
            <a:srgbClr val="FFFFFF">
              <a:alpha val="1031"/>
            </a:srgbClr>
          </a:solidFill>
          <a:ln/>
        </p:spPr>
      </p:sp>
      <p:sp>
        <p:nvSpPr>
          <p:cNvPr id="82" name="Shape 80"/>
          <p:cNvSpPr/>
          <p:nvPr/>
        </p:nvSpPr>
        <p:spPr>
          <a:xfrm>
            <a:off x="2258568" y="5880735"/>
            <a:ext cx="803758" cy="523723"/>
          </a:xfrm>
          <a:prstGeom prst="rect">
            <a:avLst/>
          </a:prstGeom>
          <a:solidFill>
            <a:srgbClr val="FFFFFF">
              <a:alpha val="1375"/>
            </a:srgbClr>
          </a:solidFill>
          <a:ln/>
        </p:spPr>
      </p:sp>
      <p:sp>
        <p:nvSpPr>
          <p:cNvPr id="83" name="Shape 81"/>
          <p:cNvSpPr/>
          <p:nvPr/>
        </p:nvSpPr>
        <p:spPr>
          <a:xfrm>
            <a:off x="2258568" y="6395314"/>
            <a:ext cx="803758" cy="523723"/>
          </a:xfrm>
          <a:prstGeom prst="rect">
            <a:avLst/>
          </a:prstGeom>
          <a:solidFill>
            <a:srgbClr val="FFFFFF">
              <a:alpha val="1719"/>
            </a:srgbClr>
          </a:solidFill>
          <a:ln/>
        </p:spPr>
      </p:sp>
      <p:sp>
        <p:nvSpPr>
          <p:cNvPr id="84" name="Shape 82"/>
          <p:cNvSpPr/>
          <p:nvPr/>
        </p:nvSpPr>
        <p:spPr>
          <a:xfrm>
            <a:off x="2258568" y="6909892"/>
            <a:ext cx="803758" cy="523723"/>
          </a:xfrm>
          <a:prstGeom prst="rect">
            <a:avLst/>
          </a:prstGeom>
          <a:solidFill>
            <a:srgbClr val="FFFFFF">
              <a:alpha val="2063"/>
            </a:srgbClr>
          </a:solidFill>
          <a:ln/>
        </p:spPr>
      </p:sp>
      <p:sp>
        <p:nvSpPr>
          <p:cNvPr id="85" name="Shape 83"/>
          <p:cNvSpPr/>
          <p:nvPr/>
        </p:nvSpPr>
        <p:spPr>
          <a:xfrm>
            <a:off x="2258568" y="7424471"/>
            <a:ext cx="803758" cy="523723"/>
          </a:xfrm>
          <a:prstGeom prst="rect">
            <a:avLst/>
          </a:prstGeom>
          <a:solidFill>
            <a:srgbClr val="FFFFFF">
              <a:alpha val="2406"/>
            </a:srgbClr>
          </a:solidFill>
          <a:ln/>
        </p:spPr>
      </p:sp>
      <p:sp>
        <p:nvSpPr>
          <p:cNvPr id="86" name="Shape 84"/>
          <p:cNvSpPr/>
          <p:nvPr/>
        </p:nvSpPr>
        <p:spPr>
          <a:xfrm>
            <a:off x="2258568" y="7939049"/>
            <a:ext cx="803758" cy="523723"/>
          </a:xfrm>
          <a:prstGeom prst="rect">
            <a:avLst/>
          </a:prstGeom>
          <a:solidFill>
            <a:srgbClr val="FFFFFF">
              <a:alpha val="2750"/>
            </a:srgbClr>
          </a:solidFill>
          <a:ln/>
        </p:spPr>
      </p:sp>
      <p:sp>
        <p:nvSpPr>
          <p:cNvPr id="87" name="Shape 85"/>
          <p:cNvSpPr/>
          <p:nvPr/>
        </p:nvSpPr>
        <p:spPr>
          <a:xfrm>
            <a:off x="2948026" y="3155594"/>
            <a:ext cx="803758" cy="671284"/>
          </a:xfrm>
          <a:prstGeom prst="rect">
            <a:avLst/>
          </a:prstGeom>
          <a:solidFill>
            <a:srgbClr val="FFFFFF">
              <a:alpha val="688"/>
            </a:srgbClr>
          </a:solidFill>
          <a:ln/>
        </p:spPr>
      </p:sp>
      <p:sp>
        <p:nvSpPr>
          <p:cNvPr id="88" name="Shape 86"/>
          <p:cNvSpPr/>
          <p:nvPr/>
        </p:nvSpPr>
        <p:spPr>
          <a:xfrm>
            <a:off x="2948026" y="3817734"/>
            <a:ext cx="803758" cy="671284"/>
          </a:xfrm>
          <a:prstGeom prst="rect">
            <a:avLst/>
          </a:prstGeom>
          <a:solidFill>
            <a:srgbClr val="FFFFFF">
              <a:alpha val="1375"/>
            </a:srgbClr>
          </a:solidFill>
          <a:ln/>
        </p:spPr>
      </p:sp>
      <p:sp>
        <p:nvSpPr>
          <p:cNvPr id="89" name="Shape 87"/>
          <p:cNvSpPr/>
          <p:nvPr/>
        </p:nvSpPr>
        <p:spPr>
          <a:xfrm>
            <a:off x="2948026" y="4479874"/>
            <a:ext cx="803758" cy="671284"/>
          </a:xfrm>
          <a:prstGeom prst="rect">
            <a:avLst/>
          </a:prstGeom>
          <a:solidFill>
            <a:srgbClr val="FFFFFF">
              <a:alpha val="2063"/>
            </a:srgbClr>
          </a:solidFill>
          <a:ln/>
        </p:spPr>
      </p:sp>
      <p:sp>
        <p:nvSpPr>
          <p:cNvPr id="90" name="Shape 88"/>
          <p:cNvSpPr/>
          <p:nvPr/>
        </p:nvSpPr>
        <p:spPr>
          <a:xfrm>
            <a:off x="2948026" y="5142014"/>
            <a:ext cx="803758" cy="671284"/>
          </a:xfrm>
          <a:prstGeom prst="rect">
            <a:avLst/>
          </a:prstGeom>
          <a:solidFill>
            <a:srgbClr val="FFFFFF">
              <a:alpha val="2750"/>
            </a:srgbClr>
          </a:solidFill>
          <a:ln/>
        </p:spPr>
      </p:sp>
      <p:sp>
        <p:nvSpPr>
          <p:cNvPr id="91" name="Shape 89"/>
          <p:cNvSpPr/>
          <p:nvPr/>
        </p:nvSpPr>
        <p:spPr>
          <a:xfrm>
            <a:off x="2948026" y="5804154"/>
            <a:ext cx="803758" cy="671284"/>
          </a:xfrm>
          <a:prstGeom prst="rect">
            <a:avLst/>
          </a:prstGeom>
          <a:solidFill>
            <a:srgbClr val="FFFFFF">
              <a:alpha val="3438"/>
            </a:srgbClr>
          </a:solidFill>
          <a:ln/>
        </p:spPr>
      </p:sp>
      <p:sp>
        <p:nvSpPr>
          <p:cNvPr id="92" name="Shape 90"/>
          <p:cNvSpPr/>
          <p:nvPr/>
        </p:nvSpPr>
        <p:spPr>
          <a:xfrm>
            <a:off x="2948026" y="6466294"/>
            <a:ext cx="803758" cy="671284"/>
          </a:xfrm>
          <a:prstGeom prst="rect">
            <a:avLst/>
          </a:prstGeom>
          <a:solidFill>
            <a:srgbClr val="FFFFFF">
              <a:alpha val="4125"/>
            </a:srgbClr>
          </a:solidFill>
          <a:ln/>
        </p:spPr>
      </p:sp>
      <p:sp>
        <p:nvSpPr>
          <p:cNvPr id="93" name="Shape 91"/>
          <p:cNvSpPr/>
          <p:nvPr/>
        </p:nvSpPr>
        <p:spPr>
          <a:xfrm>
            <a:off x="2948026" y="7128434"/>
            <a:ext cx="803758" cy="671284"/>
          </a:xfrm>
          <a:prstGeom prst="rect">
            <a:avLst/>
          </a:prstGeom>
          <a:solidFill>
            <a:srgbClr val="FFFFFF">
              <a:alpha val="4813"/>
            </a:srgbClr>
          </a:solidFill>
          <a:ln/>
        </p:spPr>
      </p:sp>
      <p:sp>
        <p:nvSpPr>
          <p:cNvPr id="94" name="Shape 92"/>
          <p:cNvSpPr/>
          <p:nvPr/>
        </p:nvSpPr>
        <p:spPr>
          <a:xfrm>
            <a:off x="2948026" y="7790574"/>
            <a:ext cx="803758" cy="671284"/>
          </a:xfrm>
          <a:prstGeom prst="rect">
            <a:avLst/>
          </a:prstGeom>
          <a:solidFill>
            <a:srgbClr val="FFFFFF">
              <a:alpha val="5500"/>
            </a:srgbClr>
          </a:solidFill>
          <a:ln/>
        </p:spPr>
      </p:sp>
      <p:sp>
        <p:nvSpPr>
          <p:cNvPr id="95" name="Shape 93"/>
          <p:cNvSpPr/>
          <p:nvPr/>
        </p:nvSpPr>
        <p:spPr>
          <a:xfrm>
            <a:off x="4300423" y="3525926"/>
            <a:ext cx="803758" cy="625107"/>
          </a:xfrm>
          <a:prstGeom prst="rect">
            <a:avLst/>
          </a:prstGeom>
          <a:solidFill>
            <a:srgbClr val="FFFFFF">
              <a:alpha val="688"/>
            </a:srgbClr>
          </a:solidFill>
          <a:ln/>
        </p:spPr>
      </p:sp>
      <p:sp>
        <p:nvSpPr>
          <p:cNvPr id="96" name="Shape 94"/>
          <p:cNvSpPr/>
          <p:nvPr/>
        </p:nvSpPr>
        <p:spPr>
          <a:xfrm>
            <a:off x="4300423" y="4141889"/>
            <a:ext cx="803758" cy="625107"/>
          </a:xfrm>
          <a:prstGeom prst="rect">
            <a:avLst/>
          </a:prstGeom>
          <a:solidFill>
            <a:srgbClr val="FFFFFF">
              <a:alpha val="1375"/>
            </a:srgbClr>
          </a:solidFill>
          <a:ln/>
        </p:spPr>
      </p:sp>
      <p:sp>
        <p:nvSpPr>
          <p:cNvPr id="97" name="Shape 95"/>
          <p:cNvSpPr/>
          <p:nvPr/>
        </p:nvSpPr>
        <p:spPr>
          <a:xfrm>
            <a:off x="4300423" y="4757852"/>
            <a:ext cx="803758" cy="625107"/>
          </a:xfrm>
          <a:prstGeom prst="rect">
            <a:avLst/>
          </a:prstGeom>
          <a:solidFill>
            <a:srgbClr val="FFFFFF">
              <a:alpha val="2063"/>
            </a:srgbClr>
          </a:solidFill>
          <a:ln/>
        </p:spPr>
      </p:sp>
      <p:sp>
        <p:nvSpPr>
          <p:cNvPr id="98" name="Shape 96"/>
          <p:cNvSpPr/>
          <p:nvPr/>
        </p:nvSpPr>
        <p:spPr>
          <a:xfrm>
            <a:off x="4300423" y="5373815"/>
            <a:ext cx="803758" cy="625107"/>
          </a:xfrm>
          <a:prstGeom prst="rect">
            <a:avLst/>
          </a:prstGeom>
          <a:solidFill>
            <a:srgbClr val="FFFFFF">
              <a:alpha val="2750"/>
            </a:srgbClr>
          </a:solidFill>
          <a:ln/>
        </p:spPr>
      </p:sp>
      <p:sp>
        <p:nvSpPr>
          <p:cNvPr id="99" name="Shape 97"/>
          <p:cNvSpPr/>
          <p:nvPr/>
        </p:nvSpPr>
        <p:spPr>
          <a:xfrm>
            <a:off x="4300423" y="5989777"/>
            <a:ext cx="803758" cy="625107"/>
          </a:xfrm>
          <a:prstGeom prst="rect">
            <a:avLst/>
          </a:prstGeom>
          <a:solidFill>
            <a:srgbClr val="FFFFFF">
              <a:alpha val="3438"/>
            </a:srgbClr>
          </a:solidFill>
          <a:ln/>
        </p:spPr>
      </p:sp>
      <p:sp>
        <p:nvSpPr>
          <p:cNvPr id="100" name="Shape 98"/>
          <p:cNvSpPr/>
          <p:nvPr/>
        </p:nvSpPr>
        <p:spPr>
          <a:xfrm>
            <a:off x="4300423" y="6605740"/>
            <a:ext cx="803758" cy="625107"/>
          </a:xfrm>
          <a:prstGeom prst="rect">
            <a:avLst/>
          </a:prstGeom>
          <a:solidFill>
            <a:srgbClr val="FFFFFF">
              <a:alpha val="4125"/>
            </a:srgbClr>
          </a:solidFill>
          <a:ln/>
        </p:spPr>
      </p:sp>
      <p:sp>
        <p:nvSpPr>
          <p:cNvPr id="101" name="Shape 99"/>
          <p:cNvSpPr/>
          <p:nvPr/>
        </p:nvSpPr>
        <p:spPr>
          <a:xfrm>
            <a:off x="4300423" y="7221703"/>
            <a:ext cx="803758" cy="625107"/>
          </a:xfrm>
          <a:prstGeom prst="rect">
            <a:avLst/>
          </a:prstGeom>
          <a:solidFill>
            <a:srgbClr val="FFFFFF">
              <a:alpha val="4813"/>
            </a:srgbClr>
          </a:solidFill>
          <a:ln/>
        </p:spPr>
      </p:sp>
      <p:sp>
        <p:nvSpPr>
          <p:cNvPr id="102" name="Shape 100"/>
          <p:cNvSpPr/>
          <p:nvPr/>
        </p:nvSpPr>
        <p:spPr>
          <a:xfrm>
            <a:off x="4300423" y="7837665"/>
            <a:ext cx="803758" cy="625107"/>
          </a:xfrm>
          <a:prstGeom prst="rect">
            <a:avLst/>
          </a:prstGeom>
          <a:solidFill>
            <a:srgbClr val="FFFFFF">
              <a:alpha val="5500"/>
            </a:srgbClr>
          </a:solidFill>
          <a:ln/>
        </p:spPr>
      </p:sp>
      <p:sp>
        <p:nvSpPr>
          <p:cNvPr id="103" name="Shape 101"/>
          <p:cNvSpPr/>
          <p:nvPr/>
        </p:nvSpPr>
        <p:spPr>
          <a:xfrm>
            <a:off x="4992624" y="5362956"/>
            <a:ext cx="803758" cy="395364"/>
          </a:xfrm>
          <a:prstGeom prst="rect">
            <a:avLst/>
          </a:prstGeom>
          <a:solidFill>
            <a:srgbClr val="FFFFFF">
              <a:alpha val="344"/>
            </a:srgbClr>
          </a:solidFill>
          <a:ln/>
        </p:spPr>
      </p:sp>
      <p:sp>
        <p:nvSpPr>
          <p:cNvPr id="104" name="Shape 102"/>
          <p:cNvSpPr/>
          <p:nvPr/>
        </p:nvSpPr>
        <p:spPr>
          <a:xfrm>
            <a:off x="4992624" y="5749176"/>
            <a:ext cx="803758" cy="395364"/>
          </a:xfrm>
          <a:prstGeom prst="rect">
            <a:avLst/>
          </a:prstGeom>
          <a:solidFill>
            <a:srgbClr val="FFFFFF">
              <a:alpha val="688"/>
            </a:srgbClr>
          </a:solidFill>
          <a:ln/>
        </p:spPr>
      </p:sp>
      <p:sp>
        <p:nvSpPr>
          <p:cNvPr id="105" name="Shape 103"/>
          <p:cNvSpPr/>
          <p:nvPr/>
        </p:nvSpPr>
        <p:spPr>
          <a:xfrm>
            <a:off x="4992624" y="6135395"/>
            <a:ext cx="803758" cy="395364"/>
          </a:xfrm>
          <a:prstGeom prst="rect">
            <a:avLst/>
          </a:prstGeom>
          <a:solidFill>
            <a:srgbClr val="FFFFFF">
              <a:alpha val="1031"/>
            </a:srgbClr>
          </a:solidFill>
          <a:ln/>
        </p:spPr>
      </p:sp>
      <p:sp>
        <p:nvSpPr>
          <p:cNvPr id="106" name="Shape 104"/>
          <p:cNvSpPr/>
          <p:nvPr/>
        </p:nvSpPr>
        <p:spPr>
          <a:xfrm>
            <a:off x="4992624" y="6521615"/>
            <a:ext cx="803758" cy="395364"/>
          </a:xfrm>
          <a:prstGeom prst="rect">
            <a:avLst/>
          </a:prstGeom>
          <a:solidFill>
            <a:srgbClr val="FFFFFF">
              <a:alpha val="1375"/>
            </a:srgbClr>
          </a:solidFill>
          <a:ln/>
        </p:spPr>
      </p:sp>
      <p:sp>
        <p:nvSpPr>
          <p:cNvPr id="107" name="Shape 105"/>
          <p:cNvSpPr/>
          <p:nvPr/>
        </p:nvSpPr>
        <p:spPr>
          <a:xfrm>
            <a:off x="4992624" y="6907835"/>
            <a:ext cx="803758" cy="395364"/>
          </a:xfrm>
          <a:prstGeom prst="rect">
            <a:avLst/>
          </a:prstGeom>
          <a:solidFill>
            <a:srgbClr val="FFFFFF">
              <a:alpha val="1719"/>
            </a:srgbClr>
          </a:solidFill>
          <a:ln/>
        </p:spPr>
      </p:sp>
      <p:sp>
        <p:nvSpPr>
          <p:cNvPr id="108" name="Shape 106"/>
          <p:cNvSpPr/>
          <p:nvPr/>
        </p:nvSpPr>
        <p:spPr>
          <a:xfrm>
            <a:off x="4992624" y="7294055"/>
            <a:ext cx="803758" cy="395364"/>
          </a:xfrm>
          <a:prstGeom prst="rect">
            <a:avLst/>
          </a:prstGeom>
          <a:solidFill>
            <a:srgbClr val="FFFFFF">
              <a:alpha val="2063"/>
            </a:srgbClr>
          </a:solidFill>
          <a:ln/>
        </p:spPr>
      </p:sp>
      <p:sp>
        <p:nvSpPr>
          <p:cNvPr id="109" name="Shape 107"/>
          <p:cNvSpPr/>
          <p:nvPr/>
        </p:nvSpPr>
        <p:spPr>
          <a:xfrm>
            <a:off x="4992624" y="7680274"/>
            <a:ext cx="803758" cy="395364"/>
          </a:xfrm>
          <a:prstGeom prst="rect">
            <a:avLst/>
          </a:prstGeom>
          <a:solidFill>
            <a:srgbClr val="FFFFFF">
              <a:alpha val="2406"/>
            </a:srgbClr>
          </a:solidFill>
          <a:ln/>
        </p:spPr>
      </p:sp>
      <p:sp>
        <p:nvSpPr>
          <p:cNvPr id="110" name="Shape 108"/>
          <p:cNvSpPr/>
          <p:nvPr/>
        </p:nvSpPr>
        <p:spPr>
          <a:xfrm>
            <a:off x="4992624" y="8066494"/>
            <a:ext cx="803758" cy="395364"/>
          </a:xfrm>
          <a:prstGeom prst="rect">
            <a:avLst/>
          </a:prstGeom>
          <a:solidFill>
            <a:srgbClr val="FFFFFF">
              <a:alpha val="2750"/>
            </a:srgbClr>
          </a:solidFill>
          <a:ln/>
        </p:spPr>
      </p:sp>
      <p:sp>
        <p:nvSpPr>
          <p:cNvPr id="111" name="Shape 109"/>
          <p:cNvSpPr/>
          <p:nvPr/>
        </p:nvSpPr>
        <p:spPr>
          <a:xfrm>
            <a:off x="-515722" y="1728216"/>
            <a:ext cx="803758" cy="849706"/>
          </a:xfrm>
          <a:prstGeom prst="rect">
            <a:avLst/>
          </a:prstGeom>
          <a:solidFill>
            <a:srgbClr val="FFFFFF">
              <a:alpha val="688"/>
            </a:srgbClr>
          </a:solidFill>
          <a:ln/>
        </p:spPr>
      </p:sp>
      <p:sp>
        <p:nvSpPr>
          <p:cNvPr id="112" name="Shape 110"/>
          <p:cNvSpPr/>
          <p:nvPr/>
        </p:nvSpPr>
        <p:spPr>
          <a:xfrm>
            <a:off x="-515722" y="2568778"/>
            <a:ext cx="803758" cy="849706"/>
          </a:xfrm>
          <a:prstGeom prst="rect">
            <a:avLst/>
          </a:prstGeom>
          <a:solidFill>
            <a:srgbClr val="FFFFFF">
              <a:alpha val="1375"/>
            </a:srgbClr>
          </a:solidFill>
          <a:ln/>
        </p:spPr>
      </p:sp>
      <p:sp>
        <p:nvSpPr>
          <p:cNvPr id="113" name="Shape 111"/>
          <p:cNvSpPr/>
          <p:nvPr/>
        </p:nvSpPr>
        <p:spPr>
          <a:xfrm>
            <a:off x="-515722" y="3409340"/>
            <a:ext cx="803758" cy="849706"/>
          </a:xfrm>
          <a:prstGeom prst="rect">
            <a:avLst/>
          </a:prstGeom>
          <a:solidFill>
            <a:srgbClr val="FFFFFF">
              <a:alpha val="2063"/>
            </a:srgbClr>
          </a:solidFill>
          <a:ln/>
        </p:spPr>
      </p:sp>
      <p:sp>
        <p:nvSpPr>
          <p:cNvPr id="114" name="Shape 112"/>
          <p:cNvSpPr/>
          <p:nvPr/>
        </p:nvSpPr>
        <p:spPr>
          <a:xfrm>
            <a:off x="-515722" y="4249903"/>
            <a:ext cx="803758" cy="849706"/>
          </a:xfrm>
          <a:prstGeom prst="rect">
            <a:avLst/>
          </a:prstGeom>
          <a:solidFill>
            <a:srgbClr val="FFFFFF">
              <a:alpha val="2750"/>
            </a:srgbClr>
          </a:solidFill>
          <a:ln/>
        </p:spPr>
      </p:sp>
      <p:sp>
        <p:nvSpPr>
          <p:cNvPr id="115" name="Shape 113"/>
          <p:cNvSpPr/>
          <p:nvPr/>
        </p:nvSpPr>
        <p:spPr>
          <a:xfrm>
            <a:off x="-515722" y="5090465"/>
            <a:ext cx="803758" cy="849706"/>
          </a:xfrm>
          <a:prstGeom prst="rect">
            <a:avLst/>
          </a:prstGeom>
          <a:solidFill>
            <a:srgbClr val="FFFFFF">
              <a:alpha val="3438"/>
            </a:srgbClr>
          </a:solidFill>
          <a:ln/>
        </p:spPr>
      </p:sp>
      <p:sp>
        <p:nvSpPr>
          <p:cNvPr id="116" name="Shape 114"/>
          <p:cNvSpPr/>
          <p:nvPr/>
        </p:nvSpPr>
        <p:spPr>
          <a:xfrm>
            <a:off x="-515722" y="5931027"/>
            <a:ext cx="803758" cy="849706"/>
          </a:xfrm>
          <a:prstGeom prst="rect">
            <a:avLst/>
          </a:prstGeom>
          <a:solidFill>
            <a:srgbClr val="FFFFFF">
              <a:alpha val="4125"/>
            </a:srgbClr>
          </a:solidFill>
          <a:ln/>
        </p:spPr>
      </p:sp>
      <p:sp>
        <p:nvSpPr>
          <p:cNvPr id="117" name="Shape 115"/>
          <p:cNvSpPr/>
          <p:nvPr/>
        </p:nvSpPr>
        <p:spPr>
          <a:xfrm>
            <a:off x="-515722" y="6771589"/>
            <a:ext cx="803758" cy="849706"/>
          </a:xfrm>
          <a:prstGeom prst="rect">
            <a:avLst/>
          </a:prstGeom>
          <a:solidFill>
            <a:srgbClr val="FFFFFF">
              <a:alpha val="4813"/>
            </a:srgbClr>
          </a:solidFill>
          <a:ln/>
        </p:spPr>
      </p:sp>
      <p:sp>
        <p:nvSpPr>
          <p:cNvPr id="118" name="Shape 116"/>
          <p:cNvSpPr/>
          <p:nvPr/>
        </p:nvSpPr>
        <p:spPr>
          <a:xfrm>
            <a:off x="-515722" y="7612151"/>
            <a:ext cx="803758" cy="849706"/>
          </a:xfrm>
          <a:prstGeom prst="rect">
            <a:avLst/>
          </a:prstGeom>
          <a:solidFill>
            <a:srgbClr val="FFFFFF">
              <a:alpha val="5500"/>
            </a:srgbClr>
          </a:solidFill>
          <a:ln/>
        </p:spPr>
      </p:sp>
      <p:sp>
        <p:nvSpPr>
          <p:cNvPr id="119" name="Shape 117"/>
          <p:cNvSpPr/>
          <p:nvPr/>
        </p:nvSpPr>
        <p:spPr>
          <a:xfrm>
            <a:off x="170993" y="3525926"/>
            <a:ext cx="803758" cy="625107"/>
          </a:xfrm>
          <a:prstGeom prst="rect">
            <a:avLst/>
          </a:prstGeom>
          <a:solidFill>
            <a:srgbClr val="FFFFFF">
              <a:alpha val="344"/>
            </a:srgbClr>
          </a:solidFill>
          <a:ln/>
        </p:spPr>
      </p:sp>
      <p:sp>
        <p:nvSpPr>
          <p:cNvPr id="120" name="Shape 118"/>
          <p:cNvSpPr/>
          <p:nvPr/>
        </p:nvSpPr>
        <p:spPr>
          <a:xfrm>
            <a:off x="170993" y="4141889"/>
            <a:ext cx="803758" cy="625107"/>
          </a:xfrm>
          <a:prstGeom prst="rect">
            <a:avLst/>
          </a:prstGeom>
          <a:solidFill>
            <a:srgbClr val="FFFFFF">
              <a:alpha val="688"/>
            </a:srgbClr>
          </a:solidFill>
          <a:ln/>
        </p:spPr>
      </p:sp>
      <p:sp>
        <p:nvSpPr>
          <p:cNvPr id="121" name="Shape 119"/>
          <p:cNvSpPr/>
          <p:nvPr/>
        </p:nvSpPr>
        <p:spPr>
          <a:xfrm>
            <a:off x="170993" y="4757852"/>
            <a:ext cx="803758" cy="625107"/>
          </a:xfrm>
          <a:prstGeom prst="rect">
            <a:avLst/>
          </a:prstGeom>
          <a:solidFill>
            <a:srgbClr val="FFFFFF">
              <a:alpha val="1031"/>
            </a:srgbClr>
          </a:solidFill>
          <a:ln/>
        </p:spPr>
      </p:sp>
      <p:sp>
        <p:nvSpPr>
          <p:cNvPr id="122" name="Shape 120"/>
          <p:cNvSpPr/>
          <p:nvPr/>
        </p:nvSpPr>
        <p:spPr>
          <a:xfrm>
            <a:off x="170993" y="5373815"/>
            <a:ext cx="803758" cy="625107"/>
          </a:xfrm>
          <a:prstGeom prst="rect">
            <a:avLst/>
          </a:prstGeom>
          <a:solidFill>
            <a:srgbClr val="FFFFFF">
              <a:alpha val="1375"/>
            </a:srgbClr>
          </a:solidFill>
          <a:ln/>
        </p:spPr>
      </p:sp>
      <p:sp>
        <p:nvSpPr>
          <p:cNvPr id="123" name="Shape 121"/>
          <p:cNvSpPr/>
          <p:nvPr/>
        </p:nvSpPr>
        <p:spPr>
          <a:xfrm>
            <a:off x="170993" y="5989777"/>
            <a:ext cx="803758" cy="625107"/>
          </a:xfrm>
          <a:prstGeom prst="rect">
            <a:avLst/>
          </a:prstGeom>
          <a:solidFill>
            <a:srgbClr val="FFFFFF">
              <a:alpha val="1719"/>
            </a:srgbClr>
          </a:solidFill>
          <a:ln/>
        </p:spPr>
      </p:sp>
      <p:sp>
        <p:nvSpPr>
          <p:cNvPr id="124" name="Shape 122"/>
          <p:cNvSpPr/>
          <p:nvPr/>
        </p:nvSpPr>
        <p:spPr>
          <a:xfrm>
            <a:off x="170993" y="6605740"/>
            <a:ext cx="803758" cy="625107"/>
          </a:xfrm>
          <a:prstGeom prst="rect">
            <a:avLst/>
          </a:prstGeom>
          <a:solidFill>
            <a:srgbClr val="FFFFFF">
              <a:alpha val="2063"/>
            </a:srgbClr>
          </a:solidFill>
          <a:ln/>
        </p:spPr>
      </p:sp>
      <p:sp>
        <p:nvSpPr>
          <p:cNvPr id="125" name="Shape 123"/>
          <p:cNvSpPr/>
          <p:nvPr/>
        </p:nvSpPr>
        <p:spPr>
          <a:xfrm>
            <a:off x="170993" y="7221703"/>
            <a:ext cx="803758" cy="625107"/>
          </a:xfrm>
          <a:prstGeom prst="rect">
            <a:avLst/>
          </a:prstGeom>
          <a:solidFill>
            <a:srgbClr val="FFFFFF">
              <a:alpha val="2406"/>
            </a:srgbClr>
          </a:solidFill>
          <a:ln/>
        </p:spPr>
      </p:sp>
      <p:sp>
        <p:nvSpPr>
          <p:cNvPr id="126" name="Shape 124"/>
          <p:cNvSpPr/>
          <p:nvPr/>
        </p:nvSpPr>
        <p:spPr>
          <a:xfrm>
            <a:off x="170993" y="7837665"/>
            <a:ext cx="803758" cy="625107"/>
          </a:xfrm>
          <a:prstGeom prst="rect">
            <a:avLst/>
          </a:prstGeom>
          <a:solidFill>
            <a:srgbClr val="FFFFFF">
              <a:alpha val="2750"/>
            </a:srgbClr>
          </a:solidFill>
          <a:ln/>
        </p:spPr>
      </p:sp>
      <p:sp>
        <p:nvSpPr>
          <p:cNvPr id="127" name="Shape 125"/>
          <p:cNvSpPr/>
          <p:nvPr/>
        </p:nvSpPr>
        <p:spPr>
          <a:xfrm>
            <a:off x="862279" y="5362956"/>
            <a:ext cx="803758" cy="395364"/>
          </a:xfrm>
          <a:prstGeom prst="rect">
            <a:avLst/>
          </a:prstGeom>
          <a:solidFill>
            <a:srgbClr val="FFFFFF">
              <a:alpha val="138"/>
            </a:srgbClr>
          </a:solidFill>
          <a:ln/>
        </p:spPr>
      </p:sp>
      <p:sp>
        <p:nvSpPr>
          <p:cNvPr id="128" name="Shape 126"/>
          <p:cNvSpPr/>
          <p:nvPr/>
        </p:nvSpPr>
        <p:spPr>
          <a:xfrm>
            <a:off x="862279" y="5749176"/>
            <a:ext cx="803758" cy="395364"/>
          </a:xfrm>
          <a:prstGeom prst="rect">
            <a:avLst/>
          </a:prstGeom>
          <a:solidFill>
            <a:srgbClr val="FFFFFF">
              <a:alpha val="275"/>
            </a:srgbClr>
          </a:solidFill>
          <a:ln/>
        </p:spPr>
      </p:sp>
      <p:sp>
        <p:nvSpPr>
          <p:cNvPr id="129" name="Shape 127"/>
          <p:cNvSpPr/>
          <p:nvPr/>
        </p:nvSpPr>
        <p:spPr>
          <a:xfrm>
            <a:off x="862279" y="6135395"/>
            <a:ext cx="803758" cy="395364"/>
          </a:xfrm>
          <a:prstGeom prst="rect">
            <a:avLst/>
          </a:prstGeom>
          <a:solidFill>
            <a:srgbClr val="FFFFFF">
              <a:alpha val="412"/>
            </a:srgbClr>
          </a:solidFill>
          <a:ln/>
        </p:spPr>
      </p:sp>
      <p:sp>
        <p:nvSpPr>
          <p:cNvPr id="130" name="Shape 128"/>
          <p:cNvSpPr/>
          <p:nvPr/>
        </p:nvSpPr>
        <p:spPr>
          <a:xfrm>
            <a:off x="862279" y="6521615"/>
            <a:ext cx="803758" cy="395364"/>
          </a:xfrm>
          <a:prstGeom prst="rect">
            <a:avLst/>
          </a:prstGeom>
          <a:solidFill>
            <a:srgbClr val="FFFFFF">
              <a:alpha val="550"/>
            </a:srgbClr>
          </a:solidFill>
          <a:ln/>
        </p:spPr>
      </p:sp>
      <p:sp>
        <p:nvSpPr>
          <p:cNvPr id="131" name="Shape 129"/>
          <p:cNvSpPr/>
          <p:nvPr/>
        </p:nvSpPr>
        <p:spPr>
          <a:xfrm>
            <a:off x="862279" y="6907835"/>
            <a:ext cx="803758" cy="395364"/>
          </a:xfrm>
          <a:prstGeom prst="rect">
            <a:avLst/>
          </a:prstGeom>
          <a:solidFill>
            <a:srgbClr val="FFFFFF">
              <a:alpha val="688"/>
            </a:srgbClr>
          </a:solidFill>
          <a:ln/>
        </p:spPr>
      </p:sp>
      <p:sp>
        <p:nvSpPr>
          <p:cNvPr id="132" name="Shape 130"/>
          <p:cNvSpPr/>
          <p:nvPr/>
        </p:nvSpPr>
        <p:spPr>
          <a:xfrm>
            <a:off x="862279" y="7294055"/>
            <a:ext cx="803758" cy="395364"/>
          </a:xfrm>
          <a:prstGeom prst="rect">
            <a:avLst/>
          </a:prstGeom>
          <a:solidFill>
            <a:srgbClr val="FFFFFF">
              <a:alpha val="825"/>
            </a:srgbClr>
          </a:solidFill>
          <a:ln/>
        </p:spPr>
      </p:sp>
      <p:sp>
        <p:nvSpPr>
          <p:cNvPr id="133" name="Shape 131"/>
          <p:cNvSpPr/>
          <p:nvPr/>
        </p:nvSpPr>
        <p:spPr>
          <a:xfrm>
            <a:off x="862279" y="7680274"/>
            <a:ext cx="803758" cy="395364"/>
          </a:xfrm>
          <a:prstGeom prst="rect">
            <a:avLst/>
          </a:prstGeom>
          <a:solidFill>
            <a:srgbClr val="FFFFFF">
              <a:alpha val="963"/>
            </a:srgbClr>
          </a:solidFill>
          <a:ln/>
        </p:spPr>
      </p:sp>
      <p:sp>
        <p:nvSpPr>
          <p:cNvPr id="134" name="Shape 132"/>
          <p:cNvSpPr/>
          <p:nvPr/>
        </p:nvSpPr>
        <p:spPr>
          <a:xfrm>
            <a:off x="862279" y="8066494"/>
            <a:ext cx="803758" cy="395364"/>
          </a:xfrm>
          <a:prstGeom prst="rect">
            <a:avLst/>
          </a:prstGeom>
          <a:solidFill>
            <a:srgbClr val="FFFFFF">
              <a:alpha val="1100"/>
            </a:srgbClr>
          </a:solidFill>
          <a:ln/>
        </p:spPr>
      </p:sp>
      <p:sp>
        <p:nvSpPr>
          <p:cNvPr id="135" name="Shape 133"/>
          <p:cNvSpPr/>
          <p:nvPr/>
        </p:nvSpPr>
        <p:spPr>
          <a:xfrm>
            <a:off x="1435608" y="-1775765"/>
            <a:ext cx="803758" cy="849706"/>
          </a:xfrm>
          <a:prstGeom prst="rect">
            <a:avLst/>
          </a:prstGeom>
          <a:solidFill>
            <a:srgbClr val="F8FE05">
              <a:alpha val="8250"/>
            </a:srgbClr>
          </a:solidFill>
          <a:ln/>
        </p:spPr>
      </p:sp>
      <p:sp>
        <p:nvSpPr>
          <p:cNvPr id="136" name="Shape 134"/>
          <p:cNvSpPr/>
          <p:nvPr/>
        </p:nvSpPr>
        <p:spPr>
          <a:xfrm>
            <a:off x="1435608" y="-935203"/>
            <a:ext cx="803758" cy="849706"/>
          </a:xfrm>
          <a:prstGeom prst="rect">
            <a:avLst/>
          </a:prstGeom>
          <a:solidFill>
            <a:srgbClr val="F8FE05">
              <a:alpha val="7219"/>
            </a:srgbClr>
          </a:solidFill>
          <a:ln/>
        </p:spPr>
      </p:sp>
      <p:sp>
        <p:nvSpPr>
          <p:cNvPr id="137" name="Shape 135"/>
          <p:cNvSpPr/>
          <p:nvPr/>
        </p:nvSpPr>
        <p:spPr>
          <a:xfrm>
            <a:off x="1435608" y="-94640"/>
            <a:ext cx="803758" cy="849706"/>
          </a:xfrm>
          <a:prstGeom prst="rect">
            <a:avLst/>
          </a:prstGeom>
          <a:solidFill>
            <a:srgbClr val="F8FE05">
              <a:alpha val="6188"/>
            </a:srgbClr>
          </a:solidFill>
          <a:ln/>
        </p:spPr>
      </p:sp>
      <p:sp>
        <p:nvSpPr>
          <p:cNvPr id="138" name="Shape 136"/>
          <p:cNvSpPr/>
          <p:nvPr/>
        </p:nvSpPr>
        <p:spPr>
          <a:xfrm>
            <a:off x="1435608" y="745922"/>
            <a:ext cx="803758" cy="849706"/>
          </a:xfrm>
          <a:prstGeom prst="rect">
            <a:avLst/>
          </a:prstGeom>
          <a:solidFill>
            <a:srgbClr val="F8FE05">
              <a:alpha val="5156"/>
            </a:srgbClr>
          </a:solidFill>
          <a:ln/>
        </p:spPr>
      </p:sp>
      <p:sp>
        <p:nvSpPr>
          <p:cNvPr id="139" name="Shape 137"/>
          <p:cNvSpPr/>
          <p:nvPr/>
        </p:nvSpPr>
        <p:spPr>
          <a:xfrm>
            <a:off x="1435608" y="1586484"/>
            <a:ext cx="803758" cy="849706"/>
          </a:xfrm>
          <a:prstGeom prst="rect">
            <a:avLst/>
          </a:prstGeom>
          <a:solidFill>
            <a:srgbClr val="F8FE05">
              <a:alpha val="4125"/>
            </a:srgbClr>
          </a:solidFill>
          <a:ln/>
        </p:spPr>
      </p:sp>
      <p:sp>
        <p:nvSpPr>
          <p:cNvPr id="140" name="Shape 138"/>
          <p:cNvSpPr/>
          <p:nvPr/>
        </p:nvSpPr>
        <p:spPr>
          <a:xfrm>
            <a:off x="1435608" y="2427046"/>
            <a:ext cx="803758" cy="849706"/>
          </a:xfrm>
          <a:prstGeom prst="rect">
            <a:avLst/>
          </a:prstGeom>
          <a:solidFill>
            <a:srgbClr val="F8FE05">
              <a:alpha val="3094"/>
            </a:srgbClr>
          </a:solidFill>
          <a:ln/>
        </p:spPr>
      </p:sp>
      <p:sp>
        <p:nvSpPr>
          <p:cNvPr id="141" name="Shape 139"/>
          <p:cNvSpPr/>
          <p:nvPr/>
        </p:nvSpPr>
        <p:spPr>
          <a:xfrm>
            <a:off x="1435608" y="3267608"/>
            <a:ext cx="803758" cy="849706"/>
          </a:xfrm>
          <a:prstGeom prst="rect">
            <a:avLst/>
          </a:prstGeom>
          <a:solidFill>
            <a:srgbClr val="F8FE05">
              <a:alpha val="2063"/>
            </a:srgbClr>
          </a:solidFill>
          <a:ln/>
        </p:spPr>
      </p:sp>
      <p:sp>
        <p:nvSpPr>
          <p:cNvPr id="142" name="Shape 140"/>
          <p:cNvSpPr/>
          <p:nvPr/>
        </p:nvSpPr>
        <p:spPr>
          <a:xfrm>
            <a:off x="1435608" y="4108171"/>
            <a:ext cx="803758" cy="849706"/>
          </a:xfrm>
          <a:prstGeom prst="rect">
            <a:avLst/>
          </a:prstGeom>
          <a:solidFill>
            <a:srgbClr val="F8FE05">
              <a:alpha val="1031"/>
            </a:srgbClr>
          </a:solidFill>
          <a:ln/>
        </p:spPr>
      </p:sp>
      <p:sp>
        <p:nvSpPr>
          <p:cNvPr id="143" name="Shape 141"/>
          <p:cNvSpPr/>
          <p:nvPr/>
        </p:nvSpPr>
        <p:spPr>
          <a:xfrm>
            <a:off x="2806294" y="-1775765"/>
            <a:ext cx="803758" cy="523723"/>
          </a:xfrm>
          <a:prstGeom prst="rect">
            <a:avLst/>
          </a:prstGeom>
          <a:solidFill>
            <a:srgbClr val="F8FE05">
              <a:alpha val="3850"/>
            </a:srgbClr>
          </a:solidFill>
          <a:ln/>
        </p:spPr>
      </p:sp>
      <p:sp>
        <p:nvSpPr>
          <p:cNvPr id="144" name="Shape 142"/>
          <p:cNvSpPr/>
          <p:nvPr/>
        </p:nvSpPr>
        <p:spPr>
          <a:xfrm>
            <a:off x="2806294" y="-1261186"/>
            <a:ext cx="803758" cy="523723"/>
          </a:xfrm>
          <a:prstGeom prst="rect">
            <a:avLst/>
          </a:prstGeom>
          <a:solidFill>
            <a:srgbClr val="F8FE05">
              <a:alpha val="3369"/>
            </a:srgbClr>
          </a:solidFill>
          <a:ln/>
        </p:spPr>
      </p:sp>
      <p:sp>
        <p:nvSpPr>
          <p:cNvPr id="145" name="Shape 143"/>
          <p:cNvSpPr/>
          <p:nvPr/>
        </p:nvSpPr>
        <p:spPr>
          <a:xfrm>
            <a:off x="2806294" y="-746608"/>
            <a:ext cx="803758" cy="523723"/>
          </a:xfrm>
          <a:prstGeom prst="rect">
            <a:avLst/>
          </a:prstGeom>
          <a:solidFill>
            <a:srgbClr val="F8FE05">
              <a:alpha val="2888"/>
            </a:srgbClr>
          </a:solidFill>
          <a:ln/>
        </p:spPr>
      </p:sp>
      <p:sp>
        <p:nvSpPr>
          <p:cNvPr id="146" name="Shape 144"/>
          <p:cNvSpPr/>
          <p:nvPr/>
        </p:nvSpPr>
        <p:spPr>
          <a:xfrm>
            <a:off x="2806294" y="-232029"/>
            <a:ext cx="803758" cy="523723"/>
          </a:xfrm>
          <a:prstGeom prst="rect">
            <a:avLst/>
          </a:prstGeom>
          <a:solidFill>
            <a:srgbClr val="F8FE05">
              <a:alpha val="2406"/>
            </a:srgbClr>
          </a:solidFill>
          <a:ln/>
        </p:spPr>
      </p:sp>
      <p:sp>
        <p:nvSpPr>
          <p:cNvPr id="147" name="Shape 145"/>
          <p:cNvSpPr/>
          <p:nvPr/>
        </p:nvSpPr>
        <p:spPr>
          <a:xfrm>
            <a:off x="2806294" y="282550"/>
            <a:ext cx="803758" cy="523723"/>
          </a:xfrm>
          <a:prstGeom prst="rect">
            <a:avLst/>
          </a:prstGeom>
          <a:solidFill>
            <a:srgbClr val="F8FE05">
              <a:alpha val="1925"/>
            </a:srgbClr>
          </a:solidFill>
          <a:ln/>
        </p:spPr>
      </p:sp>
      <p:sp>
        <p:nvSpPr>
          <p:cNvPr id="148" name="Shape 146"/>
          <p:cNvSpPr/>
          <p:nvPr/>
        </p:nvSpPr>
        <p:spPr>
          <a:xfrm>
            <a:off x="2806294" y="797128"/>
            <a:ext cx="803758" cy="523723"/>
          </a:xfrm>
          <a:prstGeom prst="rect">
            <a:avLst/>
          </a:prstGeom>
          <a:solidFill>
            <a:srgbClr val="F8FE05">
              <a:alpha val="1444"/>
            </a:srgbClr>
          </a:solidFill>
          <a:ln/>
        </p:spPr>
      </p:sp>
      <p:sp>
        <p:nvSpPr>
          <p:cNvPr id="149" name="Shape 147"/>
          <p:cNvSpPr/>
          <p:nvPr/>
        </p:nvSpPr>
        <p:spPr>
          <a:xfrm>
            <a:off x="2806294" y="1311707"/>
            <a:ext cx="803758" cy="523723"/>
          </a:xfrm>
          <a:prstGeom prst="rect">
            <a:avLst/>
          </a:prstGeom>
          <a:solidFill>
            <a:srgbClr val="F8FE05">
              <a:alpha val="963"/>
            </a:srgbClr>
          </a:solidFill>
          <a:ln/>
        </p:spPr>
      </p:sp>
      <p:sp>
        <p:nvSpPr>
          <p:cNvPr id="150" name="Shape 148"/>
          <p:cNvSpPr/>
          <p:nvPr/>
        </p:nvSpPr>
        <p:spPr>
          <a:xfrm>
            <a:off x="2806294" y="1826285"/>
            <a:ext cx="803758" cy="523723"/>
          </a:xfrm>
          <a:prstGeom prst="rect">
            <a:avLst/>
          </a:prstGeom>
          <a:solidFill>
            <a:srgbClr val="F8FE05">
              <a:alpha val="481"/>
            </a:srgbClr>
          </a:solidFill>
          <a:ln/>
        </p:spPr>
      </p:sp>
      <p:sp>
        <p:nvSpPr>
          <p:cNvPr id="151" name="Shape 149"/>
          <p:cNvSpPr/>
          <p:nvPr/>
        </p:nvSpPr>
        <p:spPr>
          <a:xfrm>
            <a:off x="2115922" y="-1775765"/>
            <a:ext cx="803758" cy="671284"/>
          </a:xfrm>
          <a:prstGeom prst="rect">
            <a:avLst/>
          </a:prstGeom>
          <a:solidFill>
            <a:srgbClr val="F8FE05">
              <a:alpha val="5500"/>
            </a:srgbClr>
          </a:solidFill>
          <a:ln/>
        </p:spPr>
      </p:sp>
      <p:sp>
        <p:nvSpPr>
          <p:cNvPr id="152" name="Shape 150"/>
          <p:cNvSpPr/>
          <p:nvPr/>
        </p:nvSpPr>
        <p:spPr>
          <a:xfrm>
            <a:off x="2115922" y="-1113625"/>
            <a:ext cx="803758" cy="671284"/>
          </a:xfrm>
          <a:prstGeom prst="rect">
            <a:avLst/>
          </a:prstGeom>
          <a:solidFill>
            <a:srgbClr val="F8FE05">
              <a:alpha val="4813"/>
            </a:srgbClr>
          </a:solidFill>
          <a:ln/>
        </p:spPr>
      </p:sp>
      <p:sp>
        <p:nvSpPr>
          <p:cNvPr id="153" name="Shape 151"/>
          <p:cNvSpPr/>
          <p:nvPr/>
        </p:nvSpPr>
        <p:spPr>
          <a:xfrm>
            <a:off x="2115922" y="-451485"/>
            <a:ext cx="803758" cy="671284"/>
          </a:xfrm>
          <a:prstGeom prst="rect">
            <a:avLst/>
          </a:prstGeom>
          <a:solidFill>
            <a:srgbClr val="F8FE05">
              <a:alpha val="4125"/>
            </a:srgbClr>
          </a:solidFill>
          <a:ln/>
        </p:spPr>
      </p:sp>
      <p:sp>
        <p:nvSpPr>
          <p:cNvPr id="154" name="Shape 152"/>
          <p:cNvSpPr/>
          <p:nvPr/>
        </p:nvSpPr>
        <p:spPr>
          <a:xfrm>
            <a:off x="2115922" y="210655"/>
            <a:ext cx="803758" cy="671284"/>
          </a:xfrm>
          <a:prstGeom prst="rect">
            <a:avLst/>
          </a:prstGeom>
          <a:solidFill>
            <a:srgbClr val="F8FE05">
              <a:alpha val="3438"/>
            </a:srgbClr>
          </a:solidFill>
          <a:ln/>
        </p:spPr>
      </p:sp>
      <p:sp>
        <p:nvSpPr>
          <p:cNvPr id="155" name="Shape 153"/>
          <p:cNvSpPr/>
          <p:nvPr/>
        </p:nvSpPr>
        <p:spPr>
          <a:xfrm>
            <a:off x="2115922" y="872795"/>
            <a:ext cx="803758" cy="671284"/>
          </a:xfrm>
          <a:prstGeom prst="rect">
            <a:avLst/>
          </a:prstGeom>
          <a:solidFill>
            <a:srgbClr val="F8FE05">
              <a:alpha val="2750"/>
            </a:srgbClr>
          </a:solidFill>
          <a:ln/>
        </p:spPr>
      </p:sp>
      <p:sp>
        <p:nvSpPr>
          <p:cNvPr id="156" name="Shape 154"/>
          <p:cNvSpPr/>
          <p:nvPr/>
        </p:nvSpPr>
        <p:spPr>
          <a:xfrm>
            <a:off x="2115922" y="1534935"/>
            <a:ext cx="803758" cy="671284"/>
          </a:xfrm>
          <a:prstGeom prst="rect">
            <a:avLst/>
          </a:prstGeom>
          <a:solidFill>
            <a:srgbClr val="F8FE05">
              <a:alpha val="2063"/>
            </a:srgbClr>
          </a:solidFill>
          <a:ln/>
        </p:spPr>
      </p:sp>
      <p:sp>
        <p:nvSpPr>
          <p:cNvPr id="157" name="Shape 155"/>
          <p:cNvSpPr/>
          <p:nvPr/>
        </p:nvSpPr>
        <p:spPr>
          <a:xfrm>
            <a:off x="2115922" y="2197075"/>
            <a:ext cx="803758" cy="671284"/>
          </a:xfrm>
          <a:prstGeom prst="rect">
            <a:avLst/>
          </a:prstGeom>
          <a:solidFill>
            <a:srgbClr val="F8FE05">
              <a:alpha val="1375"/>
            </a:srgbClr>
          </a:solidFill>
          <a:ln/>
        </p:spPr>
      </p:sp>
      <p:sp>
        <p:nvSpPr>
          <p:cNvPr id="158" name="Shape 156"/>
          <p:cNvSpPr/>
          <p:nvPr/>
        </p:nvSpPr>
        <p:spPr>
          <a:xfrm>
            <a:off x="2115922" y="2859215"/>
            <a:ext cx="803758" cy="671284"/>
          </a:xfrm>
          <a:prstGeom prst="rect">
            <a:avLst/>
          </a:prstGeom>
          <a:solidFill>
            <a:srgbClr val="F8FE05">
              <a:alpha val="688"/>
            </a:srgbClr>
          </a:solidFill>
          <a:ln/>
        </p:spPr>
      </p:sp>
      <p:sp>
        <p:nvSpPr>
          <p:cNvPr id="159" name="Shape 157"/>
          <p:cNvSpPr/>
          <p:nvPr/>
        </p:nvSpPr>
        <p:spPr>
          <a:xfrm>
            <a:off x="742493" y="-1775765"/>
            <a:ext cx="803758" cy="625107"/>
          </a:xfrm>
          <a:prstGeom prst="rect">
            <a:avLst/>
          </a:prstGeom>
          <a:solidFill>
            <a:srgbClr val="F8FE05">
              <a:alpha val="5500"/>
            </a:srgbClr>
          </a:solidFill>
          <a:ln/>
        </p:spPr>
      </p:sp>
      <p:sp>
        <p:nvSpPr>
          <p:cNvPr id="160" name="Shape 158"/>
          <p:cNvSpPr/>
          <p:nvPr/>
        </p:nvSpPr>
        <p:spPr>
          <a:xfrm>
            <a:off x="742493" y="-1159802"/>
            <a:ext cx="803758" cy="625107"/>
          </a:xfrm>
          <a:prstGeom prst="rect">
            <a:avLst/>
          </a:prstGeom>
          <a:solidFill>
            <a:srgbClr val="F8FE05">
              <a:alpha val="4813"/>
            </a:srgbClr>
          </a:solidFill>
          <a:ln/>
        </p:spPr>
      </p:sp>
      <p:sp>
        <p:nvSpPr>
          <p:cNvPr id="161" name="Shape 159"/>
          <p:cNvSpPr/>
          <p:nvPr/>
        </p:nvSpPr>
        <p:spPr>
          <a:xfrm>
            <a:off x="742493" y="-543839"/>
            <a:ext cx="803758" cy="625107"/>
          </a:xfrm>
          <a:prstGeom prst="rect">
            <a:avLst/>
          </a:prstGeom>
          <a:solidFill>
            <a:srgbClr val="F8FE05">
              <a:alpha val="4125"/>
            </a:srgbClr>
          </a:solidFill>
          <a:ln/>
        </p:spPr>
      </p:sp>
      <p:sp>
        <p:nvSpPr>
          <p:cNvPr id="162" name="Shape 160"/>
          <p:cNvSpPr/>
          <p:nvPr/>
        </p:nvSpPr>
        <p:spPr>
          <a:xfrm>
            <a:off x="742493" y="72123"/>
            <a:ext cx="803758" cy="625107"/>
          </a:xfrm>
          <a:prstGeom prst="rect">
            <a:avLst/>
          </a:prstGeom>
          <a:solidFill>
            <a:srgbClr val="F8FE05">
              <a:alpha val="3438"/>
            </a:srgbClr>
          </a:solidFill>
          <a:ln/>
        </p:spPr>
      </p:sp>
      <p:sp>
        <p:nvSpPr>
          <p:cNvPr id="163" name="Shape 161"/>
          <p:cNvSpPr/>
          <p:nvPr/>
        </p:nvSpPr>
        <p:spPr>
          <a:xfrm>
            <a:off x="742493" y="688086"/>
            <a:ext cx="803758" cy="625107"/>
          </a:xfrm>
          <a:prstGeom prst="rect">
            <a:avLst/>
          </a:prstGeom>
          <a:solidFill>
            <a:srgbClr val="F8FE05">
              <a:alpha val="2750"/>
            </a:srgbClr>
          </a:solidFill>
          <a:ln/>
        </p:spPr>
      </p:sp>
      <p:sp>
        <p:nvSpPr>
          <p:cNvPr id="164" name="Shape 162"/>
          <p:cNvSpPr/>
          <p:nvPr/>
        </p:nvSpPr>
        <p:spPr>
          <a:xfrm>
            <a:off x="742493" y="1304049"/>
            <a:ext cx="803758" cy="625107"/>
          </a:xfrm>
          <a:prstGeom prst="rect">
            <a:avLst/>
          </a:prstGeom>
          <a:solidFill>
            <a:srgbClr val="F8FE05">
              <a:alpha val="2063"/>
            </a:srgbClr>
          </a:solidFill>
          <a:ln/>
        </p:spPr>
      </p:sp>
      <p:sp>
        <p:nvSpPr>
          <p:cNvPr id="165" name="Shape 163"/>
          <p:cNvSpPr/>
          <p:nvPr/>
        </p:nvSpPr>
        <p:spPr>
          <a:xfrm>
            <a:off x="742493" y="1920011"/>
            <a:ext cx="803758" cy="625107"/>
          </a:xfrm>
          <a:prstGeom prst="rect">
            <a:avLst/>
          </a:prstGeom>
          <a:solidFill>
            <a:srgbClr val="F8FE05">
              <a:alpha val="1375"/>
            </a:srgbClr>
          </a:solidFill>
          <a:ln/>
        </p:spPr>
      </p:sp>
      <p:sp>
        <p:nvSpPr>
          <p:cNvPr id="166" name="Shape 164"/>
          <p:cNvSpPr/>
          <p:nvPr/>
        </p:nvSpPr>
        <p:spPr>
          <a:xfrm>
            <a:off x="742493" y="2535974"/>
            <a:ext cx="803758" cy="625107"/>
          </a:xfrm>
          <a:prstGeom prst="rect">
            <a:avLst/>
          </a:prstGeom>
          <a:solidFill>
            <a:srgbClr val="F8FE05">
              <a:alpha val="688"/>
            </a:srgbClr>
          </a:solidFill>
          <a:ln/>
        </p:spPr>
      </p:sp>
      <p:sp>
        <p:nvSpPr>
          <p:cNvPr id="167" name="Shape 165"/>
          <p:cNvSpPr/>
          <p:nvPr/>
        </p:nvSpPr>
        <p:spPr>
          <a:xfrm>
            <a:off x="57607" y="-1775765"/>
            <a:ext cx="803758" cy="395364"/>
          </a:xfrm>
          <a:prstGeom prst="rect">
            <a:avLst/>
          </a:prstGeom>
          <a:solidFill>
            <a:srgbClr val="F8FE05">
              <a:alpha val="3850"/>
            </a:srgbClr>
          </a:solidFill>
          <a:ln/>
        </p:spPr>
      </p:sp>
      <p:sp>
        <p:nvSpPr>
          <p:cNvPr id="168" name="Shape 166"/>
          <p:cNvSpPr/>
          <p:nvPr/>
        </p:nvSpPr>
        <p:spPr>
          <a:xfrm>
            <a:off x="57607" y="-1389545"/>
            <a:ext cx="803758" cy="395364"/>
          </a:xfrm>
          <a:prstGeom prst="rect">
            <a:avLst/>
          </a:prstGeom>
          <a:solidFill>
            <a:srgbClr val="F8FE05">
              <a:alpha val="3369"/>
            </a:srgbClr>
          </a:solidFill>
          <a:ln/>
        </p:spPr>
      </p:sp>
      <p:sp>
        <p:nvSpPr>
          <p:cNvPr id="169" name="Shape 167"/>
          <p:cNvSpPr/>
          <p:nvPr/>
        </p:nvSpPr>
        <p:spPr>
          <a:xfrm>
            <a:off x="57607" y="-1003325"/>
            <a:ext cx="803758" cy="395364"/>
          </a:xfrm>
          <a:prstGeom prst="rect">
            <a:avLst/>
          </a:prstGeom>
          <a:solidFill>
            <a:srgbClr val="F8FE05">
              <a:alpha val="2888"/>
            </a:srgbClr>
          </a:solidFill>
          <a:ln/>
        </p:spPr>
      </p:sp>
      <p:sp>
        <p:nvSpPr>
          <p:cNvPr id="170" name="Shape 168"/>
          <p:cNvSpPr/>
          <p:nvPr/>
        </p:nvSpPr>
        <p:spPr>
          <a:xfrm>
            <a:off x="57607" y="-617106"/>
            <a:ext cx="803758" cy="395364"/>
          </a:xfrm>
          <a:prstGeom prst="rect">
            <a:avLst/>
          </a:prstGeom>
          <a:solidFill>
            <a:srgbClr val="F8FE05">
              <a:alpha val="2406"/>
            </a:srgbClr>
          </a:solidFill>
          <a:ln/>
        </p:spPr>
      </p:sp>
      <p:sp>
        <p:nvSpPr>
          <p:cNvPr id="171" name="Shape 169"/>
          <p:cNvSpPr/>
          <p:nvPr/>
        </p:nvSpPr>
        <p:spPr>
          <a:xfrm>
            <a:off x="57607" y="-230886"/>
            <a:ext cx="803758" cy="395364"/>
          </a:xfrm>
          <a:prstGeom prst="rect">
            <a:avLst/>
          </a:prstGeom>
          <a:solidFill>
            <a:srgbClr val="F8FE05">
              <a:alpha val="1925"/>
            </a:srgbClr>
          </a:solidFill>
          <a:ln/>
        </p:spPr>
      </p:sp>
      <p:sp>
        <p:nvSpPr>
          <p:cNvPr id="172" name="Shape 170"/>
          <p:cNvSpPr/>
          <p:nvPr/>
        </p:nvSpPr>
        <p:spPr>
          <a:xfrm>
            <a:off x="57607" y="155334"/>
            <a:ext cx="803758" cy="395364"/>
          </a:xfrm>
          <a:prstGeom prst="rect">
            <a:avLst/>
          </a:prstGeom>
          <a:solidFill>
            <a:srgbClr val="F8FE05">
              <a:alpha val="1444"/>
            </a:srgbClr>
          </a:solidFill>
          <a:ln/>
        </p:spPr>
      </p:sp>
      <p:sp>
        <p:nvSpPr>
          <p:cNvPr id="173" name="Shape 171"/>
          <p:cNvSpPr/>
          <p:nvPr/>
        </p:nvSpPr>
        <p:spPr>
          <a:xfrm>
            <a:off x="57607" y="541553"/>
            <a:ext cx="803758" cy="395364"/>
          </a:xfrm>
          <a:prstGeom prst="rect">
            <a:avLst/>
          </a:prstGeom>
          <a:solidFill>
            <a:srgbClr val="F8FE05">
              <a:alpha val="963"/>
            </a:srgbClr>
          </a:solidFill>
          <a:ln/>
        </p:spPr>
      </p:sp>
      <p:sp>
        <p:nvSpPr>
          <p:cNvPr id="174" name="Shape 172"/>
          <p:cNvSpPr/>
          <p:nvPr/>
        </p:nvSpPr>
        <p:spPr>
          <a:xfrm>
            <a:off x="57607" y="927773"/>
            <a:ext cx="803758" cy="395364"/>
          </a:xfrm>
          <a:prstGeom prst="rect">
            <a:avLst/>
          </a:prstGeom>
          <a:solidFill>
            <a:srgbClr val="F8FE05">
              <a:alpha val="481"/>
            </a:srgbClr>
          </a:solidFill>
          <a:ln/>
        </p:spPr>
      </p:sp>
      <p:sp>
        <p:nvSpPr>
          <p:cNvPr id="175" name="Shape 173"/>
          <p:cNvSpPr/>
          <p:nvPr/>
        </p:nvSpPr>
        <p:spPr>
          <a:xfrm>
            <a:off x="5578754" y="-1775765"/>
            <a:ext cx="803758" cy="849706"/>
          </a:xfrm>
          <a:prstGeom prst="rect">
            <a:avLst/>
          </a:prstGeom>
          <a:solidFill>
            <a:srgbClr val="F8FE05">
              <a:alpha val="8250"/>
            </a:srgbClr>
          </a:solidFill>
          <a:ln/>
        </p:spPr>
      </p:sp>
      <p:sp>
        <p:nvSpPr>
          <p:cNvPr id="176" name="Shape 174"/>
          <p:cNvSpPr/>
          <p:nvPr/>
        </p:nvSpPr>
        <p:spPr>
          <a:xfrm>
            <a:off x="5578754" y="-935203"/>
            <a:ext cx="803758" cy="849706"/>
          </a:xfrm>
          <a:prstGeom prst="rect">
            <a:avLst/>
          </a:prstGeom>
          <a:solidFill>
            <a:srgbClr val="F8FE05">
              <a:alpha val="7219"/>
            </a:srgbClr>
          </a:solidFill>
          <a:ln/>
        </p:spPr>
      </p:sp>
      <p:sp>
        <p:nvSpPr>
          <p:cNvPr id="177" name="Shape 175"/>
          <p:cNvSpPr/>
          <p:nvPr/>
        </p:nvSpPr>
        <p:spPr>
          <a:xfrm>
            <a:off x="5578754" y="-94640"/>
            <a:ext cx="803758" cy="849706"/>
          </a:xfrm>
          <a:prstGeom prst="rect">
            <a:avLst/>
          </a:prstGeom>
          <a:solidFill>
            <a:srgbClr val="F8FE05">
              <a:alpha val="6188"/>
            </a:srgbClr>
          </a:solidFill>
          <a:ln/>
        </p:spPr>
      </p:sp>
      <p:sp>
        <p:nvSpPr>
          <p:cNvPr id="178" name="Shape 176"/>
          <p:cNvSpPr/>
          <p:nvPr/>
        </p:nvSpPr>
        <p:spPr>
          <a:xfrm>
            <a:off x="5578754" y="745922"/>
            <a:ext cx="803758" cy="849706"/>
          </a:xfrm>
          <a:prstGeom prst="rect">
            <a:avLst/>
          </a:prstGeom>
          <a:solidFill>
            <a:srgbClr val="F8FE05">
              <a:alpha val="5156"/>
            </a:srgbClr>
          </a:solidFill>
          <a:ln/>
        </p:spPr>
      </p:sp>
      <p:sp>
        <p:nvSpPr>
          <p:cNvPr id="179" name="Shape 177"/>
          <p:cNvSpPr/>
          <p:nvPr/>
        </p:nvSpPr>
        <p:spPr>
          <a:xfrm>
            <a:off x="5578754" y="1586484"/>
            <a:ext cx="803758" cy="849706"/>
          </a:xfrm>
          <a:prstGeom prst="rect">
            <a:avLst/>
          </a:prstGeom>
          <a:solidFill>
            <a:srgbClr val="F8FE05">
              <a:alpha val="4125"/>
            </a:srgbClr>
          </a:solidFill>
          <a:ln/>
        </p:spPr>
      </p:sp>
      <p:sp>
        <p:nvSpPr>
          <p:cNvPr id="180" name="Shape 178"/>
          <p:cNvSpPr/>
          <p:nvPr/>
        </p:nvSpPr>
        <p:spPr>
          <a:xfrm>
            <a:off x="5578754" y="2427046"/>
            <a:ext cx="803758" cy="849706"/>
          </a:xfrm>
          <a:prstGeom prst="rect">
            <a:avLst/>
          </a:prstGeom>
          <a:solidFill>
            <a:srgbClr val="F8FE05">
              <a:alpha val="3094"/>
            </a:srgbClr>
          </a:solidFill>
          <a:ln/>
        </p:spPr>
      </p:sp>
      <p:sp>
        <p:nvSpPr>
          <p:cNvPr id="181" name="Shape 179"/>
          <p:cNvSpPr/>
          <p:nvPr/>
        </p:nvSpPr>
        <p:spPr>
          <a:xfrm>
            <a:off x="5578754" y="3267608"/>
            <a:ext cx="803758" cy="849706"/>
          </a:xfrm>
          <a:prstGeom prst="rect">
            <a:avLst/>
          </a:prstGeom>
          <a:solidFill>
            <a:srgbClr val="F8FE05">
              <a:alpha val="2063"/>
            </a:srgbClr>
          </a:solidFill>
          <a:ln/>
        </p:spPr>
      </p:sp>
      <p:sp>
        <p:nvSpPr>
          <p:cNvPr id="182" name="Shape 180"/>
          <p:cNvSpPr/>
          <p:nvPr/>
        </p:nvSpPr>
        <p:spPr>
          <a:xfrm>
            <a:off x="5578754" y="4108171"/>
            <a:ext cx="803758" cy="849706"/>
          </a:xfrm>
          <a:prstGeom prst="rect">
            <a:avLst/>
          </a:prstGeom>
          <a:solidFill>
            <a:srgbClr val="F8FE05">
              <a:alpha val="1031"/>
            </a:srgbClr>
          </a:solidFill>
          <a:ln/>
        </p:spPr>
      </p:sp>
      <p:sp>
        <p:nvSpPr>
          <p:cNvPr id="183" name="Shape 181"/>
          <p:cNvSpPr/>
          <p:nvPr/>
        </p:nvSpPr>
        <p:spPr>
          <a:xfrm>
            <a:off x="6948526" y="-1775765"/>
            <a:ext cx="803758" cy="523723"/>
          </a:xfrm>
          <a:prstGeom prst="rect">
            <a:avLst/>
          </a:prstGeom>
          <a:solidFill>
            <a:srgbClr val="F8FE05">
              <a:alpha val="3850"/>
            </a:srgbClr>
          </a:solidFill>
          <a:ln/>
        </p:spPr>
      </p:sp>
      <p:sp>
        <p:nvSpPr>
          <p:cNvPr id="184" name="Shape 182"/>
          <p:cNvSpPr/>
          <p:nvPr/>
        </p:nvSpPr>
        <p:spPr>
          <a:xfrm>
            <a:off x="6948526" y="-1261186"/>
            <a:ext cx="803758" cy="523723"/>
          </a:xfrm>
          <a:prstGeom prst="rect">
            <a:avLst/>
          </a:prstGeom>
          <a:solidFill>
            <a:srgbClr val="F8FE05">
              <a:alpha val="3369"/>
            </a:srgbClr>
          </a:solidFill>
          <a:ln/>
        </p:spPr>
      </p:sp>
      <p:sp>
        <p:nvSpPr>
          <p:cNvPr id="185" name="Shape 183"/>
          <p:cNvSpPr/>
          <p:nvPr/>
        </p:nvSpPr>
        <p:spPr>
          <a:xfrm>
            <a:off x="6948526" y="-746608"/>
            <a:ext cx="803758" cy="523723"/>
          </a:xfrm>
          <a:prstGeom prst="rect">
            <a:avLst/>
          </a:prstGeom>
          <a:solidFill>
            <a:srgbClr val="F8FE05">
              <a:alpha val="2888"/>
            </a:srgbClr>
          </a:solidFill>
          <a:ln/>
        </p:spPr>
      </p:sp>
      <p:sp>
        <p:nvSpPr>
          <p:cNvPr id="186" name="Shape 184"/>
          <p:cNvSpPr/>
          <p:nvPr/>
        </p:nvSpPr>
        <p:spPr>
          <a:xfrm>
            <a:off x="6948526" y="-232029"/>
            <a:ext cx="803758" cy="523723"/>
          </a:xfrm>
          <a:prstGeom prst="rect">
            <a:avLst/>
          </a:prstGeom>
          <a:solidFill>
            <a:srgbClr val="F8FE05">
              <a:alpha val="2406"/>
            </a:srgbClr>
          </a:solidFill>
          <a:ln/>
        </p:spPr>
      </p:sp>
      <p:sp>
        <p:nvSpPr>
          <p:cNvPr id="187" name="Shape 185"/>
          <p:cNvSpPr/>
          <p:nvPr/>
        </p:nvSpPr>
        <p:spPr>
          <a:xfrm>
            <a:off x="6948526" y="282550"/>
            <a:ext cx="803758" cy="523723"/>
          </a:xfrm>
          <a:prstGeom prst="rect">
            <a:avLst/>
          </a:prstGeom>
          <a:solidFill>
            <a:srgbClr val="F8FE05">
              <a:alpha val="1925"/>
            </a:srgbClr>
          </a:solidFill>
          <a:ln/>
        </p:spPr>
      </p:sp>
      <p:sp>
        <p:nvSpPr>
          <p:cNvPr id="188" name="Shape 186"/>
          <p:cNvSpPr/>
          <p:nvPr/>
        </p:nvSpPr>
        <p:spPr>
          <a:xfrm>
            <a:off x="6948526" y="797128"/>
            <a:ext cx="803758" cy="523723"/>
          </a:xfrm>
          <a:prstGeom prst="rect">
            <a:avLst/>
          </a:prstGeom>
          <a:solidFill>
            <a:srgbClr val="F8FE05">
              <a:alpha val="1444"/>
            </a:srgbClr>
          </a:solidFill>
          <a:ln/>
        </p:spPr>
      </p:sp>
      <p:sp>
        <p:nvSpPr>
          <p:cNvPr id="189" name="Shape 187"/>
          <p:cNvSpPr/>
          <p:nvPr/>
        </p:nvSpPr>
        <p:spPr>
          <a:xfrm>
            <a:off x="6948526" y="1311707"/>
            <a:ext cx="803758" cy="523723"/>
          </a:xfrm>
          <a:prstGeom prst="rect">
            <a:avLst/>
          </a:prstGeom>
          <a:solidFill>
            <a:srgbClr val="F8FE05">
              <a:alpha val="963"/>
            </a:srgbClr>
          </a:solidFill>
          <a:ln/>
        </p:spPr>
      </p:sp>
      <p:sp>
        <p:nvSpPr>
          <p:cNvPr id="190" name="Shape 188"/>
          <p:cNvSpPr/>
          <p:nvPr/>
        </p:nvSpPr>
        <p:spPr>
          <a:xfrm>
            <a:off x="6948526" y="1826285"/>
            <a:ext cx="803758" cy="523723"/>
          </a:xfrm>
          <a:prstGeom prst="rect">
            <a:avLst/>
          </a:prstGeom>
          <a:solidFill>
            <a:srgbClr val="F8FE05">
              <a:alpha val="481"/>
            </a:srgbClr>
          </a:solidFill>
          <a:ln/>
        </p:spPr>
      </p:sp>
      <p:sp>
        <p:nvSpPr>
          <p:cNvPr id="191" name="Shape 189"/>
          <p:cNvSpPr/>
          <p:nvPr/>
        </p:nvSpPr>
        <p:spPr>
          <a:xfrm>
            <a:off x="6259068" y="-1775765"/>
            <a:ext cx="803758" cy="671284"/>
          </a:xfrm>
          <a:prstGeom prst="rect">
            <a:avLst/>
          </a:prstGeom>
          <a:solidFill>
            <a:srgbClr val="F8FE05">
              <a:alpha val="5500"/>
            </a:srgbClr>
          </a:solidFill>
          <a:ln/>
        </p:spPr>
      </p:sp>
      <p:sp>
        <p:nvSpPr>
          <p:cNvPr id="192" name="Shape 190"/>
          <p:cNvSpPr/>
          <p:nvPr/>
        </p:nvSpPr>
        <p:spPr>
          <a:xfrm>
            <a:off x="6259068" y="-1113625"/>
            <a:ext cx="803758" cy="671284"/>
          </a:xfrm>
          <a:prstGeom prst="rect">
            <a:avLst/>
          </a:prstGeom>
          <a:solidFill>
            <a:srgbClr val="F8FE05">
              <a:alpha val="4813"/>
            </a:srgbClr>
          </a:solidFill>
          <a:ln/>
        </p:spPr>
      </p:sp>
      <p:sp>
        <p:nvSpPr>
          <p:cNvPr id="193" name="Shape 191"/>
          <p:cNvSpPr/>
          <p:nvPr/>
        </p:nvSpPr>
        <p:spPr>
          <a:xfrm>
            <a:off x="6259068" y="-451485"/>
            <a:ext cx="803758" cy="671284"/>
          </a:xfrm>
          <a:prstGeom prst="rect">
            <a:avLst/>
          </a:prstGeom>
          <a:solidFill>
            <a:srgbClr val="F8FE05">
              <a:alpha val="4125"/>
            </a:srgbClr>
          </a:solidFill>
          <a:ln/>
        </p:spPr>
      </p:sp>
      <p:sp>
        <p:nvSpPr>
          <p:cNvPr id="194" name="Shape 192"/>
          <p:cNvSpPr/>
          <p:nvPr/>
        </p:nvSpPr>
        <p:spPr>
          <a:xfrm>
            <a:off x="6259068" y="210655"/>
            <a:ext cx="803758" cy="671284"/>
          </a:xfrm>
          <a:prstGeom prst="rect">
            <a:avLst/>
          </a:prstGeom>
          <a:solidFill>
            <a:srgbClr val="F8FE05">
              <a:alpha val="3438"/>
            </a:srgbClr>
          </a:solidFill>
          <a:ln/>
        </p:spPr>
      </p:sp>
      <p:sp>
        <p:nvSpPr>
          <p:cNvPr id="195" name="Shape 193"/>
          <p:cNvSpPr/>
          <p:nvPr/>
        </p:nvSpPr>
        <p:spPr>
          <a:xfrm>
            <a:off x="6259068" y="872795"/>
            <a:ext cx="803758" cy="671284"/>
          </a:xfrm>
          <a:prstGeom prst="rect">
            <a:avLst/>
          </a:prstGeom>
          <a:solidFill>
            <a:srgbClr val="F8FE05">
              <a:alpha val="2750"/>
            </a:srgbClr>
          </a:solidFill>
          <a:ln/>
        </p:spPr>
      </p:sp>
      <p:sp>
        <p:nvSpPr>
          <p:cNvPr id="196" name="Shape 194"/>
          <p:cNvSpPr/>
          <p:nvPr/>
        </p:nvSpPr>
        <p:spPr>
          <a:xfrm>
            <a:off x="6259068" y="1534935"/>
            <a:ext cx="803758" cy="671284"/>
          </a:xfrm>
          <a:prstGeom prst="rect">
            <a:avLst/>
          </a:prstGeom>
          <a:solidFill>
            <a:srgbClr val="F8FE05">
              <a:alpha val="2063"/>
            </a:srgbClr>
          </a:solidFill>
          <a:ln/>
        </p:spPr>
      </p:sp>
      <p:sp>
        <p:nvSpPr>
          <p:cNvPr id="197" name="Shape 195"/>
          <p:cNvSpPr/>
          <p:nvPr/>
        </p:nvSpPr>
        <p:spPr>
          <a:xfrm>
            <a:off x="6259068" y="2197075"/>
            <a:ext cx="803758" cy="671284"/>
          </a:xfrm>
          <a:prstGeom prst="rect">
            <a:avLst/>
          </a:prstGeom>
          <a:solidFill>
            <a:srgbClr val="F8FE05">
              <a:alpha val="1375"/>
            </a:srgbClr>
          </a:solidFill>
          <a:ln/>
        </p:spPr>
      </p:sp>
      <p:sp>
        <p:nvSpPr>
          <p:cNvPr id="198" name="Shape 196"/>
          <p:cNvSpPr/>
          <p:nvPr/>
        </p:nvSpPr>
        <p:spPr>
          <a:xfrm>
            <a:off x="6259068" y="2859215"/>
            <a:ext cx="803758" cy="671284"/>
          </a:xfrm>
          <a:prstGeom prst="rect">
            <a:avLst/>
          </a:prstGeom>
          <a:solidFill>
            <a:srgbClr val="F8FE05">
              <a:alpha val="688"/>
            </a:srgbClr>
          </a:solidFill>
          <a:ln/>
        </p:spPr>
      </p:sp>
      <p:sp>
        <p:nvSpPr>
          <p:cNvPr id="199" name="Shape 197"/>
          <p:cNvSpPr/>
          <p:nvPr/>
        </p:nvSpPr>
        <p:spPr>
          <a:xfrm>
            <a:off x="4892040" y="-1775765"/>
            <a:ext cx="803758" cy="625107"/>
          </a:xfrm>
          <a:prstGeom prst="rect">
            <a:avLst/>
          </a:prstGeom>
          <a:solidFill>
            <a:srgbClr val="F8FE05">
              <a:alpha val="5500"/>
            </a:srgbClr>
          </a:solidFill>
          <a:ln/>
        </p:spPr>
      </p:sp>
      <p:sp>
        <p:nvSpPr>
          <p:cNvPr id="200" name="Shape 198"/>
          <p:cNvSpPr/>
          <p:nvPr/>
        </p:nvSpPr>
        <p:spPr>
          <a:xfrm>
            <a:off x="4892040" y="-1159802"/>
            <a:ext cx="803758" cy="625107"/>
          </a:xfrm>
          <a:prstGeom prst="rect">
            <a:avLst/>
          </a:prstGeom>
          <a:solidFill>
            <a:srgbClr val="F8FE05">
              <a:alpha val="4813"/>
            </a:srgbClr>
          </a:solidFill>
          <a:ln/>
        </p:spPr>
      </p:sp>
      <p:sp>
        <p:nvSpPr>
          <p:cNvPr id="201" name="Shape 199"/>
          <p:cNvSpPr/>
          <p:nvPr/>
        </p:nvSpPr>
        <p:spPr>
          <a:xfrm>
            <a:off x="4892040" y="-543839"/>
            <a:ext cx="803758" cy="625107"/>
          </a:xfrm>
          <a:prstGeom prst="rect">
            <a:avLst/>
          </a:prstGeom>
          <a:solidFill>
            <a:srgbClr val="F8FE05">
              <a:alpha val="4125"/>
            </a:srgbClr>
          </a:solidFill>
          <a:ln/>
        </p:spPr>
      </p:sp>
      <p:sp>
        <p:nvSpPr>
          <p:cNvPr id="202" name="Shape 200"/>
          <p:cNvSpPr/>
          <p:nvPr/>
        </p:nvSpPr>
        <p:spPr>
          <a:xfrm>
            <a:off x="4892040" y="72123"/>
            <a:ext cx="803758" cy="625107"/>
          </a:xfrm>
          <a:prstGeom prst="rect">
            <a:avLst/>
          </a:prstGeom>
          <a:solidFill>
            <a:srgbClr val="F8FE05">
              <a:alpha val="3438"/>
            </a:srgbClr>
          </a:solidFill>
          <a:ln/>
        </p:spPr>
      </p:sp>
      <p:sp>
        <p:nvSpPr>
          <p:cNvPr id="203" name="Shape 201"/>
          <p:cNvSpPr/>
          <p:nvPr/>
        </p:nvSpPr>
        <p:spPr>
          <a:xfrm>
            <a:off x="4892040" y="688086"/>
            <a:ext cx="803758" cy="625107"/>
          </a:xfrm>
          <a:prstGeom prst="rect">
            <a:avLst/>
          </a:prstGeom>
          <a:solidFill>
            <a:srgbClr val="F8FE05">
              <a:alpha val="2750"/>
            </a:srgbClr>
          </a:solidFill>
          <a:ln/>
        </p:spPr>
      </p:sp>
      <p:sp>
        <p:nvSpPr>
          <p:cNvPr id="204" name="Shape 202"/>
          <p:cNvSpPr/>
          <p:nvPr/>
        </p:nvSpPr>
        <p:spPr>
          <a:xfrm>
            <a:off x="4892040" y="1304049"/>
            <a:ext cx="803758" cy="625107"/>
          </a:xfrm>
          <a:prstGeom prst="rect">
            <a:avLst/>
          </a:prstGeom>
          <a:solidFill>
            <a:srgbClr val="F8FE05">
              <a:alpha val="2063"/>
            </a:srgbClr>
          </a:solidFill>
          <a:ln/>
        </p:spPr>
      </p:sp>
      <p:sp>
        <p:nvSpPr>
          <p:cNvPr id="205" name="Shape 203"/>
          <p:cNvSpPr/>
          <p:nvPr/>
        </p:nvSpPr>
        <p:spPr>
          <a:xfrm>
            <a:off x="4892040" y="1920011"/>
            <a:ext cx="803758" cy="625107"/>
          </a:xfrm>
          <a:prstGeom prst="rect">
            <a:avLst/>
          </a:prstGeom>
          <a:solidFill>
            <a:srgbClr val="F8FE05">
              <a:alpha val="1375"/>
            </a:srgbClr>
          </a:solidFill>
          <a:ln/>
        </p:spPr>
      </p:sp>
      <p:sp>
        <p:nvSpPr>
          <p:cNvPr id="206" name="Shape 204"/>
          <p:cNvSpPr/>
          <p:nvPr/>
        </p:nvSpPr>
        <p:spPr>
          <a:xfrm>
            <a:off x="4892040" y="2535974"/>
            <a:ext cx="803758" cy="625107"/>
          </a:xfrm>
          <a:prstGeom prst="rect">
            <a:avLst/>
          </a:prstGeom>
          <a:solidFill>
            <a:srgbClr val="F8FE05">
              <a:alpha val="688"/>
            </a:srgbClr>
          </a:solidFill>
          <a:ln/>
        </p:spPr>
      </p:sp>
      <p:sp>
        <p:nvSpPr>
          <p:cNvPr id="207" name="Shape 205"/>
          <p:cNvSpPr/>
          <p:nvPr/>
        </p:nvSpPr>
        <p:spPr>
          <a:xfrm>
            <a:off x="4200754" y="-1775765"/>
            <a:ext cx="803758" cy="395364"/>
          </a:xfrm>
          <a:prstGeom prst="rect">
            <a:avLst/>
          </a:prstGeom>
          <a:solidFill>
            <a:srgbClr val="F8FE05">
              <a:alpha val="3850"/>
            </a:srgbClr>
          </a:solidFill>
          <a:ln/>
        </p:spPr>
      </p:sp>
      <p:sp>
        <p:nvSpPr>
          <p:cNvPr id="208" name="Shape 206"/>
          <p:cNvSpPr/>
          <p:nvPr/>
        </p:nvSpPr>
        <p:spPr>
          <a:xfrm>
            <a:off x="4200754" y="-1389545"/>
            <a:ext cx="803758" cy="395364"/>
          </a:xfrm>
          <a:prstGeom prst="rect">
            <a:avLst/>
          </a:prstGeom>
          <a:solidFill>
            <a:srgbClr val="F8FE05">
              <a:alpha val="3369"/>
            </a:srgbClr>
          </a:solidFill>
          <a:ln/>
        </p:spPr>
      </p:sp>
      <p:sp>
        <p:nvSpPr>
          <p:cNvPr id="209" name="Shape 207"/>
          <p:cNvSpPr/>
          <p:nvPr/>
        </p:nvSpPr>
        <p:spPr>
          <a:xfrm>
            <a:off x="4200754" y="-1003325"/>
            <a:ext cx="803758" cy="395364"/>
          </a:xfrm>
          <a:prstGeom prst="rect">
            <a:avLst/>
          </a:prstGeom>
          <a:solidFill>
            <a:srgbClr val="F8FE05">
              <a:alpha val="2888"/>
            </a:srgbClr>
          </a:solidFill>
          <a:ln/>
        </p:spPr>
      </p:sp>
      <p:sp>
        <p:nvSpPr>
          <p:cNvPr id="210" name="Shape 208"/>
          <p:cNvSpPr/>
          <p:nvPr/>
        </p:nvSpPr>
        <p:spPr>
          <a:xfrm>
            <a:off x="4200754" y="-617106"/>
            <a:ext cx="803758" cy="395364"/>
          </a:xfrm>
          <a:prstGeom prst="rect">
            <a:avLst/>
          </a:prstGeom>
          <a:solidFill>
            <a:srgbClr val="F8FE05">
              <a:alpha val="2406"/>
            </a:srgbClr>
          </a:solidFill>
          <a:ln/>
        </p:spPr>
      </p:sp>
      <p:sp>
        <p:nvSpPr>
          <p:cNvPr id="211" name="Shape 209"/>
          <p:cNvSpPr/>
          <p:nvPr/>
        </p:nvSpPr>
        <p:spPr>
          <a:xfrm>
            <a:off x="4200754" y="-230886"/>
            <a:ext cx="803758" cy="395364"/>
          </a:xfrm>
          <a:prstGeom prst="rect">
            <a:avLst/>
          </a:prstGeom>
          <a:solidFill>
            <a:srgbClr val="F8FE05">
              <a:alpha val="1925"/>
            </a:srgbClr>
          </a:solidFill>
          <a:ln/>
        </p:spPr>
      </p:sp>
      <p:sp>
        <p:nvSpPr>
          <p:cNvPr id="212" name="Shape 210"/>
          <p:cNvSpPr/>
          <p:nvPr/>
        </p:nvSpPr>
        <p:spPr>
          <a:xfrm>
            <a:off x="4200754" y="155334"/>
            <a:ext cx="803758" cy="395364"/>
          </a:xfrm>
          <a:prstGeom prst="rect">
            <a:avLst/>
          </a:prstGeom>
          <a:solidFill>
            <a:srgbClr val="F8FE05">
              <a:alpha val="1444"/>
            </a:srgbClr>
          </a:solidFill>
          <a:ln/>
        </p:spPr>
      </p:sp>
      <p:sp>
        <p:nvSpPr>
          <p:cNvPr id="213" name="Shape 211"/>
          <p:cNvSpPr/>
          <p:nvPr/>
        </p:nvSpPr>
        <p:spPr>
          <a:xfrm>
            <a:off x="4200754" y="541553"/>
            <a:ext cx="803758" cy="395364"/>
          </a:xfrm>
          <a:prstGeom prst="rect">
            <a:avLst/>
          </a:prstGeom>
          <a:solidFill>
            <a:srgbClr val="F8FE05">
              <a:alpha val="963"/>
            </a:srgbClr>
          </a:solidFill>
          <a:ln/>
        </p:spPr>
      </p:sp>
      <p:sp>
        <p:nvSpPr>
          <p:cNvPr id="214" name="Shape 212"/>
          <p:cNvSpPr/>
          <p:nvPr/>
        </p:nvSpPr>
        <p:spPr>
          <a:xfrm>
            <a:off x="4200754" y="927773"/>
            <a:ext cx="803758" cy="395364"/>
          </a:xfrm>
          <a:prstGeom prst="rect">
            <a:avLst/>
          </a:prstGeom>
          <a:solidFill>
            <a:srgbClr val="F8FE05">
              <a:alpha val="481"/>
            </a:srgbClr>
          </a:solidFill>
          <a:ln/>
        </p:spPr>
      </p:sp>
      <p:sp>
        <p:nvSpPr>
          <p:cNvPr id="215" name="Shape 213"/>
          <p:cNvSpPr/>
          <p:nvPr/>
        </p:nvSpPr>
        <p:spPr>
          <a:xfrm>
            <a:off x="9720986" y="-1775765"/>
            <a:ext cx="803758" cy="849706"/>
          </a:xfrm>
          <a:prstGeom prst="rect">
            <a:avLst/>
          </a:prstGeom>
          <a:solidFill>
            <a:srgbClr val="F8FE05">
              <a:alpha val="8250"/>
            </a:srgbClr>
          </a:solidFill>
          <a:ln/>
        </p:spPr>
      </p:sp>
      <p:sp>
        <p:nvSpPr>
          <p:cNvPr id="216" name="Shape 214"/>
          <p:cNvSpPr/>
          <p:nvPr/>
        </p:nvSpPr>
        <p:spPr>
          <a:xfrm>
            <a:off x="9720986" y="-935203"/>
            <a:ext cx="803758" cy="849706"/>
          </a:xfrm>
          <a:prstGeom prst="rect">
            <a:avLst/>
          </a:prstGeom>
          <a:solidFill>
            <a:srgbClr val="F8FE05">
              <a:alpha val="7219"/>
            </a:srgbClr>
          </a:solidFill>
          <a:ln/>
        </p:spPr>
      </p:sp>
      <p:sp>
        <p:nvSpPr>
          <p:cNvPr id="217" name="Shape 215"/>
          <p:cNvSpPr/>
          <p:nvPr/>
        </p:nvSpPr>
        <p:spPr>
          <a:xfrm>
            <a:off x="9720986" y="-94640"/>
            <a:ext cx="803758" cy="849706"/>
          </a:xfrm>
          <a:prstGeom prst="rect">
            <a:avLst/>
          </a:prstGeom>
          <a:solidFill>
            <a:srgbClr val="F8FE05">
              <a:alpha val="6188"/>
            </a:srgbClr>
          </a:solidFill>
          <a:ln/>
        </p:spPr>
      </p:sp>
      <p:sp>
        <p:nvSpPr>
          <p:cNvPr id="218" name="Shape 216"/>
          <p:cNvSpPr/>
          <p:nvPr/>
        </p:nvSpPr>
        <p:spPr>
          <a:xfrm>
            <a:off x="9720986" y="745922"/>
            <a:ext cx="803758" cy="849706"/>
          </a:xfrm>
          <a:prstGeom prst="rect">
            <a:avLst/>
          </a:prstGeom>
          <a:solidFill>
            <a:srgbClr val="F8FE05">
              <a:alpha val="5156"/>
            </a:srgbClr>
          </a:solidFill>
          <a:ln/>
        </p:spPr>
      </p:sp>
      <p:sp>
        <p:nvSpPr>
          <p:cNvPr id="219" name="Shape 217"/>
          <p:cNvSpPr/>
          <p:nvPr/>
        </p:nvSpPr>
        <p:spPr>
          <a:xfrm>
            <a:off x="9720986" y="1586484"/>
            <a:ext cx="803758" cy="849706"/>
          </a:xfrm>
          <a:prstGeom prst="rect">
            <a:avLst/>
          </a:prstGeom>
          <a:solidFill>
            <a:srgbClr val="F8FE05">
              <a:alpha val="4125"/>
            </a:srgbClr>
          </a:solidFill>
          <a:ln/>
        </p:spPr>
      </p:sp>
      <p:sp>
        <p:nvSpPr>
          <p:cNvPr id="220" name="Shape 218"/>
          <p:cNvSpPr/>
          <p:nvPr/>
        </p:nvSpPr>
        <p:spPr>
          <a:xfrm>
            <a:off x="9720986" y="2427046"/>
            <a:ext cx="803758" cy="849706"/>
          </a:xfrm>
          <a:prstGeom prst="rect">
            <a:avLst/>
          </a:prstGeom>
          <a:solidFill>
            <a:srgbClr val="F8FE05">
              <a:alpha val="3094"/>
            </a:srgbClr>
          </a:solidFill>
          <a:ln/>
        </p:spPr>
      </p:sp>
      <p:sp>
        <p:nvSpPr>
          <p:cNvPr id="221" name="Shape 219"/>
          <p:cNvSpPr/>
          <p:nvPr/>
        </p:nvSpPr>
        <p:spPr>
          <a:xfrm>
            <a:off x="9720986" y="3267608"/>
            <a:ext cx="803758" cy="849706"/>
          </a:xfrm>
          <a:prstGeom prst="rect">
            <a:avLst/>
          </a:prstGeom>
          <a:solidFill>
            <a:srgbClr val="F8FE05">
              <a:alpha val="2063"/>
            </a:srgbClr>
          </a:solidFill>
          <a:ln/>
        </p:spPr>
      </p:sp>
      <p:sp>
        <p:nvSpPr>
          <p:cNvPr id="222" name="Shape 220"/>
          <p:cNvSpPr/>
          <p:nvPr/>
        </p:nvSpPr>
        <p:spPr>
          <a:xfrm>
            <a:off x="9720986" y="4108171"/>
            <a:ext cx="803758" cy="849706"/>
          </a:xfrm>
          <a:prstGeom prst="rect">
            <a:avLst/>
          </a:prstGeom>
          <a:solidFill>
            <a:srgbClr val="F8FE05">
              <a:alpha val="1031"/>
            </a:srgbClr>
          </a:solidFill>
          <a:ln/>
        </p:spPr>
      </p:sp>
      <p:sp>
        <p:nvSpPr>
          <p:cNvPr id="223" name="Shape 221"/>
          <p:cNvSpPr/>
          <p:nvPr/>
        </p:nvSpPr>
        <p:spPr>
          <a:xfrm>
            <a:off x="11090758" y="-1775765"/>
            <a:ext cx="803758" cy="523723"/>
          </a:xfrm>
          <a:prstGeom prst="rect">
            <a:avLst/>
          </a:prstGeom>
          <a:solidFill>
            <a:srgbClr val="F8FE05">
              <a:alpha val="3850"/>
            </a:srgbClr>
          </a:solidFill>
          <a:ln/>
        </p:spPr>
      </p:sp>
      <p:sp>
        <p:nvSpPr>
          <p:cNvPr id="224" name="Shape 222"/>
          <p:cNvSpPr/>
          <p:nvPr/>
        </p:nvSpPr>
        <p:spPr>
          <a:xfrm>
            <a:off x="11090758" y="-1261186"/>
            <a:ext cx="803758" cy="523723"/>
          </a:xfrm>
          <a:prstGeom prst="rect">
            <a:avLst/>
          </a:prstGeom>
          <a:solidFill>
            <a:srgbClr val="F8FE05">
              <a:alpha val="3369"/>
            </a:srgbClr>
          </a:solidFill>
          <a:ln/>
        </p:spPr>
      </p:sp>
      <p:sp>
        <p:nvSpPr>
          <p:cNvPr id="225" name="Shape 223"/>
          <p:cNvSpPr/>
          <p:nvPr/>
        </p:nvSpPr>
        <p:spPr>
          <a:xfrm>
            <a:off x="11090758" y="-746608"/>
            <a:ext cx="803758" cy="523723"/>
          </a:xfrm>
          <a:prstGeom prst="rect">
            <a:avLst/>
          </a:prstGeom>
          <a:solidFill>
            <a:srgbClr val="F8FE05">
              <a:alpha val="2888"/>
            </a:srgbClr>
          </a:solidFill>
          <a:ln/>
        </p:spPr>
      </p:sp>
      <p:sp>
        <p:nvSpPr>
          <p:cNvPr id="226" name="Shape 224"/>
          <p:cNvSpPr/>
          <p:nvPr/>
        </p:nvSpPr>
        <p:spPr>
          <a:xfrm>
            <a:off x="11090758" y="-232029"/>
            <a:ext cx="803758" cy="523723"/>
          </a:xfrm>
          <a:prstGeom prst="rect">
            <a:avLst/>
          </a:prstGeom>
          <a:solidFill>
            <a:srgbClr val="F8FE05">
              <a:alpha val="2406"/>
            </a:srgbClr>
          </a:solidFill>
          <a:ln/>
        </p:spPr>
      </p:sp>
      <p:sp>
        <p:nvSpPr>
          <p:cNvPr id="227" name="Shape 225"/>
          <p:cNvSpPr/>
          <p:nvPr/>
        </p:nvSpPr>
        <p:spPr>
          <a:xfrm>
            <a:off x="11090758" y="282550"/>
            <a:ext cx="803758" cy="523723"/>
          </a:xfrm>
          <a:prstGeom prst="rect">
            <a:avLst/>
          </a:prstGeom>
          <a:solidFill>
            <a:srgbClr val="F8FE05">
              <a:alpha val="1925"/>
            </a:srgbClr>
          </a:solidFill>
          <a:ln/>
        </p:spPr>
      </p:sp>
      <p:sp>
        <p:nvSpPr>
          <p:cNvPr id="228" name="Shape 226"/>
          <p:cNvSpPr/>
          <p:nvPr/>
        </p:nvSpPr>
        <p:spPr>
          <a:xfrm>
            <a:off x="11090758" y="797128"/>
            <a:ext cx="803758" cy="523723"/>
          </a:xfrm>
          <a:prstGeom prst="rect">
            <a:avLst/>
          </a:prstGeom>
          <a:solidFill>
            <a:srgbClr val="F8FE05">
              <a:alpha val="1444"/>
            </a:srgbClr>
          </a:solidFill>
          <a:ln/>
        </p:spPr>
      </p:sp>
      <p:sp>
        <p:nvSpPr>
          <p:cNvPr id="229" name="Shape 227"/>
          <p:cNvSpPr/>
          <p:nvPr/>
        </p:nvSpPr>
        <p:spPr>
          <a:xfrm>
            <a:off x="11090758" y="1311707"/>
            <a:ext cx="803758" cy="523723"/>
          </a:xfrm>
          <a:prstGeom prst="rect">
            <a:avLst/>
          </a:prstGeom>
          <a:solidFill>
            <a:srgbClr val="F8FE05">
              <a:alpha val="963"/>
            </a:srgbClr>
          </a:solidFill>
          <a:ln/>
        </p:spPr>
      </p:sp>
      <p:sp>
        <p:nvSpPr>
          <p:cNvPr id="230" name="Shape 228"/>
          <p:cNvSpPr/>
          <p:nvPr/>
        </p:nvSpPr>
        <p:spPr>
          <a:xfrm>
            <a:off x="11090758" y="1826285"/>
            <a:ext cx="803758" cy="523723"/>
          </a:xfrm>
          <a:prstGeom prst="rect">
            <a:avLst/>
          </a:prstGeom>
          <a:solidFill>
            <a:srgbClr val="F8FE05">
              <a:alpha val="481"/>
            </a:srgbClr>
          </a:solidFill>
          <a:ln/>
        </p:spPr>
      </p:sp>
      <p:sp>
        <p:nvSpPr>
          <p:cNvPr id="231" name="Shape 229"/>
          <p:cNvSpPr/>
          <p:nvPr/>
        </p:nvSpPr>
        <p:spPr>
          <a:xfrm>
            <a:off x="10401300" y="-1775765"/>
            <a:ext cx="803758" cy="671284"/>
          </a:xfrm>
          <a:prstGeom prst="rect">
            <a:avLst/>
          </a:prstGeom>
          <a:solidFill>
            <a:srgbClr val="F8FE05">
              <a:alpha val="5500"/>
            </a:srgbClr>
          </a:solidFill>
          <a:ln/>
        </p:spPr>
      </p:sp>
      <p:sp>
        <p:nvSpPr>
          <p:cNvPr id="232" name="Shape 230"/>
          <p:cNvSpPr/>
          <p:nvPr/>
        </p:nvSpPr>
        <p:spPr>
          <a:xfrm>
            <a:off x="10401300" y="-1113625"/>
            <a:ext cx="803758" cy="671284"/>
          </a:xfrm>
          <a:prstGeom prst="rect">
            <a:avLst/>
          </a:prstGeom>
          <a:solidFill>
            <a:srgbClr val="F8FE05">
              <a:alpha val="4813"/>
            </a:srgbClr>
          </a:solidFill>
          <a:ln/>
        </p:spPr>
      </p:sp>
      <p:sp>
        <p:nvSpPr>
          <p:cNvPr id="233" name="Shape 231"/>
          <p:cNvSpPr/>
          <p:nvPr/>
        </p:nvSpPr>
        <p:spPr>
          <a:xfrm>
            <a:off x="10401300" y="-451485"/>
            <a:ext cx="803758" cy="671284"/>
          </a:xfrm>
          <a:prstGeom prst="rect">
            <a:avLst/>
          </a:prstGeom>
          <a:solidFill>
            <a:srgbClr val="F8FE05">
              <a:alpha val="4125"/>
            </a:srgbClr>
          </a:solidFill>
          <a:ln/>
        </p:spPr>
      </p:sp>
      <p:sp>
        <p:nvSpPr>
          <p:cNvPr id="234" name="Shape 232"/>
          <p:cNvSpPr/>
          <p:nvPr/>
        </p:nvSpPr>
        <p:spPr>
          <a:xfrm>
            <a:off x="10401300" y="210655"/>
            <a:ext cx="803758" cy="671284"/>
          </a:xfrm>
          <a:prstGeom prst="rect">
            <a:avLst/>
          </a:prstGeom>
          <a:solidFill>
            <a:srgbClr val="F8FE05">
              <a:alpha val="3438"/>
            </a:srgbClr>
          </a:solidFill>
          <a:ln/>
        </p:spPr>
      </p:sp>
      <p:sp>
        <p:nvSpPr>
          <p:cNvPr id="235" name="Shape 233"/>
          <p:cNvSpPr/>
          <p:nvPr/>
        </p:nvSpPr>
        <p:spPr>
          <a:xfrm>
            <a:off x="10401300" y="872795"/>
            <a:ext cx="803758" cy="671284"/>
          </a:xfrm>
          <a:prstGeom prst="rect">
            <a:avLst/>
          </a:prstGeom>
          <a:solidFill>
            <a:srgbClr val="F8FE05">
              <a:alpha val="2750"/>
            </a:srgbClr>
          </a:solidFill>
          <a:ln/>
        </p:spPr>
      </p:sp>
      <p:sp>
        <p:nvSpPr>
          <p:cNvPr id="236" name="Shape 234"/>
          <p:cNvSpPr/>
          <p:nvPr/>
        </p:nvSpPr>
        <p:spPr>
          <a:xfrm>
            <a:off x="10401300" y="1534935"/>
            <a:ext cx="803758" cy="671284"/>
          </a:xfrm>
          <a:prstGeom prst="rect">
            <a:avLst/>
          </a:prstGeom>
          <a:solidFill>
            <a:srgbClr val="F8FE05">
              <a:alpha val="2063"/>
            </a:srgbClr>
          </a:solidFill>
          <a:ln/>
        </p:spPr>
      </p:sp>
      <p:sp>
        <p:nvSpPr>
          <p:cNvPr id="237" name="Shape 235"/>
          <p:cNvSpPr/>
          <p:nvPr/>
        </p:nvSpPr>
        <p:spPr>
          <a:xfrm>
            <a:off x="10401300" y="2197075"/>
            <a:ext cx="803758" cy="671284"/>
          </a:xfrm>
          <a:prstGeom prst="rect">
            <a:avLst/>
          </a:prstGeom>
          <a:solidFill>
            <a:srgbClr val="F8FE05">
              <a:alpha val="1375"/>
            </a:srgbClr>
          </a:solidFill>
          <a:ln/>
        </p:spPr>
      </p:sp>
      <p:sp>
        <p:nvSpPr>
          <p:cNvPr id="238" name="Shape 236"/>
          <p:cNvSpPr/>
          <p:nvPr/>
        </p:nvSpPr>
        <p:spPr>
          <a:xfrm>
            <a:off x="10401300" y="2859215"/>
            <a:ext cx="803758" cy="671284"/>
          </a:xfrm>
          <a:prstGeom prst="rect">
            <a:avLst/>
          </a:prstGeom>
          <a:solidFill>
            <a:srgbClr val="F8FE05">
              <a:alpha val="688"/>
            </a:srgbClr>
          </a:solidFill>
          <a:ln/>
        </p:spPr>
      </p:sp>
      <p:sp>
        <p:nvSpPr>
          <p:cNvPr id="239" name="Shape 237"/>
          <p:cNvSpPr/>
          <p:nvPr/>
        </p:nvSpPr>
        <p:spPr>
          <a:xfrm>
            <a:off x="9034272" y="-1775765"/>
            <a:ext cx="803758" cy="625107"/>
          </a:xfrm>
          <a:prstGeom prst="rect">
            <a:avLst/>
          </a:prstGeom>
          <a:solidFill>
            <a:srgbClr val="F8FE05">
              <a:alpha val="5500"/>
            </a:srgbClr>
          </a:solidFill>
          <a:ln/>
        </p:spPr>
      </p:sp>
      <p:sp>
        <p:nvSpPr>
          <p:cNvPr id="240" name="Shape 238"/>
          <p:cNvSpPr/>
          <p:nvPr/>
        </p:nvSpPr>
        <p:spPr>
          <a:xfrm>
            <a:off x="9034272" y="-1159802"/>
            <a:ext cx="803758" cy="625107"/>
          </a:xfrm>
          <a:prstGeom prst="rect">
            <a:avLst/>
          </a:prstGeom>
          <a:solidFill>
            <a:srgbClr val="F8FE05">
              <a:alpha val="4813"/>
            </a:srgbClr>
          </a:solidFill>
          <a:ln/>
        </p:spPr>
      </p:sp>
      <p:sp>
        <p:nvSpPr>
          <p:cNvPr id="241" name="Shape 239"/>
          <p:cNvSpPr/>
          <p:nvPr/>
        </p:nvSpPr>
        <p:spPr>
          <a:xfrm>
            <a:off x="9034272" y="-543839"/>
            <a:ext cx="803758" cy="625107"/>
          </a:xfrm>
          <a:prstGeom prst="rect">
            <a:avLst/>
          </a:prstGeom>
          <a:solidFill>
            <a:srgbClr val="F8FE05">
              <a:alpha val="4125"/>
            </a:srgbClr>
          </a:solidFill>
          <a:ln/>
        </p:spPr>
      </p:sp>
      <p:sp>
        <p:nvSpPr>
          <p:cNvPr id="242" name="Shape 240"/>
          <p:cNvSpPr/>
          <p:nvPr/>
        </p:nvSpPr>
        <p:spPr>
          <a:xfrm>
            <a:off x="9034272" y="72123"/>
            <a:ext cx="803758" cy="625107"/>
          </a:xfrm>
          <a:prstGeom prst="rect">
            <a:avLst/>
          </a:prstGeom>
          <a:solidFill>
            <a:srgbClr val="F8FE05">
              <a:alpha val="3438"/>
            </a:srgbClr>
          </a:solidFill>
          <a:ln/>
        </p:spPr>
      </p:sp>
      <p:sp>
        <p:nvSpPr>
          <p:cNvPr id="243" name="Shape 241"/>
          <p:cNvSpPr/>
          <p:nvPr/>
        </p:nvSpPr>
        <p:spPr>
          <a:xfrm>
            <a:off x="9034272" y="688086"/>
            <a:ext cx="803758" cy="625107"/>
          </a:xfrm>
          <a:prstGeom prst="rect">
            <a:avLst/>
          </a:prstGeom>
          <a:solidFill>
            <a:srgbClr val="F8FE05">
              <a:alpha val="2750"/>
            </a:srgbClr>
          </a:solidFill>
          <a:ln/>
        </p:spPr>
      </p:sp>
      <p:sp>
        <p:nvSpPr>
          <p:cNvPr id="244" name="Shape 242"/>
          <p:cNvSpPr/>
          <p:nvPr/>
        </p:nvSpPr>
        <p:spPr>
          <a:xfrm>
            <a:off x="9034272" y="1304049"/>
            <a:ext cx="803758" cy="625107"/>
          </a:xfrm>
          <a:prstGeom prst="rect">
            <a:avLst/>
          </a:prstGeom>
          <a:solidFill>
            <a:srgbClr val="F8FE05">
              <a:alpha val="2063"/>
            </a:srgbClr>
          </a:solidFill>
          <a:ln/>
        </p:spPr>
      </p:sp>
      <p:sp>
        <p:nvSpPr>
          <p:cNvPr id="245" name="Shape 243"/>
          <p:cNvSpPr/>
          <p:nvPr/>
        </p:nvSpPr>
        <p:spPr>
          <a:xfrm>
            <a:off x="9034272" y="1920011"/>
            <a:ext cx="803758" cy="625107"/>
          </a:xfrm>
          <a:prstGeom prst="rect">
            <a:avLst/>
          </a:prstGeom>
          <a:solidFill>
            <a:srgbClr val="F8FE05">
              <a:alpha val="1375"/>
            </a:srgbClr>
          </a:solidFill>
          <a:ln/>
        </p:spPr>
      </p:sp>
      <p:sp>
        <p:nvSpPr>
          <p:cNvPr id="246" name="Shape 244"/>
          <p:cNvSpPr/>
          <p:nvPr/>
        </p:nvSpPr>
        <p:spPr>
          <a:xfrm>
            <a:off x="9034272" y="2535974"/>
            <a:ext cx="803758" cy="625107"/>
          </a:xfrm>
          <a:prstGeom prst="rect">
            <a:avLst/>
          </a:prstGeom>
          <a:solidFill>
            <a:srgbClr val="F8FE05">
              <a:alpha val="688"/>
            </a:srgbClr>
          </a:solidFill>
          <a:ln/>
        </p:spPr>
      </p:sp>
      <p:sp>
        <p:nvSpPr>
          <p:cNvPr id="247" name="Shape 245"/>
          <p:cNvSpPr/>
          <p:nvPr/>
        </p:nvSpPr>
        <p:spPr>
          <a:xfrm>
            <a:off x="8342986" y="-1775765"/>
            <a:ext cx="803758" cy="395364"/>
          </a:xfrm>
          <a:prstGeom prst="rect">
            <a:avLst/>
          </a:prstGeom>
          <a:solidFill>
            <a:srgbClr val="F8FE05">
              <a:alpha val="3850"/>
            </a:srgbClr>
          </a:solidFill>
          <a:ln/>
        </p:spPr>
      </p:sp>
      <p:sp>
        <p:nvSpPr>
          <p:cNvPr id="248" name="Shape 246"/>
          <p:cNvSpPr/>
          <p:nvPr/>
        </p:nvSpPr>
        <p:spPr>
          <a:xfrm>
            <a:off x="8342986" y="-1389545"/>
            <a:ext cx="803758" cy="395364"/>
          </a:xfrm>
          <a:prstGeom prst="rect">
            <a:avLst/>
          </a:prstGeom>
          <a:solidFill>
            <a:srgbClr val="F8FE05">
              <a:alpha val="3369"/>
            </a:srgbClr>
          </a:solidFill>
          <a:ln/>
        </p:spPr>
      </p:sp>
      <p:sp>
        <p:nvSpPr>
          <p:cNvPr id="249" name="Shape 247"/>
          <p:cNvSpPr/>
          <p:nvPr/>
        </p:nvSpPr>
        <p:spPr>
          <a:xfrm>
            <a:off x="8342986" y="-1003325"/>
            <a:ext cx="803758" cy="395364"/>
          </a:xfrm>
          <a:prstGeom prst="rect">
            <a:avLst/>
          </a:prstGeom>
          <a:solidFill>
            <a:srgbClr val="F8FE05">
              <a:alpha val="2888"/>
            </a:srgbClr>
          </a:solidFill>
          <a:ln/>
        </p:spPr>
      </p:sp>
      <p:sp>
        <p:nvSpPr>
          <p:cNvPr id="250" name="Shape 248"/>
          <p:cNvSpPr/>
          <p:nvPr/>
        </p:nvSpPr>
        <p:spPr>
          <a:xfrm>
            <a:off x="8342986" y="-617106"/>
            <a:ext cx="803758" cy="395364"/>
          </a:xfrm>
          <a:prstGeom prst="rect">
            <a:avLst/>
          </a:prstGeom>
          <a:solidFill>
            <a:srgbClr val="F8FE05">
              <a:alpha val="2406"/>
            </a:srgbClr>
          </a:solidFill>
          <a:ln/>
        </p:spPr>
      </p:sp>
      <p:sp>
        <p:nvSpPr>
          <p:cNvPr id="251" name="Shape 249"/>
          <p:cNvSpPr/>
          <p:nvPr/>
        </p:nvSpPr>
        <p:spPr>
          <a:xfrm>
            <a:off x="8342986" y="-230886"/>
            <a:ext cx="803758" cy="395364"/>
          </a:xfrm>
          <a:prstGeom prst="rect">
            <a:avLst/>
          </a:prstGeom>
          <a:solidFill>
            <a:srgbClr val="F8FE05">
              <a:alpha val="1925"/>
            </a:srgbClr>
          </a:solidFill>
          <a:ln/>
        </p:spPr>
      </p:sp>
      <p:sp>
        <p:nvSpPr>
          <p:cNvPr id="252" name="Shape 250"/>
          <p:cNvSpPr/>
          <p:nvPr/>
        </p:nvSpPr>
        <p:spPr>
          <a:xfrm>
            <a:off x="8342986" y="155334"/>
            <a:ext cx="803758" cy="395364"/>
          </a:xfrm>
          <a:prstGeom prst="rect">
            <a:avLst/>
          </a:prstGeom>
          <a:solidFill>
            <a:srgbClr val="F8FE05">
              <a:alpha val="1444"/>
            </a:srgbClr>
          </a:solidFill>
          <a:ln/>
        </p:spPr>
      </p:sp>
      <p:sp>
        <p:nvSpPr>
          <p:cNvPr id="253" name="Shape 251"/>
          <p:cNvSpPr/>
          <p:nvPr/>
        </p:nvSpPr>
        <p:spPr>
          <a:xfrm>
            <a:off x="8342986" y="541553"/>
            <a:ext cx="803758" cy="395364"/>
          </a:xfrm>
          <a:prstGeom prst="rect">
            <a:avLst/>
          </a:prstGeom>
          <a:solidFill>
            <a:srgbClr val="F8FE05">
              <a:alpha val="963"/>
            </a:srgbClr>
          </a:solidFill>
          <a:ln/>
        </p:spPr>
      </p:sp>
      <p:sp>
        <p:nvSpPr>
          <p:cNvPr id="254" name="Shape 252"/>
          <p:cNvSpPr/>
          <p:nvPr/>
        </p:nvSpPr>
        <p:spPr>
          <a:xfrm>
            <a:off x="8342986" y="927773"/>
            <a:ext cx="803758" cy="395364"/>
          </a:xfrm>
          <a:prstGeom prst="rect">
            <a:avLst/>
          </a:prstGeom>
          <a:solidFill>
            <a:srgbClr val="F8FE05">
              <a:alpha val="481"/>
            </a:srgbClr>
          </a:solidFill>
          <a:ln/>
        </p:spPr>
      </p:sp>
      <p:sp>
        <p:nvSpPr>
          <p:cNvPr id="255" name="Text 253"/>
          <p:cNvSpPr/>
          <p:nvPr/>
        </p:nvSpPr>
        <p:spPr>
          <a:xfrm>
            <a:off x="5896051" y="1014984"/>
            <a:ext cx="5729630" cy="2086661"/>
          </a:xfrm>
          <a:prstGeom prst="rect">
            <a:avLst/>
          </a:prstGeom>
          <a:noFill/>
          <a:ln/>
        </p:spPr>
        <p:txBody>
          <a:bodyPr wrap="square" rtlCol="0" anchor="t"/>
          <a:lstStyle/>
          <a:p>
            <a:pPr indent="0" marL="0">
              <a:lnSpc>
                <a:spcPct val="90000"/>
              </a:lnSpc>
              <a:buNone/>
            </a:pPr>
            <a:r>
              <a:rPr lang="en-US" sz="4800" spc="-150" kern="0" dirty="0">
                <a:solidFill>
                  <a:srgbClr val="FFFFFF"/>
                </a:solidFill>
                <a:latin typeface="Manrope" pitchFamily="34" charset="0"/>
                <a:ea typeface="Manrope" pitchFamily="34" charset="-122"/>
                <a:cs typeface="Manrope" pitchFamily="34" charset="-120"/>
              </a:rPr>
              <a:t>From AI basics to </a:t>
            </a:r>
            <a:r>
              <a:rPr lang="en-US" sz="4800" spc="-150" kern="0" dirty="0">
                <a:solidFill>
                  <a:srgbClr val="C0DAB4"/>
                </a:solidFill>
                <a:latin typeface="Manrope" pitchFamily="34" charset="0"/>
                <a:ea typeface="Manrope" pitchFamily="34" charset="-122"/>
                <a:cs typeface="Manrope" pitchFamily="34" charset="-120"/>
              </a:rPr>
              <a:t>building agentic AI</a:t>
            </a:r>
            <a:endParaRPr lang="en-US" sz="1800" dirty="0"/>
          </a:p>
        </p:txBody>
      </p:sp>
      <p:sp>
        <p:nvSpPr>
          <p:cNvPr id="256" name="Text 254"/>
          <p:cNvSpPr/>
          <p:nvPr/>
        </p:nvSpPr>
        <p:spPr>
          <a:xfrm>
            <a:off x="5923483" y="3145536"/>
            <a:ext cx="5486400" cy="822960"/>
          </a:xfrm>
          <a:prstGeom prst="rect">
            <a:avLst/>
          </a:prstGeom>
          <a:noFill/>
          <a:ln/>
        </p:spPr>
        <p:txBody>
          <a:bodyPr wrap="square" rtlCol="0" anchor="t"/>
          <a:lstStyle/>
          <a:p>
            <a:pPr indent="0" marL="0">
              <a:lnSpc>
                <a:spcPct val="125000"/>
              </a:lnSpc>
              <a:spcAft>
                <a:spcPts val="600"/>
              </a:spcAft>
              <a:buNone/>
            </a:pPr>
            <a:r>
              <a:rPr lang="en-US" sz="1800" dirty="0">
                <a:solidFill>
                  <a:srgbClr val="FFFFFF"/>
                </a:solidFill>
                <a:latin typeface="Manrope" pitchFamily="34" charset="0"/>
                <a:ea typeface="Manrope" pitchFamily="34" charset="-122"/>
                <a:cs typeface="Manrope" pitchFamily="34" charset="-120"/>
              </a:rPr>
              <a:t>A 10-stage learning path, plus an optional Stage 0 on-ramp for people who have never programmed</a:t>
            </a:r>
            <a:endParaRPr lang="en-US" sz="1800" dirty="0"/>
          </a:p>
        </p:txBody>
      </p:sp>
      <p:sp>
        <p:nvSpPr>
          <p:cNvPr id="2001" name="g1 shape 2001"/>
          <p:cNvSpPr/>
          <p:nvPr/>
        </p:nvSpPr>
        <p:spPr>
          <a:xfrm>
            <a:off x="6053328" y="4709160"/>
            <a:ext cx="5120640" cy="0"/>
          </a:xfrm>
          <a:prstGeom prst="line">
            <a:avLst/>
          </a:prstGeom>
          <a:noFill/>
          <a:ln w="15875">
            <a:solidFill>
              <a:srgbClr val="D5E6CD"/>
            </a:solidFill>
          </a:ln>
        </p:spPr>
      </p:sp>
      <p:sp>
        <p:nvSpPr>
          <p:cNvPr id="2002" name="g1 shape 2002"/>
          <p:cNvSpPr/>
          <p:nvPr/>
        </p:nvSpPr>
        <p:spPr>
          <a:xfrm>
            <a:off x="5934456" y="4590288"/>
            <a:ext cx="237744" cy="237744"/>
          </a:xfrm>
          <a:prstGeom prst="ellipse">
            <a:avLst/>
          </a:prstGeom>
          <a:solidFill>
            <a:srgbClr val="12352B"/>
          </a:solidFill>
          <a:ln w="19050">
            <a:solidFill>
              <a:srgbClr val="FCFF9B"/>
            </a:solidFill>
            <a:prstDash val="dash"/>
          </a:ln>
        </p:spPr>
      </p:sp>
      <p:sp>
        <p:nvSpPr>
          <p:cNvPr id="2003" name="g1 shape 2003"/>
          <p:cNvSpPr/>
          <p:nvPr/>
        </p:nvSpPr>
        <p:spPr>
          <a:xfrm>
            <a:off x="6446520" y="4590288"/>
            <a:ext cx="237744" cy="237744"/>
          </a:xfrm>
          <a:prstGeom prst="ellipse">
            <a:avLst/>
          </a:prstGeom>
          <a:solidFill>
            <a:srgbClr val="FCFF9B"/>
          </a:solidFill>
          <a:ln>
            <a:noFill/>
          </a:ln>
        </p:spPr>
      </p:sp>
      <p:sp>
        <p:nvSpPr>
          <p:cNvPr id="2004" name="g1 shape 2004"/>
          <p:cNvSpPr/>
          <p:nvPr/>
        </p:nvSpPr>
        <p:spPr>
          <a:xfrm>
            <a:off x="6958584" y="4590288"/>
            <a:ext cx="237744" cy="237744"/>
          </a:xfrm>
          <a:prstGeom prst="ellipse">
            <a:avLst/>
          </a:prstGeom>
          <a:solidFill>
            <a:srgbClr val="FCFF9B"/>
          </a:solidFill>
          <a:ln>
            <a:noFill/>
          </a:ln>
        </p:spPr>
      </p:sp>
      <p:sp>
        <p:nvSpPr>
          <p:cNvPr id="2005" name="g1 shape 2005"/>
          <p:cNvSpPr/>
          <p:nvPr/>
        </p:nvSpPr>
        <p:spPr>
          <a:xfrm>
            <a:off x="7470648" y="4590288"/>
            <a:ext cx="237744" cy="237744"/>
          </a:xfrm>
          <a:prstGeom prst="ellipse">
            <a:avLst/>
          </a:prstGeom>
          <a:solidFill>
            <a:srgbClr val="FCFF9B"/>
          </a:solidFill>
          <a:ln>
            <a:noFill/>
          </a:ln>
        </p:spPr>
      </p:sp>
      <p:sp>
        <p:nvSpPr>
          <p:cNvPr id="2006" name="g1 shape 2006"/>
          <p:cNvSpPr/>
          <p:nvPr/>
        </p:nvSpPr>
        <p:spPr>
          <a:xfrm>
            <a:off x="7982712" y="4590288"/>
            <a:ext cx="237744" cy="237744"/>
          </a:xfrm>
          <a:prstGeom prst="ellipse">
            <a:avLst/>
          </a:prstGeom>
          <a:solidFill>
            <a:srgbClr val="FCFF9B"/>
          </a:solidFill>
          <a:ln>
            <a:noFill/>
          </a:ln>
        </p:spPr>
      </p:sp>
      <p:sp>
        <p:nvSpPr>
          <p:cNvPr id="2007" name="g1 shape 2007"/>
          <p:cNvSpPr/>
          <p:nvPr/>
        </p:nvSpPr>
        <p:spPr>
          <a:xfrm>
            <a:off x="8494776" y="4590288"/>
            <a:ext cx="237744" cy="237744"/>
          </a:xfrm>
          <a:prstGeom prst="ellipse">
            <a:avLst/>
          </a:prstGeom>
          <a:solidFill>
            <a:srgbClr val="FCFF9B"/>
          </a:solidFill>
          <a:ln>
            <a:noFill/>
          </a:ln>
        </p:spPr>
      </p:sp>
      <p:sp>
        <p:nvSpPr>
          <p:cNvPr id="2008" name="g1 shape 2008"/>
          <p:cNvSpPr/>
          <p:nvPr/>
        </p:nvSpPr>
        <p:spPr>
          <a:xfrm>
            <a:off x="9006840" y="4590288"/>
            <a:ext cx="237744" cy="237744"/>
          </a:xfrm>
          <a:prstGeom prst="ellipse">
            <a:avLst/>
          </a:prstGeom>
          <a:solidFill>
            <a:srgbClr val="FCFF9B"/>
          </a:solidFill>
          <a:ln>
            <a:noFill/>
          </a:ln>
        </p:spPr>
      </p:sp>
      <p:sp>
        <p:nvSpPr>
          <p:cNvPr id="2009" name="g1 shape 2009"/>
          <p:cNvSpPr/>
          <p:nvPr/>
        </p:nvSpPr>
        <p:spPr>
          <a:xfrm>
            <a:off x="9518904" y="4590288"/>
            <a:ext cx="237744" cy="237744"/>
          </a:xfrm>
          <a:prstGeom prst="ellipse">
            <a:avLst/>
          </a:prstGeom>
          <a:solidFill>
            <a:srgbClr val="FCFF9B"/>
          </a:solidFill>
          <a:ln>
            <a:noFill/>
          </a:ln>
        </p:spPr>
      </p:sp>
      <p:sp>
        <p:nvSpPr>
          <p:cNvPr id="2010" name="g1 shape 2010"/>
          <p:cNvSpPr/>
          <p:nvPr/>
        </p:nvSpPr>
        <p:spPr>
          <a:xfrm>
            <a:off x="10030968" y="4590288"/>
            <a:ext cx="237744" cy="237744"/>
          </a:xfrm>
          <a:prstGeom prst="ellipse">
            <a:avLst/>
          </a:prstGeom>
          <a:solidFill>
            <a:srgbClr val="FCFF9B"/>
          </a:solidFill>
          <a:ln>
            <a:noFill/>
          </a:ln>
        </p:spPr>
      </p:sp>
      <p:sp>
        <p:nvSpPr>
          <p:cNvPr id="2011" name="g1 shape 2011"/>
          <p:cNvSpPr/>
          <p:nvPr/>
        </p:nvSpPr>
        <p:spPr>
          <a:xfrm>
            <a:off x="10543032" y="4590288"/>
            <a:ext cx="237744" cy="237744"/>
          </a:xfrm>
          <a:prstGeom prst="ellipse">
            <a:avLst/>
          </a:prstGeom>
          <a:solidFill>
            <a:srgbClr val="FCFF9B"/>
          </a:solidFill>
          <a:ln>
            <a:noFill/>
          </a:ln>
        </p:spPr>
      </p:sp>
      <p:sp>
        <p:nvSpPr>
          <p:cNvPr id="2012" name="g1 shape 2012"/>
          <p:cNvSpPr/>
          <p:nvPr/>
        </p:nvSpPr>
        <p:spPr>
          <a:xfrm>
            <a:off x="11055096" y="4590288"/>
            <a:ext cx="237744" cy="237744"/>
          </a:xfrm>
          <a:prstGeom prst="ellipse">
            <a:avLst/>
          </a:prstGeom>
          <a:solidFill>
            <a:srgbClr val="FCFF9B"/>
          </a:solidFill>
          <a:ln>
            <a:noFill/>
          </a:ln>
        </p:spPr>
      </p:sp>
      <p:sp>
        <p:nvSpPr>
          <p:cNvPr id="2013" name="g1 text 2013"/>
          <p:cNvSpPr txBox="1"/>
          <p:nvPr/>
        </p:nvSpPr>
        <p:spPr>
          <a:xfrm>
            <a:off x="5687568" y="4983480"/>
            <a:ext cx="1463040" cy="274320"/>
          </a:xfrm>
          <a:prstGeom prst="rect">
            <a:avLst/>
          </a:prstGeom>
          <a:noFill/>
        </p:spPr>
        <p:txBody>
          <a:bodyPr wrap="square" lIns="0" tIns="0" rIns="0" bIns="0" anchor="t">
            <a:noAutofit/>
          </a:bodyPr>
          <a:lstStyle/>
          <a:p>
            <a:pPr algn="l">
              <a:lnSpc>
                <a:spcPct val="100000"/>
              </a:lnSpc>
              <a:buNone/>
            </a:pPr>
            <a:r>
              <a:rPr lang="en-US" sz="1200" b="0" dirty="0">
                <a:solidFill>
                  <a:srgbClr val="D5E6CD"/>
                </a:solidFill>
                <a:latin typeface="Manrope"/>
                <a:ea typeface="Manrope"/>
                <a:cs typeface="Manrope"/>
              </a:rPr>
              <a:t>Stage 0</a:t>
            </a:r>
          </a:p>
        </p:txBody>
      </p:sp>
      <p:sp>
        <p:nvSpPr>
          <p:cNvPr id="2014" name="g1 text 2014"/>
          <p:cNvSpPr txBox="1"/>
          <p:nvPr/>
        </p:nvSpPr>
        <p:spPr>
          <a:xfrm>
            <a:off x="10076688" y="4983480"/>
            <a:ext cx="1463040" cy="274320"/>
          </a:xfrm>
          <a:prstGeom prst="rect">
            <a:avLst/>
          </a:prstGeom>
          <a:noFill/>
        </p:spPr>
        <p:txBody>
          <a:bodyPr wrap="square" lIns="0" tIns="0" rIns="0" bIns="0" anchor="t">
            <a:noAutofit/>
          </a:bodyPr>
          <a:lstStyle/>
          <a:p>
            <a:pPr algn="r">
              <a:lnSpc>
                <a:spcPct val="100000"/>
              </a:lnSpc>
              <a:buNone/>
            </a:pPr>
            <a:r>
              <a:rPr lang="en-US" sz="1200" b="0" dirty="0">
                <a:solidFill>
                  <a:srgbClr val="D5E6CD"/>
                </a:solidFill>
                <a:latin typeface="Manrope"/>
                <a:ea typeface="Manrope"/>
                <a:cs typeface="Manrope"/>
              </a:rPr>
              <a:t>Stage 10</a:t>
            </a:r>
          </a:p>
        </p:txBody>
      </p:sp>
      <p:sp>
        <p:nvSpPr>
          <p:cNvPr id="2015" name="g1 text 2015"/>
          <p:cNvSpPr txBox="1"/>
          <p:nvPr/>
        </p:nvSpPr>
        <p:spPr>
          <a:xfrm>
            <a:off x="5923483" y="5806440"/>
            <a:ext cx="5486400" cy="320040"/>
          </a:xfrm>
          <a:prstGeom prst="rect">
            <a:avLst/>
          </a:prstGeom>
          <a:noFill/>
        </p:spPr>
        <p:txBody>
          <a:bodyPr wrap="square" lIns="0" tIns="0" rIns="0" bIns="0" anchor="t">
            <a:noAutofit/>
          </a:bodyPr>
          <a:lstStyle/>
          <a:p>
            <a:pPr algn="l">
              <a:lnSpc>
                <a:spcPct val="100000"/>
              </a:lnSpc>
              <a:buNone/>
            </a:pPr>
            <a:r>
              <a:rPr lang="en-US" sz="1400" b="0" dirty="0">
                <a:solidFill>
                  <a:srgbClr val="FFFFFF"/>
                </a:solidFill>
                <a:latin typeface="Manrope"/>
                <a:ea typeface="Manrope"/>
                <a:cs typeface="Manrope"/>
              </a:rPr>
              <a:t>Study notes  |  16 Oct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D1D1D"/>
        </a:solidFill>
      </p:bgPr>
    </p:bg>
    <p:spTree>
      <p:nvGrpSpPr>
        <p:cNvPr id="1" name=""/>
        <p:cNvGrpSpPr/>
        <p:nvPr/>
      </p:nvGrpSpPr>
      <p:grpSpPr>
        <a:xfrm>
          <a:off x="0" y="0"/>
          <a:ext cx="0" cy="0"/>
          <a:chOff x="0" y="0"/>
          <a:chExt cx="0" cy="0"/>
        </a:xfrm>
      </p:grpSpPr>
      <p:sp>
        <p:nvSpPr>
          <p:cNvPr id="2" name="Shape 0"/>
          <p:cNvSpPr/>
          <p:nvPr/>
        </p:nvSpPr>
        <p:spPr>
          <a:xfrm>
            <a:off x="0" y="0"/>
            <a:ext cx="5729630" cy="6858000"/>
          </a:xfrm>
          <a:prstGeom prst="rect">
            <a:avLst/>
          </a:prstGeom>
          <a:solidFill>
            <a:srgbClr val="0C4441"/>
          </a:solidFill>
          <a:ln/>
        </p:spPr>
      </p:sp>
      <p:sp>
        <p:nvSpPr>
          <p:cNvPr id="3" name="Shape 1"/>
          <p:cNvSpPr/>
          <p:nvPr/>
        </p:nvSpPr>
        <p:spPr>
          <a:xfrm>
            <a:off x="626364" y="-74066"/>
            <a:ext cx="803758" cy="753809"/>
          </a:xfrm>
          <a:prstGeom prst="rect">
            <a:avLst/>
          </a:prstGeom>
          <a:solidFill>
            <a:srgbClr val="F8FE05">
              <a:alpha val="8250"/>
            </a:srgbClr>
          </a:solidFill>
          <a:ln/>
        </p:spPr>
      </p:sp>
      <p:sp>
        <p:nvSpPr>
          <p:cNvPr id="4" name="Shape 2"/>
          <p:cNvSpPr/>
          <p:nvPr/>
        </p:nvSpPr>
        <p:spPr>
          <a:xfrm>
            <a:off x="626364" y="670598"/>
            <a:ext cx="803758" cy="753809"/>
          </a:xfrm>
          <a:prstGeom prst="rect">
            <a:avLst/>
          </a:prstGeom>
          <a:solidFill>
            <a:srgbClr val="F8FE05">
              <a:alpha val="7219"/>
            </a:srgbClr>
          </a:solidFill>
          <a:ln/>
        </p:spPr>
      </p:sp>
      <p:sp>
        <p:nvSpPr>
          <p:cNvPr id="5" name="Shape 3"/>
          <p:cNvSpPr/>
          <p:nvPr/>
        </p:nvSpPr>
        <p:spPr>
          <a:xfrm>
            <a:off x="626364" y="1415263"/>
            <a:ext cx="803758" cy="753809"/>
          </a:xfrm>
          <a:prstGeom prst="rect">
            <a:avLst/>
          </a:prstGeom>
          <a:solidFill>
            <a:srgbClr val="F8FE05">
              <a:alpha val="6188"/>
            </a:srgbClr>
          </a:solidFill>
          <a:ln/>
        </p:spPr>
      </p:sp>
      <p:sp>
        <p:nvSpPr>
          <p:cNvPr id="6" name="Shape 4"/>
          <p:cNvSpPr/>
          <p:nvPr/>
        </p:nvSpPr>
        <p:spPr>
          <a:xfrm>
            <a:off x="626364" y="2159927"/>
            <a:ext cx="803758" cy="753809"/>
          </a:xfrm>
          <a:prstGeom prst="rect">
            <a:avLst/>
          </a:prstGeom>
          <a:solidFill>
            <a:srgbClr val="F8FE05">
              <a:alpha val="5156"/>
            </a:srgbClr>
          </a:solidFill>
          <a:ln/>
        </p:spPr>
      </p:sp>
      <p:sp>
        <p:nvSpPr>
          <p:cNvPr id="7" name="Shape 5"/>
          <p:cNvSpPr/>
          <p:nvPr/>
        </p:nvSpPr>
        <p:spPr>
          <a:xfrm>
            <a:off x="626364" y="2904592"/>
            <a:ext cx="803758" cy="753809"/>
          </a:xfrm>
          <a:prstGeom prst="rect">
            <a:avLst/>
          </a:prstGeom>
          <a:solidFill>
            <a:srgbClr val="F8FE05">
              <a:alpha val="4125"/>
            </a:srgbClr>
          </a:solidFill>
          <a:ln/>
        </p:spPr>
      </p:sp>
      <p:sp>
        <p:nvSpPr>
          <p:cNvPr id="8" name="Shape 6"/>
          <p:cNvSpPr/>
          <p:nvPr/>
        </p:nvSpPr>
        <p:spPr>
          <a:xfrm>
            <a:off x="626364" y="3649256"/>
            <a:ext cx="803758" cy="753809"/>
          </a:xfrm>
          <a:prstGeom prst="rect">
            <a:avLst/>
          </a:prstGeom>
          <a:solidFill>
            <a:srgbClr val="F8FE05">
              <a:alpha val="3094"/>
            </a:srgbClr>
          </a:solidFill>
          <a:ln/>
        </p:spPr>
      </p:sp>
      <p:sp>
        <p:nvSpPr>
          <p:cNvPr id="9" name="Shape 7"/>
          <p:cNvSpPr/>
          <p:nvPr/>
        </p:nvSpPr>
        <p:spPr>
          <a:xfrm>
            <a:off x="626364" y="4393921"/>
            <a:ext cx="803758" cy="753809"/>
          </a:xfrm>
          <a:prstGeom prst="rect">
            <a:avLst/>
          </a:prstGeom>
          <a:solidFill>
            <a:srgbClr val="F8FE05">
              <a:alpha val="2063"/>
            </a:srgbClr>
          </a:solidFill>
          <a:ln/>
        </p:spPr>
      </p:sp>
      <p:sp>
        <p:nvSpPr>
          <p:cNvPr id="10" name="Shape 8"/>
          <p:cNvSpPr/>
          <p:nvPr/>
        </p:nvSpPr>
        <p:spPr>
          <a:xfrm>
            <a:off x="626364" y="5138585"/>
            <a:ext cx="803758" cy="753809"/>
          </a:xfrm>
          <a:prstGeom prst="rect">
            <a:avLst/>
          </a:prstGeom>
          <a:solidFill>
            <a:srgbClr val="F8FE05">
              <a:alpha val="1031"/>
            </a:srgbClr>
          </a:solidFill>
          <a:ln/>
        </p:spPr>
      </p:sp>
      <p:sp>
        <p:nvSpPr>
          <p:cNvPr id="11" name="Shape 9"/>
          <p:cNvSpPr/>
          <p:nvPr/>
        </p:nvSpPr>
        <p:spPr>
          <a:xfrm>
            <a:off x="1997050" y="-74066"/>
            <a:ext cx="803758" cy="427825"/>
          </a:xfrm>
          <a:prstGeom prst="rect">
            <a:avLst/>
          </a:prstGeom>
          <a:solidFill>
            <a:srgbClr val="F8FE05">
              <a:alpha val="3850"/>
            </a:srgbClr>
          </a:solidFill>
          <a:ln/>
        </p:spPr>
      </p:sp>
      <p:sp>
        <p:nvSpPr>
          <p:cNvPr id="12" name="Shape 10"/>
          <p:cNvSpPr/>
          <p:nvPr/>
        </p:nvSpPr>
        <p:spPr>
          <a:xfrm>
            <a:off x="1997050" y="344614"/>
            <a:ext cx="803758" cy="427825"/>
          </a:xfrm>
          <a:prstGeom prst="rect">
            <a:avLst/>
          </a:prstGeom>
          <a:solidFill>
            <a:srgbClr val="F8FE05">
              <a:alpha val="3369"/>
            </a:srgbClr>
          </a:solidFill>
          <a:ln/>
        </p:spPr>
      </p:sp>
      <p:sp>
        <p:nvSpPr>
          <p:cNvPr id="13" name="Shape 11"/>
          <p:cNvSpPr/>
          <p:nvPr/>
        </p:nvSpPr>
        <p:spPr>
          <a:xfrm>
            <a:off x="1997050" y="763295"/>
            <a:ext cx="803758" cy="427825"/>
          </a:xfrm>
          <a:prstGeom prst="rect">
            <a:avLst/>
          </a:prstGeom>
          <a:solidFill>
            <a:srgbClr val="F8FE05">
              <a:alpha val="2888"/>
            </a:srgbClr>
          </a:solidFill>
          <a:ln/>
        </p:spPr>
      </p:sp>
      <p:sp>
        <p:nvSpPr>
          <p:cNvPr id="14" name="Shape 12"/>
          <p:cNvSpPr/>
          <p:nvPr/>
        </p:nvSpPr>
        <p:spPr>
          <a:xfrm>
            <a:off x="1997050" y="1181976"/>
            <a:ext cx="803758" cy="427825"/>
          </a:xfrm>
          <a:prstGeom prst="rect">
            <a:avLst/>
          </a:prstGeom>
          <a:solidFill>
            <a:srgbClr val="F8FE05">
              <a:alpha val="2406"/>
            </a:srgbClr>
          </a:solidFill>
          <a:ln/>
        </p:spPr>
      </p:sp>
      <p:sp>
        <p:nvSpPr>
          <p:cNvPr id="15" name="Shape 13"/>
          <p:cNvSpPr/>
          <p:nvPr/>
        </p:nvSpPr>
        <p:spPr>
          <a:xfrm>
            <a:off x="1997050" y="1600657"/>
            <a:ext cx="803758" cy="427825"/>
          </a:xfrm>
          <a:prstGeom prst="rect">
            <a:avLst/>
          </a:prstGeom>
          <a:solidFill>
            <a:srgbClr val="F8FE05">
              <a:alpha val="1925"/>
            </a:srgbClr>
          </a:solidFill>
          <a:ln/>
        </p:spPr>
      </p:sp>
      <p:sp>
        <p:nvSpPr>
          <p:cNvPr id="16" name="Shape 14"/>
          <p:cNvSpPr/>
          <p:nvPr/>
        </p:nvSpPr>
        <p:spPr>
          <a:xfrm>
            <a:off x="1997050" y="2019338"/>
            <a:ext cx="803758" cy="427825"/>
          </a:xfrm>
          <a:prstGeom prst="rect">
            <a:avLst/>
          </a:prstGeom>
          <a:solidFill>
            <a:srgbClr val="F8FE05">
              <a:alpha val="1444"/>
            </a:srgbClr>
          </a:solidFill>
          <a:ln/>
        </p:spPr>
      </p:sp>
      <p:sp>
        <p:nvSpPr>
          <p:cNvPr id="17" name="Shape 15"/>
          <p:cNvSpPr/>
          <p:nvPr/>
        </p:nvSpPr>
        <p:spPr>
          <a:xfrm>
            <a:off x="1997050" y="2438019"/>
            <a:ext cx="803758" cy="427825"/>
          </a:xfrm>
          <a:prstGeom prst="rect">
            <a:avLst/>
          </a:prstGeom>
          <a:solidFill>
            <a:srgbClr val="F8FE05">
              <a:alpha val="963"/>
            </a:srgbClr>
          </a:solidFill>
          <a:ln/>
        </p:spPr>
      </p:sp>
      <p:sp>
        <p:nvSpPr>
          <p:cNvPr id="18" name="Shape 16"/>
          <p:cNvSpPr/>
          <p:nvPr/>
        </p:nvSpPr>
        <p:spPr>
          <a:xfrm>
            <a:off x="1997050" y="2856700"/>
            <a:ext cx="803758" cy="427825"/>
          </a:xfrm>
          <a:prstGeom prst="rect">
            <a:avLst/>
          </a:prstGeom>
          <a:solidFill>
            <a:srgbClr val="F8FE05">
              <a:alpha val="481"/>
            </a:srgbClr>
          </a:solidFill>
          <a:ln/>
        </p:spPr>
      </p:sp>
      <p:sp>
        <p:nvSpPr>
          <p:cNvPr id="19" name="Shape 17"/>
          <p:cNvSpPr/>
          <p:nvPr/>
        </p:nvSpPr>
        <p:spPr>
          <a:xfrm>
            <a:off x="1306678" y="-48463"/>
            <a:ext cx="803758" cy="572300"/>
          </a:xfrm>
          <a:prstGeom prst="rect">
            <a:avLst/>
          </a:prstGeom>
          <a:solidFill>
            <a:srgbClr val="F8FE05">
              <a:alpha val="5500"/>
            </a:srgbClr>
          </a:solidFill>
          <a:ln/>
        </p:spPr>
      </p:sp>
      <p:sp>
        <p:nvSpPr>
          <p:cNvPr id="20" name="Shape 18"/>
          <p:cNvSpPr/>
          <p:nvPr/>
        </p:nvSpPr>
        <p:spPr>
          <a:xfrm>
            <a:off x="1306678" y="514693"/>
            <a:ext cx="803758" cy="572300"/>
          </a:xfrm>
          <a:prstGeom prst="rect">
            <a:avLst/>
          </a:prstGeom>
          <a:solidFill>
            <a:srgbClr val="F8FE05">
              <a:alpha val="4813"/>
            </a:srgbClr>
          </a:solidFill>
          <a:ln/>
        </p:spPr>
      </p:sp>
      <p:sp>
        <p:nvSpPr>
          <p:cNvPr id="21" name="Shape 19"/>
          <p:cNvSpPr/>
          <p:nvPr/>
        </p:nvSpPr>
        <p:spPr>
          <a:xfrm>
            <a:off x="1306678" y="1077849"/>
            <a:ext cx="803758" cy="572300"/>
          </a:xfrm>
          <a:prstGeom prst="rect">
            <a:avLst/>
          </a:prstGeom>
          <a:solidFill>
            <a:srgbClr val="F8FE05">
              <a:alpha val="4125"/>
            </a:srgbClr>
          </a:solidFill>
          <a:ln/>
        </p:spPr>
      </p:sp>
      <p:sp>
        <p:nvSpPr>
          <p:cNvPr id="22" name="Shape 20"/>
          <p:cNvSpPr/>
          <p:nvPr/>
        </p:nvSpPr>
        <p:spPr>
          <a:xfrm>
            <a:off x="1306678" y="1641005"/>
            <a:ext cx="803758" cy="572300"/>
          </a:xfrm>
          <a:prstGeom prst="rect">
            <a:avLst/>
          </a:prstGeom>
          <a:solidFill>
            <a:srgbClr val="F8FE05">
              <a:alpha val="3438"/>
            </a:srgbClr>
          </a:solidFill>
          <a:ln/>
        </p:spPr>
      </p:sp>
      <p:sp>
        <p:nvSpPr>
          <p:cNvPr id="23" name="Shape 21"/>
          <p:cNvSpPr/>
          <p:nvPr/>
        </p:nvSpPr>
        <p:spPr>
          <a:xfrm>
            <a:off x="1306678" y="2204161"/>
            <a:ext cx="803758" cy="572300"/>
          </a:xfrm>
          <a:prstGeom prst="rect">
            <a:avLst/>
          </a:prstGeom>
          <a:solidFill>
            <a:srgbClr val="F8FE05">
              <a:alpha val="2750"/>
            </a:srgbClr>
          </a:solidFill>
          <a:ln/>
        </p:spPr>
      </p:sp>
      <p:sp>
        <p:nvSpPr>
          <p:cNvPr id="24" name="Shape 22"/>
          <p:cNvSpPr/>
          <p:nvPr/>
        </p:nvSpPr>
        <p:spPr>
          <a:xfrm>
            <a:off x="1306678" y="2767317"/>
            <a:ext cx="803758" cy="572300"/>
          </a:xfrm>
          <a:prstGeom prst="rect">
            <a:avLst/>
          </a:prstGeom>
          <a:solidFill>
            <a:srgbClr val="F8FE05">
              <a:alpha val="2063"/>
            </a:srgbClr>
          </a:solidFill>
          <a:ln/>
        </p:spPr>
      </p:sp>
      <p:sp>
        <p:nvSpPr>
          <p:cNvPr id="25" name="Shape 23"/>
          <p:cNvSpPr/>
          <p:nvPr/>
        </p:nvSpPr>
        <p:spPr>
          <a:xfrm>
            <a:off x="1306678" y="3330473"/>
            <a:ext cx="803758" cy="572300"/>
          </a:xfrm>
          <a:prstGeom prst="rect">
            <a:avLst/>
          </a:prstGeom>
          <a:solidFill>
            <a:srgbClr val="F8FE05">
              <a:alpha val="1375"/>
            </a:srgbClr>
          </a:solidFill>
          <a:ln/>
        </p:spPr>
      </p:sp>
      <p:sp>
        <p:nvSpPr>
          <p:cNvPr id="26" name="Shape 24"/>
          <p:cNvSpPr/>
          <p:nvPr/>
        </p:nvSpPr>
        <p:spPr>
          <a:xfrm>
            <a:off x="1306678" y="3893629"/>
            <a:ext cx="803758" cy="572300"/>
          </a:xfrm>
          <a:prstGeom prst="rect">
            <a:avLst/>
          </a:prstGeom>
          <a:solidFill>
            <a:srgbClr val="F8FE05">
              <a:alpha val="688"/>
            </a:srgbClr>
          </a:solidFill>
          <a:ln/>
        </p:spPr>
      </p:sp>
      <p:sp>
        <p:nvSpPr>
          <p:cNvPr id="27" name="Shape 25"/>
          <p:cNvSpPr/>
          <p:nvPr/>
        </p:nvSpPr>
        <p:spPr>
          <a:xfrm>
            <a:off x="-60350" y="-48463"/>
            <a:ext cx="803758" cy="526009"/>
          </a:xfrm>
          <a:prstGeom prst="rect">
            <a:avLst/>
          </a:prstGeom>
          <a:solidFill>
            <a:srgbClr val="F8FE05">
              <a:alpha val="5500"/>
            </a:srgbClr>
          </a:solidFill>
          <a:ln/>
        </p:spPr>
      </p:sp>
      <p:sp>
        <p:nvSpPr>
          <p:cNvPr id="28" name="Shape 26"/>
          <p:cNvSpPr/>
          <p:nvPr/>
        </p:nvSpPr>
        <p:spPr>
          <a:xfrm>
            <a:off x="-60350" y="468401"/>
            <a:ext cx="803758" cy="526009"/>
          </a:xfrm>
          <a:prstGeom prst="rect">
            <a:avLst/>
          </a:prstGeom>
          <a:solidFill>
            <a:srgbClr val="F8FE05">
              <a:alpha val="4813"/>
            </a:srgbClr>
          </a:solidFill>
          <a:ln/>
        </p:spPr>
      </p:sp>
      <p:sp>
        <p:nvSpPr>
          <p:cNvPr id="29" name="Shape 27"/>
          <p:cNvSpPr/>
          <p:nvPr/>
        </p:nvSpPr>
        <p:spPr>
          <a:xfrm>
            <a:off x="-60350" y="985266"/>
            <a:ext cx="803758" cy="526009"/>
          </a:xfrm>
          <a:prstGeom prst="rect">
            <a:avLst/>
          </a:prstGeom>
          <a:solidFill>
            <a:srgbClr val="F8FE05">
              <a:alpha val="4125"/>
            </a:srgbClr>
          </a:solidFill>
          <a:ln/>
        </p:spPr>
      </p:sp>
      <p:sp>
        <p:nvSpPr>
          <p:cNvPr id="30" name="Shape 28"/>
          <p:cNvSpPr/>
          <p:nvPr/>
        </p:nvSpPr>
        <p:spPr>
          <a:xfrm>
            <a:off x="-60350" y="1502131"/>
            <a:ext cx="803758" cy="526009"/>
          </a:xfrm>
          <a:prstGeom prst="rect">
            <a:avLst/>
          </a:prstGeom>
          <a:solidFill>
            <a:srgbClr val="F8FE05">
              <a:alpha val="3438"/>
            </a:srgbClr>
          </a:solidFill>
          <a:ln/>
        </p:spPr>
      </p:sp>
      <p:sp>
        <p:nvSpPr>
          <p:cNvPr id="31" name="Shape 29"/>
          <p:cNvSpPr/>
          <p:nvPr/>
        </p:nvSpPr>
        <p:spPr>
          <a:xfrm>
            <a:off x="-60350" y="2018995"/>
            <a:ext cx="803758" cy="526009"/>
          </a:xfrm>
          <a:prstGeom prst="rect">
            <a:avLst/>
          </a:prstGeom>
          <a:solidFill>
            <a:srgbClr val="F8FE05">
              <a:alpha val="2750"/>
            </a:srgbClr>
          </a:solidFill>
          <a:ln/>
        </p:spPr>
      </p:sp>
      <p:sp>
        <p:nvSpPr>
          <p:cNvPr id="32" name="Shape 30"/>
          <p:cNvSpPr/>
          <p:nvPr/>
        </p:nvSpPr>
        <p:spPr>
          <a:xfrm>
            <a:off x="-60350" y="2535860"/>
            <a:ext cx="803758" cy="526009"/>
          </a:xfrm>
          <a:prstGeom prst="rect">
            <a:avLst/>
          </a:prstGeom>
          <a:solidFill>
            <a:srgbClr val="F8FE05">
              <a:alpha val="2063"/>
            </a:srgbClr>
          </a:solidFill>
          <a:ln/>
        </p:spPr>
      </p:sp>
      <p:sp>
        <p:nvSpPr>
          <p:cNvPr id="33" name="Shape 31"/>
          <p:cNvSpPr/>
          <p:nvPr/>
        </p:nvSpPr>
        <p:spPr>
          <a:xfrm>
            <a:off x="-60350" y="3052724"/>
            <a:ext cx="803758" cy="526009"/>
          </a:xfrm>
          <a:prstGeom prst="rect">
            <a:avLst/>
          </a:prstGeom>
          <a:solidFill>
            <a:srgbClr val="F8FE05">
              <a:alpha val="1375"/>
            </a:srgbClr>
          </a:solidFill>
          <a:ln/>
        </p:spPr>
      </p:sp>
      <p:sp>
        <p:nvSpPr>
          <p:cNvPr id="34" name="Shape 32"/>
          <p:cNvSpPr/>
          <p:nvPr/>
        </p:nvSpPr>
        <p:spPr>
          <a:xfrm>
            <a:off x="-60350" y="3569589"/>
            <a:ext cx="803758" cy="526009"/>
          </a:xfrm>
          <a:prstGeom prst="rect">
            <a:avLst/>
          </a:prstGeom>
          <a:solidFill>
            <a:srgbClr val="F8FE05">
              <a:alpha val="688"/>
            </a:srgbClr>
          </a:solidFill>
          <a:ln/>
        </p:spPr>
      </p:sp>
      <p:sp>
        <p:nvSpPr>
          <p:cNvPr id="35" name="Shape 33"/>
          <p:cNvSpPr/>
          <p:nvPr/>
        </p:nvSpPr>
        <p:spPr>
          <a:xfrm>
            <a:off x="4975250" y="-48463"/>
            <a:ext cx="803758" cy="750722"/>
          </a:xfrm>
          <a:prstGeom prst="rect">
            <a:avLst/>
          </a:prstGeom>
          <a:solidFill>
            <a:srgbClr val="F8FE05">
              <a:alpha val="8250"/>
            </a:srgbClr>
          </a:solidFill>
          <a:ln/>
        </p:spPr>
      </p:sp>
      <p:sp>
        <p:nvSpPr>
          <p:cNvPr id="36" name="Shape 34"/>
          <p:cNvSpPr/>
          <p:nvPr/>
        </p:nvSpPr>
        <p:spPr>
          <a:xfrm>
            <a:off x="4975250" y="693115"/>
            <a:ext cx="803758" cy="750722"/>
          </a:xfrm>
          <a:prstGeom prst="rect">
            <a:avLst/>
          </a:prstGeom>
          <a:solidFill>
            <a:srgbClr val="F8FE05">
              <a:alpha val="7219"/>
            </a:srgbClr>
          </a:solidFill>
          <a:ln/>
        </p:spPr>
      </p:sp>
      <p:sp>
        <p:nvSpPr>
          <p:cNvPr id="37" name="Shape 35"/>
          <p:cNvSpPr/>
          <p:nvPr/>
        </p:nvSpPr>
        <p:spPr>
          <a:xfrm>
            <a:off x="4975250" y="1434694"/>
            <a:ext cx="803758" cy="750722"/>
          </a:xfrm>
          <a:prstGeom prst="rect">
            <a:avLst/>
          </a:prstGeom>
          <a:solidFill>
            <a:srgbClr val="F8FE05">
              <a:alpha val="6188"/>
            </a:srgbClr>
          </a:solidFill>
          <a:ln/>
        </p:spPr>
      </p:sp>
      <p:sp>
        <p:nvSpPr>
          <p:cNvPr id="38" name="Shape 36"/>
          <p:cNvSpPr/>
          <p:nvPr/>
        </p:nvSpPr>
        <p:spPr>
          <a:xfrm>
            <a:off x="4975250" y="2176272"/>
            <a:ext cx="803758" cy="750722"/>
          </a:xfrm>
          <a:prstGeom prst="rect">
            <a:avLst/>
          </a:prstGeom>
          <a:solidFill>
            <a:srgbClr val="F8FE05">
              <a:alpha val="5156"/>
            </a:srgbClr>
          </a:solidFill>
          <a:ln/>
        </p:spPr>
      </p:sp>
      <p:sp>
        <p:nvSpPr>
          <p:cNvPr id="39" name="Shape 37"/>
          <p:cNvSpPr/>
          <p:nvPr/>
        </p:nvSpPr>
        <p:spPr>
          <a:xfrm>
            <a:off x="4975250" y="2917850"/>
            <a:ext cx="803758" cy="750722"/>
          </a:xfrm>
          <a:prstGeom prst="rect">
            <a:avLst/>
          </a:prstGeom>
          <a:solidFill>
            <a:srgbClr val="F8FE05">
              <a:alpha val="4125"/>
            </a:srgbClr>
          </a:solidFill>
          <a:ln/>
        </p:spPr>
      </p:sp>
      <p:sp>
        <p:nvSpPr>
          <p:cNvPr id="40" name="Shape 38"/>
          <p:cNvSpPr/>
          <p:nvPr/>
        </p:nvSpPr>
        <p:spPr>
          <a:xfrm>
            <a:off x="4975250" y="3659429"/>
            <a:ext cx="803758" cy="750722"/>
          </a:xfrm>
          <a:prstGeom prst="rect">
            <a:avLst/>
          </a:prstGeom>
          <a:solidFill>
            <a:srgbClr val="F8FE05">
              <a:alpha val="3094"/>
            </a:srgbClr>
          </a:solidFill>
          <a:ln/>
        </p:spPr>
      </p:sp>
      <p:sp>
        <p:nvSpPr>
          <p:cNvPr id="41" name="Shape 39"/>
          <p:cNvSpPr/>
          <p:nvPr/>
        </p:nvSpPr>
        <p:spPr>
          <a:xfrm>
            <a:off x="4975250" y="4401007"/>
            <a:ext cx="803758" cy="750722"/>
          </a:xfrm>
          <a:prstGeom prst="rect">
            <a:avLst/>
          </a:prstGeom>
          <a:solidFill>
            <a:srgbClr val="F8FE05">
              <a:alpha val="2063"/>
            </a:srgbClr>
          </a:solidFill>
          <a:ln/>
        </p:spPr>
      </p:sp>
      <p:sp>
        <p:nvSpPr>
          <p:cNvPr id="42" name="Shape 40"/>
          <p:cNvSpPr/>
          <p:nvPr/>
        </p:nvSpPr>
        <p:spPr>
          <a:xfrm>
            <a:off x="4975250" y="5142586"/>
            <a:ext cx="803758" cy="750722"/>
          </a:xfrm>
          <a:prstGeom prst="rect">
            <a:avLst/>
          </a:prstGeom>
          <a:solidFill>
            <a:srgbClr val="F8FE05">
              <a:alpha val="1031"/>
            </a:srgbClr>
          </a:solidFill>
          <a:ln/>
        </p:spPr>
      </p:sp>
      <p:sp>
        <p:nvSpPr>
          <p:cNvPr id="43" name="Shape 41"/>
          <p:cNvSpPr/>
          <p:nvPr/>
        </p:nvSpPr>
        <p:spPr>
          <a:xfrm>
            <a:off x="4288536" y="-74066"/>
            <a:ext cx="803758" cy="529209"/>
          </a:xfrm>
          <a:prstGeom prst="rect">
            <a:avLst/>
          </a:prstGeom>
          <a:solidFill>
            <a:srgbClr val="F8FE05">
              <a:alpha val="5500"/>
            </a:srgbClr>
          </a:solidFill>
          <a:ln/>
        </p:spPr>
      </p:sp>
      <p:sp>
        <p:nvSpPr>
          <p:cNvPr id="44" name="Shape 42"/>
          <p:cNvSpPr/>
          <p:nvPr/>
        </p:nvSpPr>
        <p:spPr>
          <a:xfrm>
            <a:off x="4288536" y="445999"/>
            <a:ext cx="803758" cy="529209"/>
          </a:xfrm>
          <a:prstGeom prst="rect">
            <a:avLst/>
          </a:prstGeom>
          <a:solidFill>
            <a:srgbClr val="F8FE05">
              <a:alpha val="4813"/>
            </a:srgbClr>
          </a:solidFill>
          <a:ln/>
        </p:spPr>
      </p:sp>
      <p:sp>
        <p:nvSpPr>
          <p:cNvPr id="45" name="Shape 43"/>
          <p:cNvSpPr/>
          <p:nvPr/>
        </p:nvSpPr>
        <p:spPr>
          <a:xfrm>
            <a:off x="4288536" y="966064"/>
            <a:ext cx="803758" cy="529209"/>
          </a:xfrm>
          <a:prstGeom prst="rect">
            <a:avLst/>
          </a:prstGeom>
          <a:solidFill>
            <a:srgbClr val="F8FE05">
              <a:alpha val="4125"/>
            </a:srgbClr>
          </a:solidFill>
          <a:ln/>
        </p:spPr>
      </p:sp>
      <p:sp>
        <p:nvSpPr>
          <p:cNvPr id="46" name="Shape 44"/>
          <p:cNvSpPr/>
          <p:nvPr/>
        </p:nvSpPr>
        <p:spPr>
          <a:xfrm>
            <a:off x="4288536" y="1486129"/>
            <a:ext cx="803758" cy="529209"/>
          </a:xfrm>
          <a:prstGeom prst="rect">
            <a:avLst/>
          </a:prstGeom>
          <a:solidFill>
            <a:srgbClr val="F8FE05">
              <a:alpha val="3438"/>
            </a:srgbClr>
          </a:solidFill>
          <a:ln/>
        </p:spPr>
      </p:sp>
      <p:sp>
        <p:nvSpPr>
          <p:cNvPr id="47" name="Shape 45"/>
          <p:cNvSpPr/>
          <p:nvPr/>
        </p:nvSpPr>
        <p:spPr>
          <a:xfrm>
            <a:off x="4288536" y="2006194"/>
            <a:ext cx="803758" cy="529209"/>
          </a:xfrm>
          <a:prstGeom prst="rect">
            <a:avLst/>
          </a:prstGeom>
          <a:solidFill>
            <a:srgbClr val="F8FE05">
              <a:alpha val="2750"/>
            </a:srgbClr>
          </a:solidFill>
          <a:ln/>
        </p:spPr>
      </p:sp>
      <p:sp>
        <p:nvSpPr>
          <p:cNvPr id="48" name="Shape 46"/>
          <p:cNvSpPr/>
          <p:nvPr/>
        </p:nvSpPr>
        <p:spPr>
          <a:xfrm>
            <a:off x="4288536" y="2526259"/>
            <a:ext cx="803758" cy="529209"/>
          </a:xfrm>
          <a:prstGeom prst="rect">
            <a:avLst/>
          </a:prstGeom>
          <a:solidFill>
            <a:srgbClr val="F8FE05">
              <a:alpha val="2063"/>
            </a:srgbClr>
          </a:solidFill>
          <a:ln/>
        </p:spPr>
      </p:sp>
      <p:sp>
        <p:nvSpPr>
          <p:cNvPr id="49" name="Shape 47"/>
          <p:cNvSpPr/>
          <p:nvPr/>
        </p:nvSpPr>
        <p:spPr>
          <a:xfrm>
            <a:off x="4288536" y="3046324"/>
            <a:ext cx="803758" cy="529209"/>
          </a:xfrm>
          <a:prstGeom prst="rect">
            <a:avLst/>
          </a:prstGeom>
          <a:solidFill>
            <a:srgbClr val="F8FE05">
              <a:alpha val="1375"/>
            </a:srgbClr>
          </a:solidFill>
          <a:ln/>
        </p:spPr>
      </p:sp>
      <p:sp>
        <p:nvSpPr>
          <p:cNvPr id="50" name="Shape 48"/>
          <p:cNvSpPr/>
          <p:nvPr/>
        </p:nvSpPr>
        <p:spPr>
          <a:xfrm>
            <a:off x="4288536" y="3566389"/>
            <a:ext cx="803758" cy="529209"/>
          </a:xfrm>
          <a:prstGeom prst="rect">
            <a:avLst/>
          </a:prstGeom>
          <a:solidFill>
            <a:srgbClr val="F8FE05">
              <a:alpha val="688"/>
            </a:srgbClr>
          </a:solidFill>
          <a:ln/>
        </p:spPr>
      </p:sp>
      <p:sp>
        <p:nvSpPr>
          <p:cNvPr id="51" name="Shape 49"/>
          <p:cNvSpPr/>
          <p:nvPr/>
        </p:nvSpPr>
        <p:spPr>
          <a:xfrm>
            <a:off x="3597250" y="-48463"/>
            <a:ext cx="803758" cy="296380"/>
          </a:xfrm>
          <a:prstGeom prst="rect">
            <a:avLst/>
          </a:prstGeom>
          <a:solidFill>
            <a:srgbClr val="F8FE05">
              <a:alpha val="3850"/>
            </a:srgbClr>
          </a:solidFill>
          <a:ln/>
        </p:spPr>
      </p:sp>
      <p:sp>
        <p:nvSpPr>
          <p:cNvPr id="52" name="Shape 50"/>
          <p:cNvSpPr/>
          <p:nvPr/>
        </p:nvSpPr>
        <p:spPr>
          <a:xfrm>
            <a:off x="3597250" y="238773"/>
            <a:ext cx="803758" cy="296380"/>
          </a:xfrm>
          <a:prstGeom prst="rect">
            <a:avLst/>
          </a:prstGeom>
          <a:solidFill>
            <a:srgbClr val="F8FE05">
              <a:alpha val="3369"/>
            </a:srgbClr>
          </a:solidFill>
          <a:ln/>
        </p:spPr>
      </p:sp>
      <p:sp>
        <p:nvSpPr>
          <p:cNvPr id="53" name="Shape 51"/>
          <p:cNvSpPr/>
          <p:nvPr/>
        </p:nvSpPr>
        <p:spPr>
          <a:xfrm>
            <a:off x="3597250" y="526009"/>
            <a:ext cx="803758" cy="296380"/>
          </a:xfrm>
          <a:prstGeom prst="rect">
            <a:avLst/>
          </a:prstGeom>
          <a:solidFill>
            <a:srgbClr val="F8FE05">
              <a:alpha val="2888"/>
            </a:srgbClr>
          </a:solidFill>
          <a:ln/>
        </p:spPr>
      </p:sp>
      <p:sp>
        <p:nvSpPr>
          <p:cNvPr id="54" name="Shape 52"/>
          <p:cNvSpPr/>
          <p:nvPr/>
        </p:nvSpPr>
        <p:spPr>
          <a:xfrm>
            <a:off x="3597250" y="813244"/>
            <a:ext cx="803758" cy="296380"/>
          </a:xfrm>
          <a:prstGeom prst="rect">
            <a:avLst/>
          </a:prstGeom>
          <a:solidFill>
            <a:srgbClr val="F8FE05">
              <a:alpha val="2406"/>
            </a:srgbClr>
          </a:solidFill>
          <a:ln/>
        </p:spPr>
      </p:sp>
      <p:sp>
        <p:nvSpPr>
          <p:cNvPr id="55" name="Shape 53"/>
          <p:cNvSpPr/>
          <p:nvPr/>
        </p:nvSpPr>
        <p:spPr>
          <a:xfrm>
            <a:off x="3597250" y="1100480"/>
            <a:ext cx="803758" cy="296380"/>
          </a:xfrm>
          <a:prstGeom prst="rect">
            <a:avLst/>
          </a:prstGeom>
          <a:solidFill>
            <a:srgbClr val="F8FE05">
              <a:alpha val="1925"/>
            </a:srgbClr>
          </a:solidFill>
          <a:ln/>
        </p:spPr>
      </p:sp>
      <p:sp>
        <p:nvSpPr>
          <p:cNvPr id="56" name="Shape 54"/>
          <p:cNvSpPr/>
          <p:nvPr/>
        </p:nvSpPr>
        <p:spPr>
          <a:xfrm>
            <a:off x="3597250" y="1387716"/>
            <a:ext cx="803758" cy="296380"/>
          </a:xfrm>
          <a:prstGeom prst="rect">
            <a:avLst/>
          </a:prstGeom>
          <a:solidFill>
            <a:srgbClr val="F8FE05">
              <a:alpha val="1444"/>
            </a:srgbClr>
          </a:solidFill>
          <a:ln/>
        </p:spPr>
      </p:sp>
      <p:sp>
        <p:nvSpPr>
          <p:cNvPr id="57" name="Shape 55"/>
          <p:cNvSpPr/>
          <p:nvPr/>
        </p:nvSpPr>
        <p:spPr>
          <a:xfrm>
            <a:off x="3597250" y="1674952"/>
            <a:ext cx="803758" cy="296380"/>
          </a:xfrm>
          <a:prstGeom prst="rect">
            <a:avLst/>
          </a:prstGeom>
          <a:solidFill>
            <a:srgbClr val="F8FE05">
              <a:alpha val="963"/>
            </a:srgbClr>
          </a:solidFill>
          <a:ln/>
        </p:spPr>
      </p:sp>
      <p:sp>
        <p:nvSpPr>
          <p:cNvPr id="58" name="Shape 56"/>
          <p:cNvSpPr/>
          <p:nvPr/>
        </p:nvSpPr>
        <p:spPr>
          <a:xfrm>
            <a:off x="3597250" y="1962188"/>
            <a:ext cx="803758" cy="296380"/>
          </a:xfrm>
          <a:prstGeom prst="rect">
            <a:avLst/>
          </a:prstGeom>
          <a:solidFill>
            <a:srgbClr val="F8FE05">
              <a:alpha val="481"/>
            </a:srgbClr>
          </a:solidFill>
          <a:ln/>
        </p:spPr>
      </p:sp>
      <p:sp>
        <p:nvSpPr>
          <p:cNvPr id="59" name="Shape 57"/>
          <p:cNvSpPr/>
          <p:nvPr/>
        </p:nvSpPr>
        <p:spPr>
          <a:xfrm>
            <a:off x="2787091" y="849478"/>
            <a:ext cx="803758" cy="769468"/>
          </a:xfrm>
          <a:prstGeom prst="rect">
            <a:avLst/>
          </a:prstGeom>
          <a:solidFill>
            <a:srgbClr val="FFFFFF">
              <a:alpha val="688"/>
            </a:srgbClr>
          </a:solidFill>
          <a:ln/>
        </p:spPr>
      </p:sp>
      <p:sp>
        <p:nvSpPr>
          <p:cNvPr id="60" name="Shape 58"/>
          <p:cNvSpPr/>
          <p:nvPr/>
        </p:nvSpPr>
        <p:spPr>
          <a:xfrm>
            <a:off x="2787091" y="1609801"/>
            <a:ext cx="803758" cy="769468"/>
          </a:xfrm>
          <a:prstGeom prst="rect">
            <a:avLst/>
          </a:prstGeom>
          <a:solidFill>
            <a:srgbClr val="FFFFFF">
              <a:alpha val="1375"/>
            </a:srgbClr>
          </a:solidFill>
          <a:ln/>
        </p:spPr>
      </p:sp>
      <p:sp>
        <p:nvSpPr>
          <p:cNvPr id="61" name="Shape 59"/>
          <p:cNvSpPr/>
          <p:nvPr/>
        </p:nvSpPr>
        <p:spPr>
          <a:xfrm>
            <a:off x="2787091" y="2370125"/>
            <a:ext cx="803758" cy="769468"/>
          </a:xfrm>
          <a:prstGeom prst="rect">
            <a:avLst/>
          </a:prstGeom>
          <a:solidFill>
            <a:srgbClr val="FFFFFF">
              <a:alpha val="2063"/>
            </a:srgbClr>
          </a:solidFill>
          <a:ln/>
        </p:spPr>
      </p:sp>
      <p:sp>
        <p:nvSpPr>
          <p:cNvPr id="62" name="Shape 60"/>
          <p:cNvSpPr/>
          <p:nvPr/>
        </p:nvSpPr>
        <p:spPr>
          <a:xfrm>
            <a:off x="2787091" y="3130448"/>
            <a:ext cx="803758" cy="769468"/>
          </a:xfrm>
          <a:prstGeom prst="rect">
            <a:avLst/>
          </a:prstGeom>
          <a:solidFill>
            <a:srgbClr val="FFFFFF">
              <a:alpha val="2750"/>
            </a:srgbClr>
          </a:solidFill>
          <a:ln/>
        </p:spPr>
      </p:sp>
      <p:sp>
        <p:nvSpPr>
          <p:cNvPr id="63" name="Shape 61"/>
          <p:cNvSpPr/>
          <p:nvPr/>
        </p:nvSpPr>
        <p:spPr>
          <a:xfrm>
            <a:off x="2787091" y="3890772"/>
            <a:ext cx="803758" cy="769468"/>
          </a:xfrm>
          <a:prstGeom prst="rect">
            <a:avLst/>
          </a:prstGeom>
          <a:solidFill>
            <a:srgbClr val="FFFFFF">
              <a:alpha val="3438"/>
            </a:srgbClr>
          </a:solidFill>
          <a:ln/>
        </p:spPr>
      </p:sp>
      <p:sp>
        <p:nvSpPr>
          <p:cNvPr id="64" name="Shape 62"/>
          <p:cNvSpPr/>
          <p:nvPr/>
        </p:nvSpPr>
        <p:spPr>
          <a:xfrm>
            <a:off x="2787091" y="4651096"/>
            <a:ext cx="803758" cy="769468"/>
          </a:xfrm>
          <a:prstGeom prst="rect">
            <a:avLst/>
          </a:prstGeom>
          <a:solidFill>
            <a:srgbClr val="FFFFFF">
              <a:alpha val="4125"/>
            </a:srgbClr>
          </a:solidFill>
          <a:ln/>
        </p:spPr>
      </p:sp>
      <p:sp>
        <p:nvSpPr>
          <p:cNvPr id="65" name="Shape 63"/>
          <p:cNvSpPr/>
          <p:nvPr/>
        </p:nvSpPr>
        <p:spPr>
          <a:xfrm>
            <a:off x="2787091" y="5411419"/>
            <a:ext cx="803758" cy="769468"/>
          </a:xfrm>
          <a:prstGeom prst="rect">
            <a:avLst/>
          </a:prstGeom>
          <a:solidFill>
            <a:srgbClr val="FFFFFF">
              <a:alpha val="4813"/>
            </a:srgbClr>
          </a:solidFill>
          <a:ln/>
        </p:spPr>
      </p:sp>
      <p:sp>
        <p:nvSpPr>
          <p:cNvPr id="66" name="Shape 64"/>
          <p:cNvSpPr/>
          <p:nvPr/>
        </p:nvSpPr>
        <p:spPr>
          <a:xfrm>
            <a:off x="2787091" y="6171743"/>
            <a:ext cx="803758" cy="769468"/>
          </a:xfrm>
          <a:prstGeom prst="rect">
            <a:avLst/>
          </a:prstGeom>
          <a:solidFill>
            <a:srgbClr val="FFFFFF">
              <a:alpha val="5500"/>
            </a:srgbClr>
          </a:solidFill>
          <a:ln/>
        </p:spPr>
      </p:sp>
      <p:sp>
        <p:nvSpPr>
          <p:cNvPr id="67" name="Shape 65"/>
          <p:cNvSpPr/>
          <p:nvPr/>
        </p:nvSpPr>
        <p:spPr>
          <a:xfrm>
            <a:off x="1417320" y="3457346"/>
            <a:ext cx="803758" cy="443484"/>
          </a:xfrm>
          <a:prstGeom prst="rect">
            <a:avLst/>
          </a:prstGeom>
          <a:solidFill>
            <a:srgbClr val="FFFFFF">
              <a:alpha val="138"/>
            </a:srgbClr>
          </a:solidFill>
          <a:ln/>
        </p:spPr>
      </p:sp>
      <p:sp>
        <p:nvSpPr>
          <p:cNvPr id="68" name="Shape 66"/>
          <p:cNvSpPr/>
          <p:nvPr/>
        </p:nvSpPr>
        <p:spPr>
          <a:xfrm>
            <a:off x="1417320" y="3891686"/>
            <a:ext cx="803758" cy="443484"/>
          </a:xfrm>
          <a:prstGeom prst="rect">
            <a:avLst/>
          </a:prstGeom>
          <a:solidFill>
            <a:srgbClr val="FFFFFF">
              <a:alpha val="275"/>
            </a:srgbClr>
          </a:solidFill>
          <a:ln/>
        </p:spPr>
      </p:sp>
      <p:sp>
        <p:nvSpPr>
          <p:cNvPr id="69" name="Shape 67"/>
          <p:cNvSpPr/>
          <p:nvPr/>
        </p:nvSpPr>
        <p:spPr>
          <a:xfrm>
            <a:off x="1417320" y="4326026"/>
            <a:ext cx="803758" cy="443484"/>
          </a:xfrm>
          <a:prstGeom prst="rect">
            <a:avLst/>
          </a:prstGeom>
          <a:solidFill>
            <a:srgbClr val="FFFFFF">
              <a:alpha val="412"/>
            </a:srgbClr>
          </a:solidFill>
          <a:ln/>
        </p:spPr>
      </p:sp>
      <p:sp>
        <p:nvSpPr>
          <p:cNvPr id="70" name="Shape 68"/>
          <p:cNvSpPr/>
          <p:nvPr/>
        </p:nvSpPr>
        <p:spPr>
          <a:xfrm>
            <a:off x="1417320" y="4760366"/>
            <a:ext cx="803758" cy="443484"/>
          </a:xfrm>
          <a:prstGeom prst="rect">
            <a:avLst/>
          </a:prstGeom>
          <a:solidFill>
            <a:srgbClr val="FFFFFF">
              <a:alpha val="550"/>
            </a:srgbClr>
          </a:solidFill>
          <a:ln/>
        </p:spPr>
      </p:sp>
      <p:sp>
        <p:nvSpPr>
          <p:cNvPr id="71" name="Shape 69"/>
          <p:cNvSpPr/>
          <p:nvPr/>
        </p:nvSpPr>
        <p:spPr>
          <a:xfrm>
            <a:off x="1417320" y="5194706"/>
            <a:ext cx="803758" cy="443484"/>
          </a:xfrm>
          <a:prstGeom prst="rect">
            <a:avLst/>
          </a:prstGeom>
          <a:solidFill>
            <a:srgbClr val="FFFFFF">
              <a:alpha val="688"/>
            </a:srgbClr>
          </a:solidFill>
          <a:ln/>
        </p:spPr>
      </p:sp>
      <p:sp>
        <p:nvSpPr>
          <p:cNvPr id="72" name="Shape 70"/>
          <p:cNvSpPr/>
          <p:nvPr/>
        </p:nvSpPr>
        <p:spPr>
          <a:xfrm>
            <a:off x="1417320" y="5629046"/>
            <a:ext cx="803758" cy="443484"/>
          </a:xfrm>
          <a:prstGeom prst="rect">
            <a:avLst/>
          </a:prstGeom>
          <a:solidFill>
            <a:srgbClr val="FFFFFF">
              <a:alpha val="825"/>
            </a:srgbClr>
          </a:solidFill>
          <a:ln/>
        </p:spPr>
      </p:sp>
      <p:sp>
        <p:nvSpPr>
          <p:cNvPr id="73" name="Shape 71"/>
          <p:cNvSpPr/>
          <p:nvPr/>
        </p:nvSpPr>
        <p:spPr>
          <a:xfrm>
            <a:off x="1417320" y="6063386"/>
            <a:ext cx="803758" cy="443484"/>
          </a:xfrm>
          <a:prstGeom prst="rect">
            <a:avLst/>
          </a:prstGeom>
          <a:solidFill>
            <a:srgbClr val="FFFFFF">
              <a:alpha val="963"/>
            </a:srgbClr>
          </a:solidFill>
          <a:ln/>
        </p:spPr>
      </p:sp>
      <p:sp>
        <p:nvSpPr>
          <p:cNvPr id="74" name="Shape 72"/>
          <p:cNvSpPr/>
          <p:nvPr/>
        </p:nvSpPr>
        <p:spPr>
          <a:xfrm>
            <a:off x="1417320" y="6497726"/>
            <a:ext cx="803758" cy="443484"/>
          </a:xfrm>
          <a:prstGeom prst="rect">
            <a:avLst/>
          </a:prstGeom>
          <a:solidFill>
            <a:srgbClr val="FFFFFF">
              <a:alpha val="1100"/>
            </a:srgbClr>
          </a:solidFill>
          <a:ln/>
        </p:spPr>
      </p:sp>
      <p:sp>
        <p:nvSpPr>
          <p:cNvPr id="75" name="Shape 73"/>
          <p:cNvSpPr/>
          <p:nvPr/>
        </p:nvSpPr>
        <p:spPr>
          <a:xfrm>
            <a:off x="2106778" y="2276856"/>
            <a:ext cx="803758" cy="587959"/>
          </a:xfrm>
          <a:prstGeom prst="rect">
            <a:avLst/>
          </a:prstGeom>
          <a:solidFill>
            <a:srgbClr val="FFFFFF">
              <a:alpha val="344"/>
            </a:srgbClr>
          </a:solidFill>
          <a:ln/>
        </p:spPr>
      </p:sp>
      <p:sp>
        <p:nvSpPr>
          <p:cNvPr id="76" name="Shape 74"/>
          <p:cNvSpPr/>
          <p:nvPr/>
        </p:nvSpPr>
        <p:spPr>
          <a:xfrm>
            <a:off x="2106778" y="2855671"/>
            <a:ext cx="803758" cy="587959"/>
          </a:xfrm>
          <a:prstGeom prst="rect">
            <a:avLst/>
          </a:prstGeom>
          <a:solidFill>
            <a:srgbClr val="FFFFFF">
              <a:alpha val="688"/>
            </a:srgbClr>
          </a:solidFill>
          <a:ln/>
        </p:spPr>
      </p:sp>
      <p:sp>
        <p:nvSpPr>
          <p:cNvPr id="77" name="Shape 75"/>
          <p:cNvSpPr/>
          <p:nvPr/>
        </p:nvSpPr>
        <p:spPr>
          <a:xfrm>
            <a:off x="2106778" y="3434486"/>
            <a:ext cx="803758" cy="587959"/>
          </a:xfrm>
          <a:prstGeom prst="rect">
            <a:avLst/>
          </a:prstGeom>
          <a:solidFill>
            <a:srgbClr val="FFFFFF">
              <a:alpha val="1031"/>
            </a:srgbClr>
          </a:solidFill>
          <a:ln/>
        </p:spPr>
      </p:sp>
      <p:sp>
        <p:nvSpPr>
          <p:cNvPr id="78" name="Shape 76"/>
          <p:cNvSpPr/>
          <p:nvPr/>
        </p:nvSpPr>
        <p:spPr>
          <a:xfrm>
            <a:off x="2106778" y="4013302"/>
            <a:ext cx="803758" cy="587959"/>
          </a:xfrm>
          <a:prstGeom prst="rect">
            <a:avLst/>
          </a:prstGeom>
          <a:solidFill>
            <a:srgbClr val="FFFFFF">
              <a:alpha val="1375"/>
            </a:srgbClr>
          </a:solidFill>
          <a:ln/>
        </p:spPr>
      </p:sp>
      <p:sp>
        <p:nvSpPr>
          <p:cNvPr id="79" name="Shape 77"/>
          <p:cNvSpPr/>
          <p:nvPr/>
        </p:nvSpPr>
        <p:spPr>
          <a:xfrm>
            <a:off x="2106778" y="4592117"/>
            <a:ext cx="803758" cy="587959"/>
          </a:xfrm>
          <a:prstGeom prst="rect">
            <a:avLst/>
          </a:prstGeom>
          <a:solidFill>
            <a:srgbClr val="FFFFFF">
              <a:alpha val="1719"/>
            </a:srgbClr>
          </a:solidFill>
          <a:ln/>
        </p:spPr>
      </p:sp>
      <p:sp>
        <p:nvSpPr>
          <p:cNvPr id="80" name="Shape 78"/>
          <p:cNvSpPr/>
          <p:nvPr/>
        </p:nvSpPr>
        <p:spPr>
          <a:xfrm>
            <a:off x="2106778" y="5170932"/>
            <a:ext cx="803758" cy="587959"/>
          </a:xfrm>
          <a:prstGeom prst="rect">
            <a:avLst/>
          </a:prstGeom>
          <a:solidFill>
            <a:srgbClr val="FFFFFF">
              <a:alpha val="2063"/>
            </a:srgbClr>
          </a:solidFill>
          <a:ln/>
        </p:spPr>
      </p:sp>
      <p:sp>
        <p:nvSpPr>
          <p:cNvPr id="81" name="Shape 79"/>
          <p:cNvSpPr/>
          <p:nvPr/>
        </p:nvSpPr>
        <p:spPr>
          <a:xfrm>
            <a:off x="2106778" y="5749747"/>
            <a:ext cx="803758" cy="587959"/>
          </a:xfrm>
          <a:prstGeom prst="rect">
            <a:avLst/>
          </a:prstGeom>
          <a:solidFill>
            <a:srgbClr val="FFFFFF">
              <a:alpha val="2406"/>
            </a:srgbClr>
          </a:solidFill>
          <a:ln/>
        </p:spPr>
      </p:sp>
      <p:sp>
        <p:nvSpPr>
          <p:cNvPr id="82" name="Shape 80"/>
          <p:cNvSpPr/>
          <p:nvPr/>
        </p:nvSpPr>
        <p:spPr>
          <a:xfrm>
            <a:off x="2106778" y="6328562"/>
            <a:ext cx="803758" cy="587959"/>
          </a:xfrm>
          <a:prstGeom prst="rect">
            <a:avLst/>
          </a:prstGeom>
          <a:solidFill>
            <a:srgbClr val="FFFFFF">
              <a:alpha val="2750"/>
            </a:srgbClr>
          </a:solidFill>
          <a:ln/>
        </p:spPr>
      </p:sp>
      <p:sp>
        <p:nvSpPr>
          <p:cNvPr id="83" name="Shape 81"/>
          <p:cNvSpPr/>
          <p:nvPr/>
        </p:nvSpPr>
        <p:spPr>
          <a:xfrm>
            <a:off x="3459175" y="2646274"/>
            <a:ext cx="803758" cy="547840"/>
          </a:xfrm>
          <a:prstGeom prst="rect">
            <a:avLst/>
          </a:prstGeom>
          <a:solidFill>
            <a:srgbClr val="FFFFFF">
              <a:alpha val="344"/>
            </a:srgbClr>
          </a:solidFill>
          <a:ln/>
        </p:spPr>
      </p:sp>
      <p:sp>
        <p:nvSpPr>
          <p:cNvPr id="84" name="Shape 82"/>
          <p:cNvSpPr/>
          <p:nvPr/>
        </p:nvSpPr>
        <p:spPr>
          <a:xfrm>
            <a:off x="3459175" y="3184970"/>
            <a:ext cx="803758" cy="547840"/>
          </a:xfrm>
          <a:prstGeom prst="rect">
            <a:avLst/>
          </a:prstGeom>
          <a:solidFill>
            <a:srgbClr val="FFFFFF">
              <a:alpha val="688"/>
            </a:srgbClr>
          </a:solidFill>
          <a:ln/>
        </p:spPr>
      </p:sp>
      <p:sp>
        <p:nvSpPr>
          <p:cNvPr id="85" name="Shape 83"/>
          <p:cNvSpPr/>
          <p:nvPr/>
        </p:nvSpPr>
        <p:spPr>
          <a:xfrm>
            <a:off x="3459175" y="3723665"/>
            <a:ext cx="803758" cy="547840"/>
          </a:xfrm>
          <a:prstGeom prst="rect">
            <a:avLst/>
          </a:prstGeom>
          <a:solidFill>
            <a:srgbClr val="FFFFFF">
              <a:alpha val="1031"/>
            </a:srgbClr>
          </a:solidFill>
          <a:ln/>
        </p:spPr>
      </p:sp>
      <p:sp>
        <p:nvSpPr>
          <p:cNvPr id="86" name="Shape 84"/>
          <p:cNvSpPr/>
          <p:nvPr/>
        </p:nvSpPr>
        <p:spPr>
          <a:xfrm>
            <a:off x="3459175" y="4262361"/>
            <a:ext cx="803758" cy="547840"/>
          </a:xfrm>
          <a:prstGeom prst="rect">
            <a:avLst/>
          </a:prstGeom>
          <a:solidFill>
            <a:srgbClr val="FFFFFF">
              <a:alpha val="1375"/>
            </a:srgbClr>
          </a:solidFill>
          <a:ln/>
        </p:spPr>
      </p:sp>
      <p:sp>
        <p:nvSpPr>
          <p:cNvPr id="87" name="Shape 85"/>
          <p:cNvSpPr/>
          <p:nvPr/>
        </p:nvSpPr>
        <p:spPr>
          <a:xfrm>
            <a:off x="3459175" y="4801057"/>
            <a:ext cx="803758" cy="547840"/>
          </a:xfrm>
          <a:prstGeom prst="rect">
            <a:avLst/>
          </a:prstGeom>
          <a:solidFill>
            <a:srgbClr val="FFFFFF">
              <a:alpha val="1719"/>
            </a:srgbClr>
          </a:solidFill>
          <a:ln/>
        </p:spPr>
      </p:sp>
      <p:sp>
        <p:nvSpPr>
          <p:cNvPr id="88" name="Shape 86"/>
          <p:cNvSpPr/>
          <p:nvPr/>
        </p:nvSpPr>
        <p:spPr>
          <a:xfrm>
            <a:off x="3459175" y="5339753"/>
            <a:ext cx="803758" cy="547840"/>
          </a:xfrm>
          <a:prstGeom prst="rect">
            <a:avLst/>
          </a:prstGeom>
          <a:solidFill>
            <a:srgbClr val="FFFFFF">
              <a:alpha val="2063"/>
            </a:srgbClr>
          </a:solidFill>
          <a:ln/>
        </p:spPr>
      </p:sp>
      <p:sp>
        <p:nvSpPr>
          <p:cNvPr id="89" name="Shape 87"/>
          <p:cNvSpPr/>
          <p:nvPr/>
        </p:nvSpPr>
        <p:spPr>
          <a:xfrm>
            <a:off x="3459175" y="5878449"/>
            <a:ext cx="803758" cy="547840"/>
          </a:xfrm>
          <a:prstGeom prst="rect">
            <a:avLst/>
          </a:prstGeom>
          <a:solidFill>
            <a:srgbClr val="FFFFFF">
              <a:alpha val="2406"/>
            </a:srgbClr>
          </a:solidFill>
          <a:ln/>
        </p:spPr>
      </p:sp>
      <p:sp>
        <p:nvSpPr>
          <p:cNvPr id="90" name="Shape 88"/>
          <p:cNvSpPr/>
          <p:nvPr/>
        </p:nvSpPr>
        <p:spPr>
          <a:xfrm>
            <a:off x="3459175" y="6417145"/>
            <a:ext cx="803758" cy="547840"/>
          </a:xfrm>
          <a:prstGeom prst="rect">
            <a:avLst/>
          </a:prstGeom>
          <a:solidFill>
            <a:srgbClr val="FFFFFF">
              <a:alpha val="2750"/>
            </a:srgbClr>
          </a:solidFill>
          <a:ln/>
        </p:spPr>
      </p:sp>
      <p:sp>
        <p:nvSpPr>
          <p:cNvPr id="91" name="Shape 89"/>
          <p:cNvSpPr/>
          <p:nvPr/>
        </p:nvSpPr>
        <p:spPr>
          <a:xfrm>
            <a:off x="4151376" y="4484218"/>
            <a:ext cx="803758" cy="319126"/>
          </a:xfrm>
          <a:prstGeom prst="rect">
            <a:avLst/>
          </a:prstGeom>
          <a:solidFill>
            <a:srgbClr val="FFFFFF">
              <a:alpha val="138"/>
            </a:srgbClr>
          </a:solidFill>
          <a:ln/>
        </p:spPr>
      </p:sp>
      <p:sp>
        <p:nvSpPr>
          <p:cNvPr id="92" name="Shape 90"/>
          <p:cNvSpPr/>
          <p:nvPr/>
        </p:nvSpPr>
        <p:spPr>
          <a:xfrm>
            <a:off x="4151376" y="4794199"/>
            <a:ext cx="803758" cy="319126"/>
          </a:xfrm>
          <a:prstGeom prst="rect">
            <a:avLst/>
          </a:prstGeom>
          <a:solidFill>
            <a:srgbClr val="FFFFFF">
              <a:alpha val="275"/>
            </a:srgbClr>
          </a:solidFill>
          <a:ln/>
        </p:spPr>
      </p:sp>
      <p:sp>
        <p:nvSpPr>
          <p:cNvPr id="93" name="Shape 91"/>
          <p:cNvSpPr/>
          <p:nvPr/>
        </p:nvSpPr>
        <p:spPr>
          <a:xfrm>
            <a:off x="4151376" y="5104181"/>
            <a:ext cx="803758" cy="319126"/>
          </a:xfrm>
          <a:prstGeom prst="rect">
            <a:avLst/>
          </a:prstGeom>
          <a:solidFill>
            <a:srgbClr val="FFFFFF">
              <a:alpha val="412"/>
            </a:srgbClr>
          </a:solidFill>
          <a:ln/>
        </p:spPr>
      </p:sp>
      <p:sp>
        <p:nvSpPr>
          <p:cNvPr id="94" name="Shape 92"/>
          <p:cNvSpPr/>
          <p:nvPr/>
        </p:nvSpPr>
        <p:spPr>
          <a:xfrm>
            <a:off x="4151376" y="5414162"/>
            <a:ext cx="803758" cy="319126"/>
          </a:xfrm>
          <a:prstGeom prst="rect">
            <a:avLst/>
          </a:prstGeom>
          <a:solidFill>
            <a:srgbClr val="FFFFFF">
              <a:alpha val="550"/>
            </a:srgbClr>
          </a:solidFill>
          <a:ln/>
        </p:spPr>
      </p:sp>
      <p:sp>
        <p:nvSpPr>
          <p:cNvPr id="95" name="Shape 93"/>
          <p:cNvSpPr/>
          <p:nvPr/>
        </p:nvSpPr>
        <p:spPr>
          <a:xfrm>
            <a:off x="4151376" y="5724144"/>
            <a:ext cx="803758" cy="319126"/>
          </a:xfrm>
          <a:prstGeom prst="rect">
            <a:avLst/>
          </a:prstGeom>
          <a:solidFill>
            <a:srgbClr val="FFFFFF">
              <a:alpha val="688"/>
            </a:srgbClr>
          </a:solidFill>
          <a:ln/>
        </p:spPr>
      </p:sp>
      <p:sp>
        <p:nvSpPr>
          <p:cNvPr id="96" name="Shape 94"/>
          <p:cNvSpPr/>
          <p:nvPr/>
        </p:nvSpPr>
        <p:spPr>
          <a:xfrm>
            <a:off x="4151376" y="6034126"/>
            <a:ext cx="803758" cy="319126"/>
          </a:xfrm>
          <a:prstGeom prst="rect">
            <a:avLst/>
          </a:prstGeom>
          <a:solidFill>
            <a:srgbClr val="FFFFFF">
              <a:alpha val="825"/>
            </a:srgbClr>
          </a:solidFill>
          <a:ln/>
        </p:spPr>
      </p:sp>
      <p:sp>
        <p:nvSpPr>
          <p:cNvPr id="97" name="Shape 95"/>
          <p:cNvSpPr/>
          <p:nvPr/>
        </p:nvSpPr>
        <p:spPr>
          <a:xfrm>
            <a:off x="4151376" y="6344107"/>
            <a:ext cx="803758" cy="319126"/>
          </a:xfrm>
          <a:prstGeom prst="rect">
            <a:avLst/>
          </a:prstGeom>
          <a:solidFill>
            <a:srgbClr val="FFFFFF">
              <a:alpha val="963"/>
            </a:srgbClr>
          </a:solidFill>
          <a:ln/>
        </p:spPr>
      </p:sp>
      <p:sp>
        <p:nvSpPr>
          <p:cNvPr id="98" name="Shape 96"/>
          <p:cNvSpPr/>
          <p:nvPr/>
        </p:nvSpPr>
        <p:spPr>
          <a:xfrm>
            <a:off x="4151376" y="6654089"/>
            <a:ext cx="803758" cy="319126"/>
          </a:xfrm>
          <a:prstGeom prst="rect">
            <a:avLst/>
          </a:prstGeom>
          <a:solidFill>
            <a:srgbClr val="FFFFFF">
              <a:alpha val="1100"/>
            </a:srgbClr>
          </a:solidFill>
          <a:ln/>
        </p:spPr>
      </p:sp>
      <p:sp>
        <p:nvSpPr>
          <p:cNvPr id="101" name="Shape 99"/>
          <p:cNvSpPr/>
          <p:nvPr/>
        </p:nvSpPr>
        <p:spPr>
          <a:xfrm>
            <a:off x="0" y="873252"/>
            <a:ext cx="12191695" cy="0"/>
          </a:xfrm>
          <a:prstGeom prst="line">
            <a:avLst/>
          </a:prstGeom>
          <a:noFill/>
          <a:ln w="2540">
            <a:solidFill>
              <a:srgbClr val="D0CFCF">
                <a:alpha val="60000"/>
              </a:srgbClr>
            </a:solidFill>
            <a:prstDash val="solid"/>
          </a:ln>
        </p:spPr>
      </p:sp>
      <p:sp>
        <p:nvSpPr>
          <p:cNvPr id="104" name="Shape 102"/>
          <p:cNvSpPr/>
          <p:nvPr/>
        </p:nvSpPr>
        <p:spPr>
          <a:xfrm>
            <a:off x="11835994" y="1750162"/>
            <a:ext cx="803758" cy="657454"/>
          </a:xfrm>
          <a:prstGeom prst="rect">
            <a:avLst/>
          </a:prstGeom>
          <a:solidFill>
            <a:srgbClr val="FFFFFF">
              <a:alpha val="688"/>
            </a:srgbClr>
          </a:solidFill>
          <a:ln/>
        </p:spPr>
      </p:sp>
      <p:sp>
        <p:nvSpPr>
          <p:cNvPr id="105" name="Shape 103"/>
          <p:cNvSpPr/>
          <p:nvPr/>
        </p:nvSpPr>
        <p:spPr>
          <a:xfrm>
            <a:off x="11835994" y="2398471"/>
            <a:ext cx="803758" cy="657454"/>
          </a:xfrm>
          <a:prstGeom prst="rect">
            <a:avLst/>
          </a:prstGeom>
          <a:solidFill>
            <a:srgbClr val="FFFFFF">
              <a:alpha val="1375"/>
            </a:srgbClr>
          </a:solidFill>
          <a:ln/>
        </p:spPr>
      </p:sp>
      <p:sp>
        <p:nvSpPr>
          <p:cNvPr id="106" name="Shape 104"/>
          <p:cNvSpPr/>
          <p:nvPr/>
        </p:nvSpPr>
        <p:spPr>
          <a:xfrm>
            <a:off x="11835994" y="3046781"/>
            <a:ext cx="803758" cy="657454"/>
          </a:xfrm>
          <a:prstGeom prst="rect">
            <a:avLst/>
          </a:prstGeom>
          <a:solidFill>
            <a:srgbClr val="FFFFFF">
              <a:alpha val="2063"/>
            </a:srgbClr>
          </a:solidFill>
          <a:ln/>
        </p:spPr>
      </p:sp>
      <p:sp>
        <p:nvSpPr>
          <p:cNvPr id="107" name="Shape 105"/>
          <p:cNvSpPr/>
          <p:nvPr/>
        </p:nvSpPr>
        <p:spPr>
          <a:xfrm>
            <a:off x="11835994" y="3695090"/>
            <a:ext cx="803758" cy="657454"/>
          </a:xfrm>
          <a:prstGeom prst="rect">
            <a:avLst/>
          </a:prstGeom>
          <a:solidFill>
            <a:srgbClr val="FFFFFF">
              <a:alpha val="2750"/>
            </a:srgbClr>
          </a:solidFill>
          <a:ln/>
        </p:spPr>
      </p:sp>
      <p:sp>
        <p:nvSpPr>
          <p:cNvPr id="108" name="Shape 106"/>
          <p:cNvSpPr/>
          <p:nvPr/>
        </p:nvSpPr>
        <p:spPr>
          <a:xfrm>
            <a:off x="11835994" y="4343400"/>
            <a:ext cx="803758" cy="657454"/>
          </a:xfrm>
          <a:prstGeom prst="rect">
            <a:avLst/>
          </a:prstGeom>
          <a:solidFill>
            <a:srgbClr val="FFFFFF">
              <a:alpha val="3438"/>
            </a:srgbClr>
          </a:solidFill>
          <a:ln/>
        </p:spPr>
      </p:sp>
      <p:sp>
        <p:nvSpPr>
          <p:cNvPr id="109" name="Shape 107"/>
          <p:cNvSpPr/>
          <p:nvPr/>
        </p:nvSpPr>
        <p:spPr>
          <a:xfrm>
            <a:off x="11835994" y="4991710"/>
            <a:ext cx="803758" cy="657454"/>
          </a:xfrm>
          <a:prstGeom prst="rect">
            <a:avLst/>
          </a:prstGeom>
          <a:solidFill>
            <a:srgbClr val="FFFFFF">
              <a:alpha val="4125"/>
            </a:srgbClr>
          </a:solidFill>
          <a:ln/>
        </p:spPr>
      </p:sp>
      <p:sp>
        <p:nvSpPr>
          <p:cNvPr id="110" name="Shape 108"/>
          <p:cNvSpPr/>
          <p:nvPr/>
        </p:nvSpPr>
        <p:spPr>
          <a:xfrm>
            <a:off x="11835994" y="5640019"/>
            <a:ext cx="803758" cy="657454"/>
          </a:xfrm>
          <a:prstGeom prst="rect">
            <a:avLst/>
          </a:prstGeom>
          <a:solidFill>
            <a:srgbClr val="FFFFFF">
              <a:alpha val="4813"/>
            </a:srgbClr>
          </a:solidFill>
          <a:ln/>
        </p:spPr>
      </p:sp>
      <p:sp>
        <p:nvSpPr>
          <p:cNvPr id="111" name="Shape 109"/>
          <p:cNvSpPr/>
          <p:nvPr/>
        </p:nvSpPr>
        <p:spPr>
          <a:xfrm>
            <a:off x="11835994" y="6288329"/>
            <a:ext cx="803758" cy="657454"/>
          </a:xfrm>
          <a:prstGeom prst="rect">
            <a:avLst/>
          </a:prstGeom>
          <a:solidFill>
            <a:srgbClr val="FFFFFF">
              <a:alpha val="5500"/>
            </a:srgbClr>
          </a:solidFill>
          <a:ln/>
        </p:spPr>
      </p:sp>
      <p:sp>
        <p:nvSpPr>
          <p:cNvPr id="112" name="Shape 110"/>
          <p:cNvSpPr/>
          <p:nvPr/>
        </p:nvSpPr>
        <p:spPr>
          <a:xfrm>
            <a:off x="10465308" y="4358030"/>
            <a:ext cx="803758" cy="331356"/>
          </a:xfrm>
          <a:prstGeom prst="rect">
            <a:avLst/>
          </a:prstGeom>
          <a:solidFill>
            <a:srgbClr val="FFFFFF">
              <a:alpha val="138"/>
            </a:srgbClr>
          </a:solidFill>
          <a:ln/>
        </p:spPr>
      </p:sp>
      <p:sp>
        <p:nvSpPr>
          <p:cNvPr id="113" name="Shape 111"/>
          <p:cNvSpPr/>
          <p:nvPr/>
        </p:nvSpPr>
        <p:spPr>
          <a:xfrm>
            <a:off x="10465308" y="4680242"/>
            <a:ext cx="803758" cy="331356"/>
          </a:xfrm>
          <a:prstGeom prst="rect">
            <a:avLst/>
          </a:prstGeom>
          <a:solidFill>
            <a:srgbClr val="FFFFFF">
              <a:alpha val="275"/>
            </a:srgbClr>
          </a:solidFill>
          <a:ln/>
        </p:spPr>
      </p:sp>
      <p:sp>
        <p:nvSpPr>
          <p:cNvPr id="114" name="Shape 112"/>
          <p:cNvSpPr/>
          <p:nvPr/>
        </p:nvSpPr>
        <p:spPr>
          <a:xfrm>
            <a:off x="10465308" y="5002454"/>
            <a:ext cx="803758" cy="331356"/>
          </a:xfrm>
          <a:prstGeom prst="rect">
            <a:avLst/>
          </a:prstGeom>
          <a:solidFill>
            <a:srgbClr val="FFFFFF">
              <a:alpha val="412"/>
            </a:srgbClr>
          </a:solidFill>
          <a:ln/>
        </p:spPr>
      </p:sp>
      <p:sp>
        <p:nvSpPr>
          <p:cNvPr id="115" name="Shape 113"/>
          <p:cNvSpPr/>
          <p:nvPr/>
        </p:nvSpPr>
        <p:spPr>
          <a:xfrm>
            <a:off x="10465308" y="5324666"/>
            <a:ext cx="803758" cy="331356"/>
          </a:xfrm>
          <a:prstGeom prst="rect">
            <a:avLst/>
          </a:prstGeom>
          <a:solidFill>
            <a:srgbClr val="FFFFFF">
              <a:alpha val="550"/>
            </a:srgbClr>
          </a:solidFill>
          <a:ln/>
        </p:spPr>
      </p:sp>
      <p:sp>
        <p:nvSpPr>
          <p:cNvPr id="116" name="Shape 114"/>
          <p:cNvSpPr/>
          <p:nvPr/>
        </p:nvSpPr>
        <p:spPr>
          <a:xfrm>
            <a:off x="10465308" y="5646877"/>
            <a:ext cx="803758" cy="331356"/>
          </a:xfrm>
          <a:prstGeom prst="rect">
            <a:avLst/>
          </a:prstGeom>
          <a:solidFill>
            <a:srgbClr val="FFFFFF">
              <a:alpha val="688"/>
            </a:srgbClr>
          </a:solidFill>
          <a:ln/>
        </p:spPr>
      </p:sp>
      <p:sp>
        <p:nvSpPr>
          <p:cNvPr id="117" name="Shape 115"/>
          <p:cNvSpPr/>
          <p:nvPr/>
        </p:nvSpPr>
        <p:spPr>
          <a:xfrm>
            <a:off x="10465308" y="5969089"/>
            <a:ext cx="803758" cy="331356"/>
          </a:xfrm>
          <a:prstGeom prst="rect">
            <a:avLst/>
          </a:prstGeom>
          <a:solidFill>
            <a:srgbClr val="FFFFFF">
              <a:alpha val="825"/>
            </a:srgbClr>
          </a:solidFill>
          <a:ln/>
        </p:spPr>
      </p:sp>
      <p:sp>
        <p:nvSpPr>
          <p:cNvPr id="118" name="Shape 116"/>
          <p:cNvSpPr/>
          <p:nvPr/>
        </p:nvSpPr>
        <p:spPr>
          <a:xfrm>
            <a:off x="10465308" y="6291301"/>
            <a:ext cx="803758" cy="331356"/>
          </a:xfrm>
          <a:prstGeom prst="rect">
            <a:avLst/>
          </a:prstGeom>
          <a:solidFill>
            <a:srgbClr val="FFFFFF">
              <a:alpha val="963"/>
            </a:srgbClr>
          </a:solidFill>
          <a:ln/>
        </p:spPr>
      </p:sp>
      <p:sp>
        <p:nvSpPr>
          <p:cNvPr id="119" name="Shape 117"/>
          <p:cNvSpPr/>
          <p:nvPr/>
        </p:nvSpPr>
        <p:spPr>
          <a:xfrm>
            <a:off x="10465308" y="6613512"/>
            <a:ext cx="803758" cy="331356"/>
          </a:xfrm>
          <a:prstGeom prst="rect">
            <a:avLst/>
          </a:prstGeom>
          <a:solidFill>
            <a:srgbClr val="FFFFFF">
              <a:alpha val="1100"/>
            </a:srgbClr>
          </a:solidFill>
          <a:ln/>
        </p:spPr>
      </p:sp>
      <p:sp>
        <p:nvSpPr>
          <p:cNvPr id="120" name="Shape 118"/>
          <p:cNvSpPr/>
          <p:nvPr/>
        </p:nvSpPr>
        <p:spPr>
          <a:xfrm>
            <a:off x="11155680" y="3177540"/>
            <a:ext cx="803758" cy="482117"/>
          </a:xfrm>
          <a:prstGeom prst="rect">
            <a:avLst/>
          </a:prstGeom>
          <a:solidFill>
            <a:srgbClr val="FFFFFF">
              <a:alpha val="344"/>
            </a:srgbClr>
          </a:solidFill>
          <a:ln/>
        </p:spPr>
      </p:sp>
      <p:sp>
        <p:nvSpPr>
          <p:cNvPr id="121" name="Shape 119"/>
          <p:cNvSpPr/>
          <p:nvPr/>
        </p:nvSpPr>
        <p:spPr>
          <a:xfrm>
            <a:off x="11155680" y="3650513"/>
            <a:ext cx="803758" cy="482117"/>
          </a:xfrm>
          <a:prstGeom prst="rect">
            <a:avLst/>
          </a:prstGeom>
          <a:solidFill>
            <a:srgbClr val="FFFFFF">
              <a:alpha val="688"/>
            </a:srgbClr>
          </a:solidFill>
          <a:ln/>
        </p:spPr>
      </p:sp>
      <p:sp>
        <p:nvSpPr>
          <p:cNvPr id="122" name="Shape 120"/>
          <p:cNvSpPr/>
          <p:nvPr/>
        </p:nvSpPr>
        <p:spPr>
          <a:xfrm>
            <a:off x="11155680" y="4123487"/>
            <a:ext cx="803758" cy="482117"/>
          </a:xfrm>
          <a:prstGeom prst="rect">
            <a:avLst/>
          </a:prstGeom>
          <a:solidFill>
            <a:srgbClr val="FFFFFF">
              <a:alpha val="1031"/>
            </a:srgbClr>
          </a:solidFill>
          <a:ln/>
        </p:spPr>
      </p:sp>
      <p:sp>
        <p:nvSpPr>
          <p:cNvPr id="123" name="Shape 121"/>
          <p:cNvSpPr/>
          <p:nvPr/>
        </p:nvSpPr>
        <p:spPr>
          <a:xfrm>
            <a:off x="11155680" y="4596460"/>
            <a:ext cx="803758" cy="482117"/>
          </a:xfrm>
          <a:prstGeom prst="rect">
            <a:avLst/>
          </a:prstGeom>
          <a:solidFill>
            <a:srgbClr val="FFFFFF">
              <a:alpha val="1375"/>
            </a:srgbClr>
          </a:solidFill>
          <a:ln/>
        </p:spPr>
      </p:sp>
      <p:sp>
        <p:nvSpPr>
          <p:cNvPr id="124" name="Shape 122"/>
          <p:cNvSpPr/>
          <p:nvPr/>
        </p:nvSpPr>
        <p:spPr>
          <a:xfrm>
            <a:off x="11155680" y="5069434"/>
            <a:ext cx="803758" cy="482117"/>
          </a:xfrm>
          <a:prstGeom prst="rect">
            <a:avLst/>
          </a:prstGeom>
          <a:solidFill>
            <a:srgbClr val="FFFFFF">
              <a:alpha val="1719"/>
            </a:srgbClr>
          </a:solidFill>
          <a:ln/>
        </p:spPr>
      </p:sp>
      <p:sp>
        <p:nvSpPr>
          <p:cNvPr id="125" name="Shape 123"/>
          <p:cNvSpPr/>
          <p:nvPr/>
        </p:nvSpPr>
        <p:spPr>
          <a:xfrm>
            <a:off x="11155680" y="5542407"/>
            <a:ext cx="803758" cy="482117"/>
          </a:xfrm>
          <a:prstGeom prst="rect">
            <a:avLst/>
          </a:prstGeom>
          <a:solidFill>
            <a:srgbClr val="FFFFFF">
              <a:alpha val="2063"/>
            </a:srgbClr>
          </a:solidFill>
          <a:ln/>
        </p:spPr>
      </p:sp>
      <p:sp>
        <p:nvSpPr>
          <p:cNvPr id="126" name="Shape 124"/>
          <p:cNvSpPr/>
          <p:nvPr/>
        </p:nvSpPr>
        <p:spPr>
          <a:xfrm>
            <a:off x="11155680" y="6015380"/>
            <a:ext cx="803758" cy="482117"/>
          </a:xfrm>
          <a:prstGeom prst="rect">
            <a:avLst/>
          </a:prstGeom>
          <a:solidFill>
            <a:srgbClr val="FFFFFF">
              <a:alpha val="2406"/>
            </a:srgbClr>
          </a:solidFill>
          <a:ln/>
        </p:spPr>
      </p:sp>
      <p:sp>
        <p:nvSpPr>
          <p:cNvPr id="127" name="Shape 125"/>
          <p:cNvSpPr/>
          <p:nvPr/>
        </p:nvSpPr>
        <p:spPr>
          <a:xfrm>
            <a:off x="11155680" y="6488354"/>
            <a:ext cx="803758" cy="482117"/>
          </a:xfrm>
          <a:prstGeom prst="rect">
            <a:avLst/>
          </a:prstGeom>
          <a:solidFill>
            <a:srgbClr val="FFFFFF">
              <a:alpha val="2750"/>
            </a:srgbClr>
          </a:solidFill>
          <a:ln/>
        </p:spPr>
      </p:sp>
      <p:sp>
        <p:nvSpPr>
          <p:cNvPr id="129" name="Text 127"/>
          <p:cNvSpPr/>
          <p:nvPr/>
        </p:nvSpPr>
        <p:spPr>
          <a:xfrm>
            <a:off x="6214262" y="1097280"/>
            <a:ext cx="5669280" cy="1463040"/>
          </a:xfrm>
          <a:prstGeom prst="rect">
            <a:avLst/>
          </a:prstGeom>
          <a:noFill/>
          <a:ln/>
        </p:spPr>
        <p:txBody>
          <a:bodyPr wrap="square" rtlCol="0" anchor="t"/>
          <a:lstStyle/>
          <a:p>
            <a:pPr indent="0" marL="0">
              <a:lnSpc>
                <a:spcPct val="90000"/>
              </a:lnSpc>
              <a:buNone/>
            </a:pPr>
            <a:r>
              <a:rPr lang="en-US" sz="3400" spc="-150" kern="0" dirty="0">
                <a:solidFill>
                  <a:srgbClr val="FFFFFF"/>
                </a:solidFill>
                <a:latin typeface="Manrope" pitchFamily="34" charset="0"/>
                <a:ea typeface="Manrope" pitchFamily="34" charset="-122"/>
                <a:cs typeface="Manrope" pitchFamily="34" charset="-120"/>
              </a:rPr>
              <a:t>Stage 8: MCP, </a:t>
            </a:r>
            <a:r>
              <a:rPr lang="en-US" sz="3400" spc="-150" kern="0" dirty="0">
                <a:solidFill>
                  <a:srgbClr val="C0DAB4"/>
                </a:solidFill>
                <a:latin typeface="Manrope" pitchFamily="34" charset="0"/>
                <a:ea typeface="Manrope" pitchFamily="34" charset="-122"/>
                <a:cs typeface="Manrope" pitchFamily="34" charset="-120"/>
              </a:rPr>
              <a:t>“like a USB-C port for AI applications”</a:t>
            </a:r>
            <a:endParaRPr lang="en-US" sz="1800" dirty="0"/>
          </a:p>
        </p:txBody>
      </p:sp>
      <p:sp>
        <p:nvSpPr>
          <p:cNvPr id="130" name="Text 128"/>
          <p:cNvSpPr/>
          <p:nvPr/>
        </p:nvSpPr>
        <p:spPr>
          <a:xfrm>
            <a:off x="6220663" y="2697480"/>
            <a:ext cx="5760720" cy="411480"/>
          </a:xfrm>
          <a:prstGeom prst="rect">
            <a:avLst/>
          </a:prstGeom>
          <a:noFill/>
          <a:ln/>
        </p:spPr>
        <p:txBody>
          <a:bodyPr wrap="square" rtlCol="0" anchor="t"/>
          <a:lstStyle/>
          <a:p>
            <a:pP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A free open standard for plugging tools into agents</a:t>
            </a:r>
            <a:endParaRPr lang="en-US" sz="1600" dirty="0"/>
          </a:p>
        </p:txBody>
      </p:sp>
      <p:sp>
        <p:nvSpPr>
          <p:cNvPr id="131" name="Text 129"/>
          <p:cNvSpPr/>
          <p:nvPr/>
        </p:nvSpPr>
        <p:spPr>
          <a:xfrm>
            <a:off x="6144768" y="5303520"/>
            <a:ext cx="5486400" cy="731520"/>
          </a:xfrm>
          <a:prstGeom prst="rect">
            <a:avLst/>
          </a:prstGeom>
          <a:noFill/>
          <a:ln/>
        </p:spPr>
        <p:txBody>
          <a:bodyPr wrap="square" rtlCol="0" anchor="t"/>
          <a:lstStyle/>
          <a:p>
            <a:pPr indent="0" marL="0">
              <a:lnSpc>
                <a:spcPct val="125000"/>
              </a:lnSpc>
              <a:spcAft>
                <a:spcPts val="600"/>
              </a:spcAft>
              <a:buNone/>
            </a:pPr>
            <a:r>
              <a:rPr lang="en-US" sz="1400" dirty="0">
                <a:solidFill>
                  <a:srgbClr val="FFFFFF"/>
                </a:solidFill>
                <a:latin typeface="Manrope" pitchFamily="34" charset="0"/>
                <a:ea typeface="Manrope" pitchFamily="34" charset="-122"/>
                <a:cs typeface="Manrope" pitchFamily="34" charset="-120"/>
              </a:rPr>
              <a:t>Project: build an MCP server that exposes your own tools (e.g. notes or a database) and connect it to an MCP-capable client.</a:t>
            </a:r>
            <a:endParaRPr lang="en-US" sz="1200" dirty="0"/>
          </a:p>
        </p:txBody>
      </p:sp>
      <p:sp>
        <p:nvSpPr>
          <p:cNvPr id="132" name="Shape 130"/>
          <p:cNvSpPr/>
          <p:nvPr/>
        </p:nvSpPr>
        <p:spPr>
          <a:xfrm>
            <a:off x="3348533" y="3586277"/>
            <a:ext cx="30175" cy="1920240"/>
          </a:xfrm>
          <a:prstGeom prst="rect">
            <a:avLst/>
          </a:prstGeom>
          <a:solidFill>
            <a:srgbClr val="96C182">
              <a:alpha val="12000"/>
            </a:srgbClr>
          </a:solidFill>
          <a:ln/>
        </p:spPr>
      </p:sp>
      <p:sp>
        <p:nvSpPr>
          <p:cNvPr id="133" name="Shape 131"/>
          <p:cNvSpPr/>
          <p:nvPr/>
        </p:nvSpPr>
        <p:spPr>
          <a:xfrm>
            <a:off x="3641141" y="3081528"/>
            <a:ext cx="30175" cy="1920240"/>
          </a:xfrm>
          <a:prstGeom prst="rect">
            <a:avLst/>
          </a:prstGeom>
          <a:solidFill>
            <a:srgbClr val="96C182">
              <a:alpha val="12000"/>
            </a:srgbClr>
          </a:solidFill>
          <a:ln/>
        </p:spPr>
      </p:sp>
      <p:sp>
        <p:nvSpPr>
          <p:cNvPr id="134" name="Shape 132"/>
          <p:cNvSpPr/>
          <p:nvPr/>
        </p:nvSpPr>
        <p:spPr>
          <a:xfrm>
            <a:off x="2388413" y="3845966"/>
            <a:ext cx="30175" cy="1920240"/>
          </a:xfrm>
          <a:prstGeom prst="rect">
            <a:avLst/>
          </a:prstGeom>
          <a:solidFill>
            <a:srgbClr val="96C182">
              <a:alpha val="12000"/>
            </a:srgbClr>
          </a:solidFill>
          <a:ln/>
        </p:spPr>
      </p:sp>
      <p:sp>
        <p:nvSpPr>
          <p:cNvPr id="135" name="Shape 133"/>
          <p:cNvSpPr/>
          <p:nvPr/>
        </p:nvSpPr>
        <p:spPr>
          <a:xfrm>
            <a:off x="2107692" y="3878885"/>
            <a:ext cx="30175" cy="1920240"/>
          </a:xfrm>
          <a:prstGeom prst="rect">
            <a:avLst/>
          </a:prstGeom>
          <a:solidFill>
            <a:srgbClr val="96C182">
              <a:alpha val="12000"/>
            </a:srgbClr>
          </a:solidFill>
          <a:ln/>
        </p:spPr>
      </p:sp>
      <p:sp>
        <p:nvSpPr>
          <p:cNvPr id="136" name="Shape 134"/>
          <p:cNvSpPr/>
          <p:nvPr/>
        </p:nvSpPr>
        <p:spPr>
          <a:xfrm>
            <a:off x="1907438" y="4237330"/>
            <a:ext cx="30175" cy="1920240"/>
          </a:xfrm>
          <a:prstGeom prst="rect">
            <a:avLst/>
          </a:prstGeom>
          <a:solidFill>
            <a:srgbClr val="96C182">
              <a:alpha val="12000"/>
            </a:srgbClr>
          </a:solidFill>
          <a:ln/>
        </p:spPr>
      </p:sp>
      <p:sp>
        <p:nvSpPr>
          <p:cNvPr id="137" name="Shape 135"/>
          <p:cNvSpPr/>
          <p:nvPr/>
        </p:nvSpPr>
        <p:spPr>
          <a:xfrm>
            <a:off x="3954780" y="4073652"/>
            <a:ext cx="30175" cy="1920240"/>
          </a:xfrm>
          <a:prstGeom prst="rect">
            <a:avLst/>
          </a:prstGeom>
          <a:solidFill>
            <a:srgbClr val="96C182">
              <a:alpha val="12000"/>
            </a:srgbClr>
          </a:solidFill>
          <a:ln/>
        </p:spPr>
      </p:sp>
      <p:sp>
        <p:nvSpPr>
          <p:cNvPr id="138" name="Shape 136"/>
          <p:cNvSpPr/>
          <p:nvPr/>
        </p:nvSpPr>
        <p:spPr>
          <a:xfrm>
            <a:off x="1458468" y="3824935"/>
            <a:ext cx="30175" cy="1920240"/>
          </a:xfrm>
          <a:prstGeom prst="rect">
            <a:avLst/>
          </a:prstGeom>
          <a:solidFill>
            <a:srgbClr val="96C182">
              <a:alpha val="12000"/>
            </a:srgbClr>
          </a:solidFill>
          <a:ln/>
        </p:spPr>
      </p:sp>
      <p:sp>
        <p:nvSpPr>
          <p:cNvPr id="141" name="Shape 139"/>
          <p:cNvSpPr/>
          <p:nvPr/>
        </p:nvSpPr>
        <p:spPr>
          <a:xfrm rot="20700000">
            <a:off x="3959352" y="2670048"/>
            <a:ext cx="402336" cy="91440"/>
          </a:xfrm>
          <a:prstGeom prst="rect">
            <a:avLst/>
          </a:prstGeom>
          <a:solidFill>
            <a:srgbClr val="1D1D1D"/>
          </a:solidFill>
          <a:ln/>
        </p:spPr>
      </p:sp>
      <p:sp>
        <p:nvSpPr>
          <p:cNvPr id="142" name="Shape 140"/>
          <p:cNvSpPr/>
          <p:nvPr/>
        </p:nvSpPr>
        <p:spPr>
          <a:xfrm rot="20700000">
            <a:off x="1389888" y="3246120"/>
            <a:ext cx="402336" cy="91440"/>
          </a:xfrm>
          <a:prstGeom prst="rect">
            <a:avLst/>
          </a:prstGeom>
          <a:solidFill>
            <a:srgbClr val="1D1D1D"/>
          </a:solidFill>
          <a:ln/>
        </p:spPr>
      </p:sp>
      <p:sp>
        <p:nvSpPr>
          <p:cNvPr id="143" name="Shape 141"/>
          <p:cNvSpPr/>
          <p:nvPr/>
        </p:nvSpPr>
        <p:spPr>
          <a:xfrm rot="20700000">
            <a:off x="3959352" y="3172968"/>
            <a:ext cx="402336" cy="91440"/>
          </a:xfrm>
          <a:prstGeom prst="rect">
            <a:avLst/>
          </a:prstGeom>
          <a:solidFill>
            <a:srgbClr val="1D1D1D"/>
          </a:solidFill>
          <a:ln/>
        </p:spPr>
      </p:sp>
      <p:sp>
        <p:nvSpPr>
          <p:cNvPr id="144" name="Shape 142"/>
          <p:cNvSpPr/>
          <p:nvPr/>
        </p:nvSpPr>
        <p:spPr>
          <a:xfrm rot="20700000">
            <a:off x="1389888" y="3749040"/>
            <a:ext cx="402336" cy="91440"/>
          </a:xfrm>
          <a:prstGeom prst="rect">
            <a:avLst/>
          </a:prstGeom>
          <a:solidFill>
            <a:srgbClr val="1D1D1D"/>
          </a:solidFill>
          <a:ln/>
        </p:spPr>
      </p:sp>
      <p:sp>
        <p:nvSpPr>
          <p:cNvPr id="145" name="Shape 143"/>
          <p:cNvSpPr/>
          <p:nvPr/>
        </p:nvSpPr>
        <p:spPr>
          <a:xfrm rot="20700000">
            <a:off x="3959352" y="3675888"/>
            <a:ext cx="402336" cy="91440"/>
          </a:xfrm>
          <a:prstGeom prst="rect">
            <a:avLst/>
          </a:prstGeom>
          <a:solidFill>
            <a:srgbClr val="1D1D1D"/>
          </a:solidFill>
          <a:ln/>
        </p:spPr>
      </p:sp>
      <p:sp>
        <p:nvSpPr>
          <p:cNvPr id="146" name="Shape 144"/>
          <p:cNvSpPr/>
          <p:nvPr/>
        </p:nvSpPr>
        <p:spPr>
          <a:xfrm rot="20700000">
            <a:off x="1389888" y="4251960"/>
            <a:ext cx="402336" cy="91440"/>
          </a:xfrm>
          <a:prstGeom prst="rect">
            <a:avLst/>
          </a:prstGeom>
          <a:solidFill>
            <a:srgbClr val="1D1D1D"/>
          </a:solidFill>
          <a:ln/>
        </p:spPr>
      </p:sp>
      <p:sp>
        <p:nvSpPr>
          <p:cNvPr id="147" name="Shape 145"/>
          <p:cNvSpPr/>
          <p:nvPr/>
        </p:nvSpPr>
        <p:spPr>
          <a:xfrm rot="20700000">
            <a:off x="1572768" y="1947672"/>
            <a:ext cx="2441448" cy="2761488"/>
          </a:xfrm>
          <a:prstGeom prst="roundRect">
            <a:avLst>
              <a:gd name="adj" fmla="val 10487"/>
            </a:avLst>
          </a:prstGeom>
          <a:solidFill>
            <a:srgbClr val="FFFFFF">
              <a:alpha val="40000"/>
            </a:srgbClr>
          </a:solidFill>
          <a:ln/>
        </p:spPr>
      </p:sp>
      <p:sp>
        <p:nvSpPr>
          <p:cNvPr id="148" name="Shape 146"/>
          <p:cNvSpPr/>
          <p:nvPr/>
        </p:nvSpPr>
        <p:spPr>
          <a:xfrm rot="20700000">
            <a:off x="1645920" y="2002536"/>
            <a:ext cx="2313432" cy="2615184"/>
          </a:xfrm>
          <a:prstGeom prst="roundRect">
            <a:avLst>
              <a:gd name="adj" fmla="val 9486"/>
            </a:avLst>
          </a:prstGeom>
          <a:solidFill>
            <a:srgbClr val="CFE313"/>
          </a:solidFill>
          <a:ln/>
        </p:spPr>
      </p:sp>
      <p:sp>
        <p:nvSpPr>
          <p:cNvPr id="149" name="Shape 147"/>
          <p:cNvSpPr/>
          <p:nvPr/>
        </p:nvSpPr>
        <p:spPr>
          <a:xfrm rot="20700000">
            <a:off x="1628727" y="2022312"/>
            <a:ext cx="2180410" cy="2464811"/>
          </a:xfrm>
          <a:prstGeom prst="roundRect">
            <a:avLst>
              <a:gd name="adj" fmla="val 10065"/>
            </a:avLst>
          </a:prstGeom>
          <a:solidFill>
            <a:srgbClr val="C4DA16"/>
          </a:solidFill>
          <a:ln/>
        </p:spPr>
      </p:sp>
      <p:sp>
        <p:nvSpPr>
          <p:cNvPr id="150" name="Shape 148"/>
          <p:cNvSpPr/>
          <p:nvPr/>
        </p:nvSpPr>
        <p:spPr>
          <a:xfrm rot="20700000">
            <a:off x="1611533" y="2042089"/>
            <a:ext cx="2047387" cy="2314438"/>
          </a:xfrm>
          <a:prstGeom prst="roundRect">
            <a:avLst>
              <a:gd name="adj" fmla="val 10719"/>
            </a:avLst>
          </a:prstGeom>
          <a:solidFill>
            <a:srgbClr val="B9D118"/>
          </a:solidFill>
          <a:ln/>
        </p:spPr>
      </p:sp>
      <p:sp>
        <p:nvSpPr>
          <p:cNvPr id="151" name="Shape 149"/>
          <p:cNvSpPr/>
          <p:nvPr/>
        </p:nvSpPr>
        <p:spPr>
          <a:xfrm rot="20700000">
            <a:off x="1594340" y="2061865"/>
            <a:ext cx="1914365" cy="2164065"/>
          </a:xfrm>
          <a:prstGeom prst="roundRect">
            <a:avLst>
              <a:gd name="adj" fmla="val 11464"/>
            </a:avLst>
          </a:prstGeom>
          <a:solidFill>
            <a:srgbClr val="AEC81B"/>
          </a:solidFill>
          <a:ln/>
        </p:spPr>
      </p:sp>
      <p:sp>
        <p:nvSpPr>
          <p:cNvPr id="152" name="Shape 150"/>
          <p:cNvSpPr/>
          <p:nvPr/>
        </p:nvSpPr>
        <p:spPr>
          <a:xfrm rot="20700000">
            <a:off x="1577146" y="2081641"/>
            <a:ext cx="1781343" cy="2013692"/>
          </a:xfrm>
          <a:prstGeom prst="roundRect">
            <a:avLst>
              <a:gd name="adj" fmla="val 12320"/>
            </a:avLst>
          </a:prstGeom>
          <a:solidFill>
            <a:srgbClr val="A4BF1E"/>
          </a:solidFill>
          <a:ln/>
        </p:spPr>
      </p:sp>
      <p:sp>
        <p:nvSpPr>
          <p:cNvPr id="153" name="Shape 151"/>
          <p:cNvSpPr/>
          <p:nvPr/>
        </p:nvSpPr>
        <p:spPr>
          <a:xfrm rot="20700000">
            <a:off x="1559953" y="2101417"/>
            <a:ext cx="1648320" cy="1863319"/>
          </a:xfrm>
          <a:prstGeom prst="roundRect">
            <a:avLst>
              <a:gd name="adj" fmla="val 13314"/>
            </a:avLst>
          </a:prstGeom>
          <a:solidFill>
            <a:srgbClr val="99B621"/>
          </a:solidFill>
          <a:ln/>
        </p:spPr>
      </p:sp>
      <p:sp>
        <p:nvSpPr>
          <p:cNvPr id="154" name="Shape 152"/>
          <p:cNvSpPr/>
          <p:nvPr/>
        </p:nvSpPr>
        <p:spPr>
          <a:xfrm rot="20700000">
            <a:off x="1542760" y="2121194"/>
            <a:ext cx="1515298" cy="1712946"/>
          </a:xfrm>
          <a:prstGeom prst="roundRect">
            <a:avLst>
              <a:gd name="adj" fmla="val 14483"/>
            </a:avLst>
          </a:prstGeom>
          <a:solidFill>
            <a:srgbClr val="8EAD23"/>
          </a:solidFill>
          <a:ln/>
        </p:spPr>
      </p:sp>
      <p:sp>
        <p:nvSpPr>
          <p:cNvPr id="155" name="Shape 153"/>
          <p:cNvSpPr/>
          <p:nvPr/>
        </p:nvSpPr>
        <p:spPr>
          <a:xfrm rot="20700000">
            <a:off x="1525566" y="2140970"/>
            <a:ext cx="1382276" cy="1562572"/>
          </a:xfrm>
          <a:prstGeom prst="roundRect">
            <a:avLst>
              <a:gd name="adj" fmla="val 15876"/>
            </a:avLst>
          </a:prstGeom>
          <a:solidFill>
            <a:srgbClr val="83A426"/>
          </a:solidFill>
          <a:ln/>
        </p:spPr>
      </p:sp>
      <p:sp>
        <p:nvSpPr>
          <p:cNvPr id="156" name="Shape 154"/>
          <p:cNvSpPr/>
          <p:nvPr/>
        </p:nvSpPr>
        <p:spPr>
          <a:xfrm rot="20700000">
            <a:off x="1508373" y="2160746"/>
            <a:ext cx="1249253" cy="1412199"/>
          </a:xfrm>
          <a:prstGeom prst="roundRect">
            <a:avLst>
              <a:gd name="adj" fmla="val 17567"/>
            </a:avLst>
          </a:prstGeom>
          <a:solidFill>
            <a:srgbClr val="789B29"/>
          </a:solidFill>
          <a:ln/>
        </p:spPr>
      </p:sp>
      <p:sp>
        <p:nvSpPr>
          <p:cNvPr id="157" name="Shape 155"/>
          <p:cNvSpPr/>
          <p:nvPr/>
        </p:nvSpPr>
        <p:spPr>
          <a:xfrm rot="20700000">
            <a:off x="1491179" y="2180522"/>
            <a:ext cx="1116231" cy="1261826"/>
          </a:xfrm>
          <a:prstGeom prst="roundRect">
            <a:avLst>
              <a:gd name="adj" fmla="val 19660"/>
            </a:avLst>
          </a:prstGeom>
          <a:solidFill>
            <a:srgbClr val="6D922C"/>
          </a:solidFill>
          <a:ln/>
        </p:spPr>
      </p:sp>
      <p:sp>
        <p:nvSpPr>
          <p:cNvPr id="158" name="Shape 156"/>
          <p:cNvSpPr/>
          <p:nvPr/>
        </p:nvSpPr>
        <p:spPr>
          <a:xfrm rot="20700000">
            <a:off x="1473986" y="2200299"/>
            <a:ext cx="983209" cy="1111453"/>
          </a:xfrm>
          <a:prstGeom prst="roundRect">
            <a:avLst>
              <a:gd name="adj" fmla="val 22320"/>
            </a:avLst>
          </a:prstGeom>
          <a:solidFill>
            <a:srgbClr val="62892E"/>
          </a:solidFill>
          <a:ln/>
        </p:spPr>
      </p:sp>
      <p:sp>
        <p:nvSpPr>
          <p:cNvPr id="159" name="Shape 157"/>
          <p:cNvSpPr/>
          <p:nvPr/>
        </p:nvSpPr>
        <p:spPr>
          <a:xfrm rot="20700000">
            <a:off x="1456793" y="2220075"/>
            <a:ext cx="850186" cy="961080"/>
          </a:xfrm>
          <a:prstGeom prst="roundRect">
            <a:avLst>
              <a:gd name="adj" fmla="val 25813"/>
            </a:avLst>
          </a:prstGeom>
          <a:solidFill>
            <a:srgbClr val="578031"/>
          </a:solidFill>
          <a:ln/>
        </p:spPr>
      </p:sp>
      <p:sp>
        <p:nvSpPr>
          <p:cNvPr id="160" name="Shape 158"/>
          <p:cNvSpPr/>
          <p:nvPr/>
        </p:nvSpPr>
        <p:spPr>
          <a:xfrm rot="20700000">
            <a:off x="1439599" y="2239851"/>
            <a:ext cx="717164" cy="810707"/>
          </a:xfrm>
          <a:prstGeom prst="roundRect">
            <a:avLst>
              <a:gd name="adj" fmla="val 30601"/>
            </a:avLst>
          </a:prstGeom>
          <a:solidFill>
            <a:srgbClr val="4D7734"/>
          </a:solidFill>
          <a:ln/>
        </p:spPr>
      </p:sp>
      <p:sp>
        <p:nvSpPr>
          <p:cNvPr id="161" name="Shape 159"/>
          <p:cNvSpPr/>
          <p:nvPr/>
        </p:nvSpPr>
        <p:spPr>
          <a:xfrm rot="20700000">
            <a:off x="1422406" y="2259628"/>
            <a:ext cx="584142" cy="660334"/>
          </a:xfrm>
          <a:prstGeom prst="roundRect">
            <a:avLst>
              <a:gd name="adj" fmla="val 37569"/>
            </a:avLst>
          </a:prstGeom>
          <a:solidFill>
            <a:srgbClr val="426E37"/>
          </a:solidFill>
          <a:ln/>
        </p:spPr>
      </p:sp>
      <p:sp>
        <p:nvSpPr>
          <p:cNvPr id="162" name="Shape 160"/>
          <p:cNvSpPr/>
          <p:nvPr/>
        </p:nvSpPr>
        <p:spPr>
          <a:xfrm rot="20700000">
            <a:off x="1405212" y="2279404"/>
            <a:ext cx="451119" cy="509961"/>
          </a:xfrm>
          <a:prstGeom prst="roundRect">
            <a:avLst>
              <a:gd name="adj" fmla="val 48647"/>
            </a:avLst>
          </a:prstGeom>
          <a:solidFill>
            <a:srgbClr val="376539"/>
          </a:solidFill>
          <a:ln/>
        </p:spPr>
      </p:sp>
      <p:sp>
        <p:nvSpPr>
          <p:cNvPr id="163" name="Shape 161"/>
          <p:cNvSpPr/>
          <p:nvPr/>
        </p:nvSpPr>
        <p:spPr>
          <a:xfrm rot="20700000">
            <a:off x="1388019" y="2299180"/>
            <a:ext cx="318097" cy="359588"/>
          </a:xfrm>
          <a:prstGeom prst="roundRect">
            <a:avLst>
              <a:gd name="adj" fmla="val 68990"/>
            </a:avLst>
          </a:prstGeom>
          <a:solidFill>
            <a:srgbClr val="2C5C3C"/>
          </a:solidFill>
          <a:ln/>
        </p:spPr>
      </p:sp>
      <p:sp>
        <p:nvSpPr>
          <p:cNvPr id="164" name="Shape 162"/>
          <p:cNvSpPr/>
          <p:nvPr/>
        </p:nvSpPr>
        <p:spPr>
          <a:xfrm rot="20700000">
            <a:off x="1755648" y="2121408"/>
            <a:ext cx="2093976" cy="2377440"/>
          </a:xfrm>
          <a:prstGeom prst="roundRect">
            <a:avLst>
              <a:gd name="adj" fmla="val 8734"/>
            </a:avLst>
          </a:prstGeom>
          <a:ln w="6350">
            <a:solidFill>
              <a:srgbClr val="96C182">
                <a:alpha val="60000"/>
              </a:srgbClr>
            </a:solidFill>
            <a:prstDash val="solid"/>
          </a:ln>
        </p:spPr>
      </p:sp>
      <p:sp>
        <p:nvSpPr>
          <p:cNvPr id="165" name="Text 163"/>
          <p:cNvSpPr/>
          <p:nvPr/>
        </p:nvSpPr>
        <p:spPr>
          <a:xfrm rot="20700000">
            <a:off x="1892808" y="2834640"/>
            <a:ext cx="1691640" cy="1097280"/>
          </a:xfrm>
          <a:prstGeom prst="rect">
            <a:avLst/>
          </a:prstGeom>
          <a:noFill/>
          <a:ln/>
        </p:spPr>
        <p:txBody>
          <a:bodyPr wrap="square" rtlCol="0" anchor="t"/>
          <a:lstStyle/>
          <a:p>
            <a:pPr algn="ctr" indent="0" marL="0">
              <a:buNone/>
            </a:pPr>
            <a:r>
              <a:rPr lang="en-US" sz="4600" b="1" dirty="0">
                <a:solidFill>
                  <a:srgbClr val="A9C022"/>
                </a:solidFill>
                <a:latin typeface="Manrope" pitchFamily="34" charset="0"/>
                <a:ea typeface="Manrope" pitchFamily="34" charset="-122"/>
                <a:cs typeface="Manrope" pitchFamily="34" charset="-120"/>
              </a:rPr>
              <a:t>MCP</a:t>
            </a:r>
            <a:endParaRPr lang="en-US" sz="6600" dirty="0"/>
          </a:p>
        </p:txBody>
      </p:sp>
      <p:sp>
        <p:nvSpPr>
          <p:cNvPr id="166" name="Shape 164"/>
          <p:cNvSpPr/>
          <p:nvPr/>
        </p:nvSpPr>
        <p:spPr>
          <a:xfrm>
            <a:off x="4361688" y="4096512"/>
            <a:ext cx="201168" cy="201168"/>
          </a:xfrm>
          <a:prstGeom prst="ellipse">
            <a:avLst/>
          </a:prstGeom>
          <a:solidFill>
            <a:srgbClr val="FFFFFF">
              <a:alpha val="70000"/>
            </a:srgbClr>
          </a:solidFill>
          <a:ln/>
        </p:spPr>
      </p:sp>
      <p:sp>
        <p:nvSpPr>
          <p:cNvPr id="2001" name="g1 shape 2001"/>
          <p:cNvSpPr/>
          <p:nvPr/>
        </p:nvSpPr>
        <p:spPr>
          <a:xfrm>
            <a:off x="6217920" y="3383280"/>
            <a:ext cx="1645920" cy="1234440"/>
          </a:xfrm>
          <a:prstGeom prst="roundRect">
            <a:avLst/>
          </a:prstGeom>
          <a:solidFill>
            <a:srgbClr val="2B2B2B"/>
          </a:solidFill>
          <a:ln w="12700">
            <a:solidFill>
              <a:srgbClr val="4D4D4D"/>
            </a:solidFill>
          </a:ln>
        </p:spPr>
      </p:sp>
      <p:sp>
        <p:nvSpPr>
          <p:cNvPr id="2002" name="g1 text 2002"/>
          <p:cNvSpPr txBox="1"/>
          <p:nvPr/>
        </p:nvSpPr>
        <p:spPr>
          <a:xfrm>
            <a:off x="6355080" y="3520440"/>
            <a:ext cx="1371600" cy="320040"/>
          </a:xfrm>
          <a:prstGeom prst="rect">
            <a:avLst/>
          </a:prstGeom>
          <a:noFill/>
        </p:spPr>
        <p:txBody>
          <a:bodyPr wrap="square" lIns="0" tIns="0" rIns="0" bIns="0" anchor="t">
            <a:noAutofit/>
          </a:bodyPr>
          <a:lstStyle/>
          <a:p>
            <a:pPr algn="l">
              <a:lnSpc>
                <a:spcPct val="100000"/>
              </a:lnSpc>
              <a:buNone/>
            </a:pPr>
            <a:r>
              <a:rPr lang="en-US" sz="1600" b="1" dirty="0">
                <a:solidFill>
                  <a:srgbClr val="FCFF9B"/>
                </a:solidFill>
                <a:latin typeface="Manrope"/>
                <a:ea typeface="Manrope"/>
                <a:cs typeface="Manrope"/>
              </a:rPr>
              <a:t>Host</a:t>
            </a:r>
          </a:p>
        </p:txBody>
      </p:sp>
      <p:sp>
        <p:nvSpPr>
          <p:cNvPr id="2003" name="g1 text 2003"/>
          <p:cNvSpPr txBox="1"/>
          <p:nvPr/>
        </p:nvSpPr>
        <p:spPr>
          <a:xfrm>
            <a:off x="6355080" y="3886200"/>
            <a:ext cx="1371600" cy="685800"/>
          </a:xfrm>
          <a:prstGeom prst="rect">
            <a:avLst/>
          </a:prstGeom>
          <a:noFill/>
        </p:spPr>
        <p:txBody>
          <a:bodyPr wrap="square" lIns="0" tIns="0" rIns="0" bIns="0" anchor="t">
            <a:noAutofit/>
          </a:bodyPr>
          <a:lstStyle/>
          <a:p>
            <a:pPr algn="l">
              <a:lnSpc>
                <a:spcPct val="100000"/>
              </a:lnSpc>
              <a:buNone/>
            </a:pPr>
            <a:r>
              <a:rPr lang="en-US" sz="1200" b="0" dirty="0">
                <a:solidFill>
                  <a:srgbClr val="FFFFFF"/>
                </a:solidFill>
                <a:latin typeface="Manrope"/>
                <a:ea typeface="Manrope"/>
                <a:cs typeface="Manrope"/>
              </a:rPr>
              <a:t>The AI app, e.g. Claude Desktop or VS Code</a:t>
            </a:r>
          </a:p>
        </p:txBody>
      </p:sp>
      <p:sp>
        <p:nvSpPr>
          <p:cNvPr id="2004" name="g1 shape 2004"/>
          <p:cNvSpPr/>
          <p:nvPr/>
        </p:nvSpPr>
        <p:spPr>
          <a:xfrm>
            <a:off x="7909560" y="3904488"/>
            <a:ext cx="201168" cy="201168"/>
          </a:xfrm>
          <a:prstGeom prst="rightArrow">
            <a:avLst/>
          </a:prstGeom>
          <a:solidFill>
            <a:srgbClr val="D5E6CD"/>
          </a:solidFill>
          <a:ln>
            <a:noFill/>
          </a:ln>
        </p:spPr>
      </p:sp>
      <p:sp>
        <p:nvSpPr>
          <p:cNvPr id="2005" name="g1 shape 2005"/>
          <p:cNvSpPr/>
          <p:nvPr/>
        </p:nvSpPr>
        <p:spPr>
          <a:xfrm>
            <a:off x="8156448" y="3383280"/>
            <a:ext cx="1645920" cy="1234440"/>
          </a:xfrm>
          <a:prstGeom prst="roundRect">
            <a:avLst/>
          </a:prstGeom>
          <a:solidFill>
            <a:srgbClr val="2B2B2B"/>
          </a:solidFill>
          <a:ln w="12700">
            <a:solidFill>
              <a:srgbClr val="4D4D4D"/>
            </a:solidFill>
          </a:ln>
        </p:spPr>
      </p:sp>
      <p:sp>
        <p:nvSpPr>
          <p:cNvPr id="2006" name="g1 text 2006"/>
          <p:cNvSpPr txBox="1"/>
          <p:nvPr/>
        </p:nvSpPr>
        <p:spPr>
          <a:xfrm>
            <a:off x="8293608" y="3520440"/>
            <a:ext cx="1371600" cy="320040"/>
          </a:xfrm>
          <a:prstGeom prst="rect">
            <a:avLst/>
          </a:prstGeom>
          <a:noFill/>
        </p:spPr>
        <p:txBody>
          <a:bodyPr wrap="square" lIns="0" tIns="0" rIns="0" bIns="0" anchor="t">
            <a:noAutofit/>
          </a:bodyPr>
          <a:lstStyle/>
          <a:p>
            <a:pPr algn="l">
              <a:lnSpc>
                <a:spcPct val="100000"/>
              </a:lnSpc>
              <a:buNone/>
            </a:pPr>
            <a:r>
              <a:rPr lang="en-US" sz="1600" b="1" dirty="0">
                <a:solidFill>
                  <a:srgbClr val="FCFF9B"/>
                </a:solidFill>
                <a:latin typeface="Manrope"/>
                <a:ea typeface="Manrope"/>
                <a:cs typeface="Manrope"/>
              </a:rPr>
              <a:t>MCP client</a:t>
            </a:r>
          </a:p>
        </p:txBody>
      </p:sp>
      <p:sp>
        <p:nvSpPr>
          <p:cNvPr id="2007" name="g1 text 2007"/>
          <p:cNvSpPr txBox="1"/>
          <p:nvPr/>
        </p:nvSpPr>
        <p:spPr>
          <a:xfrm>
            <a:off x="8293608" y="3886200"/>
            <a:ext cx="1371600" cy="685800"/>
          </a:xfrm>
          <a:prstGeom prst="rect">
            <a:avLst/>
          </a:prstGeom>
          <a:noFill/>
        </p:spPr>
        <p:txBody>
          <a:bodyPr wrap="square" lIns="0" tIns="0" rIns="0" bIns="0" anchor="t">
            <a:noAutofit/>
          </a:bodyPr>
          <a:lstStyle/>
          <a:p>
            <a:pPr algn="l">
              <a:lnSpc>
                <a:spcPct val="100000"/>
              </a:lnSpc>
              <a:buNone/>
            </a:pPr>
            <a:r>
              <a:rPr lang="en-US" sz="1200" b="0" dirty="0">
                <a:solidFill>
                  <a:srgbClr val="FFFFFF"/>
                </a:solidFill>
                <a:latin typeface="Manrope"/>
                <a:ea typeface="Manrope"/>
                <a:cs typeface="Manrope"/>
              </a:rPr>
              <a:t>One per server; keeps the connection</a:t>
            </a:r>
          </a:p>
        </p:txBody>
      </p:sp>
      <p:sp>
        <p:nvSpPr>
          <p:cNvPr id="2008" name="g1 shape 2008"/>
          <p:cNvSpPr/>
          <p:nvPr/>
        </p:nvSpPr>
        <p:spPr>
          <a:xfrm>
            <a:off x="9848088" y="3904488"/>
            <a:ext cx="201168" cy="201168"/>
          </a:xfrm>
          <a:prstGeom prst="rightArrow">
            <a:avLst/>
          </a:prstGeom>
          <a:solidFill>
            <a:srgbClr val="D5E6CD"/>
          </a:solidFill>
          <a:ln>
            <a:noFill/>
          </a:ln>
        </p:spPr>
      </p:sp>
      <p:sp>
        <p:nvSpPr>
          <p:cNvPr id="2009" name="g1 shape 2009"/>
          <p:cNvSpPr/>
          <p:nvPr/>
        </p:nvSpPr>
        <p:spPr>
          <a:xfrm>
            <a:off x="10094976" y="3383280"/>
            <a:ext cx="1645920" cy="1234440"/>
          </a:xfrm>
          <a:prstGeom prst="roundRect">
            <a:avLst/>
          </a:prstGeom>
          <a:solidFill>
            <a:srgbClr val="2B2B2B"/>
          </a:solidFill>
          <a:ln w="12700">
            <a:solidFill>
              <a:srgbClr val="4D4D4D"/>
            </a:solidFill>
          </a:ln>
        </p:spPr>
      </p:sp>
      <p:sp>
        <p:nvSpPr>
          <p:cNvPr id="2010" name="g1 text 2010"/>
          <p:cNvSpPr txBox="1"/>
          <p:nvPr/>
        </p:nvSpPr>
        <p:spPr>
          <a:xfrm>
            <a:off x="10232136" y="3520440"/>
            <a:ext cx="1371600" cy="320040"/>
          </a:xfrm>
          <a:prstGeom prst="rect">
            <a:avLst/>
          </a:prstGeom>
          <a:noFill/>
        </p:spPr>
        <p:txBody>
          <a:bodyPr wrap="square" lIns="0" tIns="0" rIns="0" bIns="0" anchor="t">
            <a:noAutofit/>
          </a:bodyPr>
          <a:lstStyle/>
          <a:p>
            <a:pPr algn="l">
              <a:lnSpc>
                <a:spcPct val="100000"/>
              </a:lnSpc>
              <a:buNone/>
            </a:pPr>
            <a:r>
              <a:rPr lang="en-US" sz="1600" b="1" dirty="0">
                <a:solidFill>
                  <a:srgbClr val="FCFF9B"/>
                </a:solidFill>
                <a:latin typeface="Manrope"/>
                <a:ea typeface="Manrope"/>
                <a:cs typeface="Manrope"/>
              </a:rPr>
              <a:t>MCP server</a:t>
            </a:r>
          </a:p>
        </p:txBody>
      </p:sp>
      <p:sp>
        <p:nvSpPr>
          <p:cNvPr id="2011" name="g1 text 2011"/>
          <p:cNvSpPr txBox="1"/>
          <p:nvPr/>
        </p:nvSpPr>
        <p:spPr>
          <a:xfrm>
            <a:off x="10232136" y="3886200"/>
            <a:ext cx="1371600" cy="685800"/>
          </a:xfrm>
          <a:prstGeom prst="rect">
            <a:avLst/>
          </a:prstGeom>
          <a:noFill/>
        </p:spPr>
        <p:txBody>
          <a:bodyPr wrap="square" lIns="0" tIns="0" rIns="0" bIns="0" anchor="t">
            <a:noAutofit/>
          </a:bodyPr>
          <a:lstStyle/>
          <a:p>
            <a:pPr algn="l">
              <a:lnSpc>
                <a:spcPct val="100000"/>
              </a:lnSpc>
              <a:buNone/>
            </a:pPr>
            <a:r>
              <a:rPr lang="en-US" sz="1200" b="0" dirty="0">
                <a:solidFill>
                  <a:srgbClr val="FFFFFF"/>
                </a:solidFill>
                <a:latin typeface="Manrope"/>
                <a:ea typeface="Manrope"/>
                <a:cs typeface="Manrope"/>
              </a:rPr>
              <a:t>A program that provides context</a:t>
            </a:r>
          </a:p>
        </p:txBody>
      </p:sp>
      <p:sp>
        <p:nvSpPr>
          <p:cNvPr id="2012" name="g1 text 2012"/>
          <p:cNvSpPr txBox="1"/>
          <p:nvPr/>
        </p:nvSpPr>
        <p:spPr>
          <a:xfrm>
            <a:off x="6217920" y="4754880"/>
            <a:ext cx="5577840" cy="320040"/>
          </a:xfrm>
          <a:prstGeom prst="rect">
            <a:avLst/>
          </a:prstGeom>
          <a:noFill/>
        </p:spPr>
        <p:txBody>
          <a:bodyPr wrap="square" lIns="0" tIns="0" rIns="0" bIns="0" anchor="t">
            <a:noAutofit/>
          </a:bodyPr>
          <a:lstStyle/>
          <a:p>
            <a:pPr algn="l">
              <a:lnSpc>
                <a:spcPct val="100000"/>
              </a:lnSpc>
              <a:buNone/>
            </a:pPr>
            <a:r>
              <a:rPr lang="en-US" sz="1300" b="1" dirty="0">
                <a:solidFill>
                  <a:srgbClr val="D5E6CD"/>
                </a:solidFill>
                <a:latin typeface="Manrope"/>
                <a:ea typeface="Manrope"/>
                <a:cs typeface="Manrope"/>
              </a:rPr>
              <a:t>Transports: </a:t>
            </a:r>
            <a:r>
              <a:rPr lang="en-US" sz="1300" b="0" dirty="0">
                <a:solidFill>
                  <a:srgbClr val="FFFFFF"/>
                </a:solidFill>
                <a:latin typeface="Manrope"/>
                <a:ea typeface="Manrope"/>
                <a:cs typeface="Manrope"/>
              </a:rPr>
              <a:t>STDIO for local servers, Streamable HTTP for remote ones.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4441"/>
          </a:solidFill>
          <a:ln/>
        </p:spPr>
      </p:sp>
      <p:sp>
        <p:nvSpPr>
          <p:cNvPr id="3" name="Shape 1"/>
          <p:cNvSpPr/>
          <p:nvPr/>
        </p:nvSpPr>
        <p:spPr>
          <a:xfrm>
            <a:off x="-21305520" y="-15179040"/>
            <a:ext cx="43525440" cy="43525440"/>
          </a:xfrm>
          <a:prstGeom prst="ellipse">
            <a:avLst/>
          </a:prstGeom>
          <a:solidFill>
            <a:srgbClr val="4B6041">
              <a:alpha val="5333"/>
            </a:srgbClr>
          </a:solidFill>
          <a:ln/>
        </p:spPr>
      </p:sp>
      <p:sp>
        <p:nvSpPr>
          <p:cNvPr id="4" name="Shape 2"/>
          <p:cNvSpPr/>
          <p:nvPr/>
        </p:nvSpPr>
        <p:spPr>
          <a:xfrm>
            <a:off x="-19293840" y="-13167360"/>
            <a:ext cx="39502080" cy="39502080"/>
          </a:xfrm>
          <a:prstGeom prst="ellipse">
            <a:avLst/>
          </a:prstGeom>
          <a:solidFill>
            <a:srgbClr val="4B6041">
              <a:alpha val="6000"/>
            </a:srgbClr>
          </a:solidFill>
          <a:ln/>
        </p:spPr>
      </p:sp>
      <p:sp>
        <p:nvSpPr>
          <p:cNvPr id="5" name="Shape 3"/>
          <p:cNvSpPr/>
          <p:nvPr/>
        </p:nvSpPr>
        <p:spPr>
          <a:xfrm>
            <a:off x="-17282160" y="-11155680"/>
            <a:ext cx="35478720" cy="35478720"/>
          </a:xfrm>
          <a:prstGeom prst="ellipse">
            <a:avLst/>
          </a:prstGeom>
          <a:solidFill>
            <a:srgbClr val="4B6041">
              <a:alpha val="6857"/>
            </a:srgbClr>
          </a:solidFill>
          <a:ln/>
        </p:spPr>
      </p:sp>
      <p:sp>
        <p:nvSpPr>
          <p:cNvPr id="6" name="Shape 4"/>
          <p:cNvSpPr/>
          <p:nvPr/>
        </p:nvSpPr>
        <p:spPr>
          <a:xfrm>
            <a:off x="-15270480" y="-9144000"/>
            <a:ext cx="31455360" cy="31455360"/>
          </a:xfrm>
          <a:prstGeom prst="ellipse">
            <a:avLst/>
          </a:prstGeom>
          <a:solidFill>
            <a:srgbClr val="4B6041">
              <a:alpha val="8000"/>
            </a:srgbClr>
          </a:solidFill>
          <a:ln/>
        </p:spPr>
      </p:sp>
      <p:sp>
        <p:nvSpPr>
          <p:cNvPr id="7" name="Shape 5"/>
          <p:cNvSpPr/>
          <p:nvPr/>
        </p:nvSpPr>
        <p:spPr>
          <a:xfrm>
            <a:off x="-13258800" y="-7132320"/>
            <a:ext cx="27432000" cy="27432000"/>
          </a:xfrm>
          <a:prstGeom prst="ellipse">
            <a:avLst/>
          </a:prstGeom>
          <a:solidFill>
            <a:srgbClr val="4B6041">
              <a:alpha val="9600"/>
            </a:srgbClr>
          </a:solidFill>
          <a:ln/>
        </p:spPr>
      </p:sp>
      <p:sp>
        <p:nvSpPr>
          <p:cNvPr id="8" name="Shape 6"/>
          <p:cNvSpPr/>
          <p:nvPr/>
        </p:nvSpPr>
        <p:spPr>
          <a:xfrm>
            <a:off x="-11247120" y="-5120640"/>
            <a:ext cx="23408640" cy="23408640"/>
          </a:xfrm>
          <a:prstGeom prst="ellipse">
            <a:avLst/>
          </a:prstGeom>
          <a:solidFill>
            <a:srgbClr val="4B6041">
              <a:alpha val="12000"/>
            </a:srgbClr>
          </a:solidFill>
          <a:ln/>
        </p:spPr>
      </p:sp>
      <p:sp>
        <p:nvSpPr>
          <p:cNvPr id="9" name="Shape 7"/>
          <p:cNvSpPr/>
          <p:nvPr/>
        </p:nvSpPr>
        <p:spPr>
          <a:xfrm>
            <a:off x="-9235440" y="-3108960"/>
            <a:ext cx="19385280" cy="19385280"/>
          </a:xfrm>
          <a:prstGeom prst="ellipse">
            <a:avLst/>
          </a:prstGeom>
          <a:solidFill>
            <a:srgbClr val="4B6041">
              <a:alpha val="16000"/>
            </a:srgbClr>
          </a:solidFill>
          <a:ln/>
        </p:spPr>
      </p:sp>
      <p:sp>
        <p:nvSpPr>
          <p:cNvPr id="10" name="Shape 8"/>
          <p:cNvSpPr/>
          <p:nvPr/>
        </p:nvSpPr>
        <p:spPr>
          <a:xfrm>
            <a:off x="-7223760" y="-1097280"/>
            <a:ext cx="15361920" cy="15361920"/>
          </a:xfrm>
          <a:prstGeom prst="ellipse">
            <a:avLst/>
          </a:prstGeom>
          <a:solidFill>
            <a:srgbClr val="4B6041">
              <a:alpha val="24000"/>
            </a:srgbClr>
          </a:solidFill>
          <a:ln/>
        </p:spPr>
      </p:sp>
      <p:sp>
        <p:nvSpPr>
          <p:cNvPr id="11" name="Shape 9"/>
          <p:cNvSpPr/>
          <p:nvPr/>
        </p:nvSpPr>
        <p:spPr>
          <a:xfrm>
            <a:off x="-5212080" y="914400"/>
            <a:ext cx="11338560" cy="11338560"/>
          </a:xfrm>
          <a:prstGeom prst="ellipse">
            <a:avLst/>
          </a:prstGeom>
          <a:solidFill>
            <a:srgbClr val="4B6041">
              <a:alpha val="48000"/>
            </a:srgbClr>
          </a:solidFill>
          <a:ln/>
        </p:spPr>
      </p:sp>
      <p:sp>
        <p:nvSpPr>
          <p:cNvPr id="14" name="Shape 12"/>
          <p:cNvSpPr/>
          <p:nvPr/>
        </p:nvSpPr>
        <p:spPr>
          <a:xfrm>
            <a:off x="0" y="873252"/>
            <a:ext cx="12191695" cy="0"/>
          </a:xfrm>
          <a:prstGeom prst="line">
            <a:avLst/>
          </a:prstGeom>
          <a:noFill/>
          <a:ln w="2540">
            <a:solidFill>
              <a:srgbClr val="D0CFCF">
                <a:alpha val="60000"/>
              </a:srgbClr>
            </a:solidFill>
            <a:prstDash val="solid"/>
          </a:ln>
        </p:spPr>
      </p:sp>
      <p:sp>
        <p:nvSpPr>
          <p:cNvPr id="17" name="Shape 15"/>
          <p:cNvSpPr/>
          <p:nvPr/>
        </p:nvSpPr>
        <p:spPr>
          <a:xfrm>
            <a:off x="7651699" y="2708453"/>
            <a:ext cx="803758" cy="849706"/>
          </a:xfrm>
          <a:prstGeom prst="rect">
            <a:avLst/>
          </a:prstGeom>
          <a:solidFill>
            <a:srgbClr val="FFFFFF">
              <a:alpha val="688"/>
            </a:srgbClr>
          </a:solidFill>
          <a:ln/>
        </p:spPr>
      </p:sp>
      <p:sp>
        <p:nvSpPr>
          <p:cNvPr id="18" name="Shape 16"/>
          <p:cNvSpPr/>
          <p:nvPr/>
        </p:nvSpPr>
        <p:spPr>
          <a:xfrm>
            <a:off x="7651699" y="3549015"/>
            <a:ext cx="803758" cy="849706"/>
          </a:xfrm>
          <a:prstGeom prst="rect">
            <a:avLst/>
          </a:prstGeom>
          <a:solidFill>
            <a:srgbClr val="FFFFFF">
              <a:alpha val="1375"/>
            </a:srgbClr>
          </a:solidFill>
          <a:ln/>
        </p:spPr>
      </p:sp>
      <p:sp>
        <p:nvSpPr>
          <p:cNvPr id="19" name="Shape 17"/>
          <p:cNvSpPr/>
          <p:nvPr/>
        </p:nvSpPr>
        <p:spPr>
          <a:xfrm>
            <a:off x="7651699" y="4389577"/>
            <a:ext cx="803758" cy="849706"/>
          </a:xfrm>
          <a:prstGeom prst="rect">
            <a:avLst/>
          </a:prstGeom>
          <a:solidFill>
            <a:srgbClr val="FFFFFF">
              <a:alpha val="2063"/>
            </a:srgbClr>
          </a:solidFill>
          <a:ln/>
        </p:spPr>
      </p:sp>
      <p:sp>
        <p:nvSpPr>
          <p:cNvPr id="20" name="Shape 18"/>
          <p:cNvSpPr/>
          <p:nvPr/>
        </p:nvSpPr>
        <p:spPr>
          <a:xfrm>
            <a:off x="7651699" y="5230139"/>
            <a:ext cx="803758" cy="849706"/>
          </a:xfrm>
          <a:prstGeom prst="rect">
            <a:avLst/>
          </a:prstGeom>
          <a:solidFill>
            <a:srgbClr val="FFFFFF">
              <a:alpha val="2750"/>
            </a:srgbClr>
          </a:solidFill>
          <a:ln/>
        </p:spPr>
      </p:sp>
      <p:sp>
        <p:nvSpPr>
          <p:cNvPr id="21" name="Shape 19"/>
          <p:cNvSpPr/>
          <p:nvPr/>
        </p:nvSpPr>
        <p:spPr>
          <a:xfrm>
            <a:off x="7651699" y="6070702"/>
            <a:ext cx="803758" cy="849706"/>
          </a:xfrm>
          <a:prstGeom prst="rect">
            <a:avLst/>
          </a:prstGeom>
          <a:solidFill>
            <a:srgbClr val="FFFFFF">
              <a:alpha val="3438"/>
            </a:srgbClr>
          </a:solidFill>
          <a:ln/>
        </p:spPr>
      </p:sp>
      <p:sp>
        <p:nvSpPr>
          <p:cNvPr id="22" name="Shape 20"/>
          <p:cNvSpPr/>
          <p:nvPr/>
        </p:nvSpPr>
        <p:spPr>
          <a:xfrm>
            <a:off x="7651699" y="6911264"/>
            <a:ext cx="803758" cy="849706"/>
          </a:xfrm>
          <a:prstGeom prst="rect">
            <a:avLst/>
          </a:prstGeom>
          <a:solidFill>
            <a:srgbClr val="FFFFFF">
              <a:alpha val="4125"/>
            </a:srgbClr>
          </a:solidFill>
          <a:ln/>
        </p:spPr>
      </p:sp>
      <p:sp>
        <p:nvSpPr>
          <p:cNvPr id="23" name="Shape 21"/>
          <p:cNvSpPr/>
          <p:nvPr/>
        </p:nvSpPr>
        <p:spPr>
          <a:xfrm>
            <a:off x="7651699" y="7751826"/>
            <a:ext cx="803758" cy="849706"/>
          </a:xfrm>
          <a:prstGeom prst="rect">
            <a:avLst/>
          </a:prstGeom>
          <a:solidFill>
            <a:srgbClr val="FFFFFF">
              <a:alpha val="4813"/>
            </a:srgbClr>
          </a:solidFill>
          <a:ln/>
        </p:spPr>
      </p:sp>
      <p:sp>
        <p:nvSpPr>
          <p:cNvPr id="24" name="Shape 22"/>
          <p:cNvSpPr/>
          <p:nvPr/>
        </p:nvSpPr>
        <p:spPr>
          <a:xfrm>
            <a:off x="7651699" y="8592388"/>
            <a:ext cx="803758" cy="849706"/>
          </a:xfrm>
          <a:prstGeom prst="rect">
            <a:avLst/>
          </a:prstGeom>
          <a:solidFill>
            <a:srgbClr val="FFFFFF">
              <a:alpha val="5500"/>
            </a:srgbClr>
          </a:solidFill>
          <a:ln/>
        </p:spPr>
      </p:sp>
      <p:sp>
        <p:nvSpPr>
          <p:cNvPr id="25" name="Shape 23"/>
          <p:cNvSpPr/>
          <p:nvPr/>
        </p:nvSpPr>
        <p:spPr>
          <a:xfrm>
            <a:off x="6281928" y="5317236"/>
            <a:ext cx="803758" cy="523723"/>
          </a:xfrm>
          <a:prstGeom prst="rect">
            <a:avLst/>
          </a:prstGeom>
          <a:solidFill>
            <a:srgbClr val="FFFFFF">
              <a:alpha val="138"/>
            </a:srgbClr>
          </a:solidFill>
          <a:ln/>
        </p:spPr>
      </p:sp>
      <p:sp>
        <p:nvSpPr>
          <p:cNvPr id="26" name="Shape 24"/>
          <p:cNvSpPr/>
          <p:nvPr/>
        </p:nvSpPr>
        <p:spPr>
          <a:xfrm>
            <a:off x="6281928" y="5831815"/>
            <a:ext cx="803758" cy="523723"/>
          </a:xfrm>
          <a:prstGeom prst="rect">
            <a:avLst/>
          </a:prstGeom>
          <a:solidFill>
            <a:srgbClr val="FFFFFF">
              <a:alpha val="275"/>
            </a:srgbClr>
          </a:solidFill>
          <a:ln/>
        </p:spPr>
      </p:sp>
      <p:sp>
        <p:nvSpPr>
          <p:cNvPr id="27" name="Shape 25"/>
          <p:cNvSpPr/>
          <p:nvPr/>
        </p:nvSpPr>
        <p:spPr>
          <a:xfrm>
            <a:off x="6281928" y="6346393"/>
            <a:ext cx="803758" cy="523723"/>
          </a:xfrm>
          <a:prstGeom prst="rect">
            <a:avLst/>
          </a:prstGeom>
          <a:solidFill>
            <a:srgbClr val="FFFFFF">
              <a:alpha val="412"/>
            </a:srgbClr>
          </a:solidFill>
          <a:ln/>
        </p:spPr>
      </p:sp>
      <p:sp>
        <p:nvSpPr>
          <p:cNvPr id="28" name="Shape 26"/>
          <p:cNvSpPr/>
          <p:nvPr/>
        </p:nvSpPr>
        <p:spPr>
          <a:xfrm>
            <a:off x="6281928" y="6860972"/>
            <a:ext cx="803758" cy="523723"/>
          </a:xfrm>
          <a:prstGeom prst="rect">
            <a:avLst/>
          </a:prstGeom>
          <a:solidFill>
            <a:srgbClr val="FFFFFF">
              <a:alpha val="550"/>
            </a:srgbClr>
          </a:solidFill>
          <a:ln/>
        </p:spPr>
      </p:sp>
      <p:sp>
        <p:nvSpPr>
          <p:cNvPr id="29" name="Shape 27"/>
          <p:cNvSpPr/>
          <p:nvPr/>
        </p:nvSpPr>
        <p:spPr>
          <a:xfrm>
            <a:off x="6281928" y="7375550"/>
            <a:ext cx="803758" cy="523723"/>
          </a:xfrm>
          <a:prstGeom prst="rect">
            <a:avLst/>
          </a:prstGeom>
          <a:solidFill>
            <a:srgbClr val="FFFFFF">
              <a:alpha val="688"/>
            </a:srgbClr>
          </a:solidFill>
          <a:ln/>
        </p:spPr>
      </p:sp>
      <p:sp>
        <p:nvSpPr>
          <p:cNvPr id="30" name="Shape 28"/>
          <p:cNvSpPr/>
          <p:nvPr/>
        </p:nvSpPr>
        <p:spPr>
          <a:xfrm>
            <a:off x="6281928" y="7890129"/>
            <a:ext cx="803758" cy="523723"/>
          </a:xfrm>
          <a:prstGeom prst="rect">
            <a:avLst/>
          </a:prstGeom>
          <a:solidFill>
            <a:srgbClr val="FFFFFF">
              <a:alpha val="825"/>
            </a:srgbClr>
          </a:solidFill>
          <a:ln/>
        </p:spPr>
      </p:sp>
      <p:sp>
        <p:nvSpPr>
          <p:cNvPr id="31" name="Shape 29"/>
          <p:cNvSpPr/>
          <p:nvPr/>
        </p:nvSpPr>
        <p:spPr>
          <a:xfrm>
            <a:off x="6281928" y="8404708"/>
            <a:ext cx="803758" cy="523723"/>
          </a:xfrm>
          <a:prstGeom prst="rect">
            <a:avLst/>
          </a:prstGeom>
          <a:solidFill>
            <a:srgbClr val="FFFFFF">
              <a:alpha val="963"/>
            </a:srgbClr>
          </a:solidFill>
          <a:ln/>
        </p:spPr>
      </p:sp>
      <p:sp>
        <p:nvSpPr>
          <p:cNvPr id="32" name="Shape 30"/>
          <p:cNvSpPr/>
          <p:nvPr/>
        </p:nvSpPr>
        <p:spPr>
          <a:xfrm>
            <a:off x="6281928" y="8919286"/>
            <a:ext cx="803758" cy="523723"/>
          </a:xfrm>
          <a:prstGeom prst="rect">
            <a:avLst/>
          </a:prstGeom>
          <a:solidFill>
            <a:srgbClr val="FFFFFF">
              <a:alpha val="1100"/>
            </a:srgbClr>
          </a:solidFill>
          <a:ln/>
        </p:spPr>
      </p:sp>
      <p:sp>
        <p:nvSpPr>
          <p:cNvPr id="33" name="Shape 31"/>
          <p:cNvSpPr/>
          <p:nvPr/>
        </p:nvSpPr>
        <p:spPr>
          <a:xfrm>
            <a:off x="6971386" y="4135831"/>
            <a:ext cx="803758" cy="671284"/>
          </a:xfrm>
          <a:prstGeom prst="rect">
            <a:avLst/>
          </a:prstGeom>
          <a:solidFill>
            <a:srgbClr val="FFFFFF">
              <a:alpha val="344"/>
            </a:srgbClr>
          </a:solidFill>
          <a:ln/>
        </p:spPr>
      </p:sp>
      <p:sp>
        <p:nvSpPr>
          <p:cNvPr id="34" name="Shape 32"/>
          <p:cNvSpPr/>
          <p:nvPr/>
        </p:nvSpPr>
        <p:spPr>
          <a:xfrm>
            <a:off x="6971386" y="4797971"/>
            <a:ext cx="803758" cy="671284"/>
          </a:xfrm>
          <a:prstGeom prst="rect">
            <a:avLst/>
          </a:prstGeom>
          <a:solidFill>
            <a:srgbClr val="FFFFFF">
              <a:alpha val="688"/>
            </a:srgbClr>
          </a:solidFill>
          <a:ln/>
        </p:spPr>
      </p:sp>
      <p:sp>
        <p:nvSpPr>
          <p:cNvPr id="35" name="Shape 33"/>
          <p:cNvSpPr/>
          <p:nvPr/>
        </p:nvSpPr>
        <p:spPr>
          <a:xfrm>
            <a:off x="6971386" y="5460111"/>
            <a:ext cx="803758" cy="671284"/>
          </a:xfrm>
          <a:prstGeom prst="rect">
            <a:avLst/>
          </a:prstGeom>
          <a:solidFill>
            <a:srgbClr val="FFFFFF">
              <a:alpha val="1031"/>
            </a:srgbClr>
          </a:solidFill>
          <a:ln/>
        </p:spPr>
      </p:sp>
      <p:sp>
        <p:nvSpPr>
          <p:cNvPr id="36" name="Shape 34"/>
          <p:cNvSpPr/>
          <p:nvPr/>
        </p:nvSpPr>
        <p:spPr>
          <a:xfrm>
            <a:off x="6971386" y="6122251"/>
            <a:ext cx="803758" cy="671284"/>
          </a:xfrm>
          <a:prstGeom prst="rect">
            <a:avLst/>
          </a:prstGeom>
          <a:solidFill>
            <a:srgbClr val="FFFFFF">
              <a:alpha val="1375"/>
            </a:srgbClr>
          </a:solidFill>
          <a:ln/>
        </p:spPr>
      </p:sp>
      <p:sp>
        <p:nvSpPr>
          <p:cNvPr id="37" name="Shape 35"/>
          <p:cNvSpPr/>
          <p:nvPr/>
        </p:nvSpPr>
        <p:spPr>
          <a:xfrm>
            <a:off x="6971386" y="6784391"/>
            <a:ext cx="803758" cy="671284"/>
          </a:xfrm>
          <a:prstGeom prst="rect">
            <a:avLst/>
          </a:prstGeom>
          <a:solidFill>
            <a:srgbClr val="FFFFFF">
              <a:alpha val="1719"/>
            </a:srgbClr>
          </a:solidFill>
          <a:ln/>
        </p:spPr>
      </p:sp>
      <p:sp>
        <p:nvSpPr>
          <p:cNvPr id="38" name="Shape 36"/>
          <p:cNvSpPr/>
          <p:nvPr/>
        </p:nvSpPr>
        <p:spPr>
          <a:xfrm>
            <a:off x="6971386" y="7446531"/>
            <a:ext cx="803758" cy="671284"/>
          </a:xfrm>
          <a:prstGeom prst="rect">
            <a:avLst/>
          </a:prstGeom>
          <a:solidFill>
            <a:srgbClr val="FFFFFF">
              <a:alpha val="2063"/>
            </a:srgbClr>
          </a:solidFill>
          <a:ln/>
        </p:spPr>
      </p:sp>
      <p:sp>
        <p:nvSpPr>
          <p:cNvPr id="39" name="Shape 37"/>
          <p:cNvSpPr/>
          <p:nvPr/>
        </p:nvSpPr>
        <p:spPr>
          <a:xfrm>
            <a:off x="6971386" y="8108671"/>
            <a:ext cx="803758" cy="671284"/>
          </a:xfrm>
          <a:prstGeom prst="rect">
            <a:avLst/>
          </a:prstGeom>
          <a:solidFill>
            <a:srgbClr val="FFFFFF">
              <a:alpha val="2406"/>
            </a:srgbClr>
          </a:solidFill>
          <a:ln/>
        </p:spPr>
      </p:sp>
      <p:sp>
        <p:nvSpPr>
          <p:cNvPr id="40" name="Shape 38"/>
          <p:cNvSpPr/>
          <p:nvPr/>
        </p:nvSpPr>
        <p:spPr>
          <a:xfrm>
            <a:off x="6971386" y="8770811"/>
            <a:ext cx="803758" cy="671284"/>
          </a:xfrm>
          <a:prstGeom prst="rect">
            <a:avLst/>
          </a:prstGeom>
          <a:solidFill>
            <a:srgbClr val="FFFFFF">
              <a:alpha val="2750"/>
            </a:srgbClr>
          </a:solidFill>
          <a:ln/>
        </p:spPr>
      </p:sp>
      <p:sp>
        <p:nvSpPr>
          <p:cNvPr id="41" name="Shape 39"/>
          <p:cNvSpPr/>
          <p:nvPr/>
        </p:nvSpPr>
        <p:spPr>
          <a:xfrm>
            <a:off x="8323783" y="4505249"/>
            <a:ext cx="803758" cy="625107"/>
          </a:xfrm>
          <a:prstGeom prst="rect">
            <a:avLst/>
          </a:prstGeom>
          <a:solidFill>
            <a:srgbClr val="FFFFFF">
              <a:alpha val="344"/>
            </a:srgbClr>
          </a:solidFill>
          <a:ln/>
        </p:spPr>
      </p:sp>
      <p:sp>
        <p:nvSpPr>
          <p:cNvPr id="42" name="Shape 40"/>
          <p:cNvSpPr/>
          <p:nvPr/>
        </p:nvSpPr>
        <p:spPr>
          <a:xfrm>
            <a:off x="8323783" y="5121212"/>
            <a:ext cx="803758" cy="625107"/>
          </a:xfrm>
          <a:prstGeom prst="rect">
            <a:avLst/>
          </a:prstGeom>
          <a:solidFill>
            <a:srgbClr val="FFFFFF">
              <a:alpha val="688"/>
            </a:srgbClr>
          </a:solidFill>
          <a:ln/>
        </p:spPr>
      </p:sp>
      <p:sp>
        <p:nvSpPr>
          <p:cNvPr id="43" name="Shape 41"/>
          <p:cNvSpPr/>
          <p:nvPr/>
        </p:nvSpPr>
        <p:spPr>
          <a:xfrm>
            <a:off x="8323783" y="5737174"/>
            <a:ext cx="803758" cy="625107"/>
          </a:xfrm>
          <a:prstGeom prst="rect">
            <a:avLst/>
          </a:prstGeom>
          <a:solidFill>
            <a:srgbClr val="FFFFFF">
              <a:alpha val="1031"/>
            </a:srgbClr>
          </a:solidFill>
          <a:ln/>
        </p:spPr>
      </p:sp>
      <p:sp>
        <p:nvSpPr>
          <p:cNvPr id="44" name="Shape 42"/>
          <p:cNvSpPr/>
          <p:nvPr/>
        </p:nvSpPr>
        <p:spPr>
          <a:xfrm>
            <a:off x="8323783" y="6353137"/>
            <a:ext cx="803758" cy="625107"/>
          </a:xfrm>
          <a:prstGeom prst="rect">
            <a:avLst/>
          </a:prstGeom>
          <a:solidFill>
            <a:srgbClr val="FFFFFF">
              <a:alpha val="1375"/>
            </a:srgbClr>
          </a:solidFill>
          <a:ln/>
        </p:spPr>
      </p:sp>
      <p:sp>
        <p:nvSpPr>
          <p:cNvPr id="45" name="Shape 43"/>
          <p:cNvSpPr/>
          <p:nvPr/>
        </p:nvSpPr>
        <p:spPr>
          <a:xfrm>
            <a:off x="8323783" y="6969100"/>
            <a:ext cx="803758" cy="625107"/>
          </a:xfrm>
          <a:prstGeom prst="rect">
            <a:avLst/>
          </a:prstGeom>
          <a:solidFill>
            <a:srgbClr val="FFFFFF">
              <a:alpha val="1719"/>
            </a:srgbClr>
          </a:solidFill>
          <a:ln/>
        </p:spPr>
      </p:sp>
      <p:sp>
        <p:nvSpPr>
          <p:cNvPr id="46" name="Shape 44"/>
          <p:cNvSpPr/>
          <p:nvPr/>
        </p:nvSpPr>
        <p:spPr>
          <a:xfrm>
            <a:off x="8323783" y="7585062"/>
            <a:ext cx="803758" cy="625107"/>
          </a:xfrm>
          <a:prstGeom prst="rect">
            <a:avLst/>
          </a:prstGeom>
          <a:solidFill>
            <a:srgbClr val="FFFFFF">
              <a:alpha val="2063"/>
            </a:srgbClr>
          </a:solidFill>
          <a:ln/>
        </p:spPr>
      </p:sp>
      <p:sp>
        <p:nvSpPr>
          <p:cNvPr id="47" name="Shape 45"/>
          <p:cNvSpPr/>
          <p:nvPr/>
        </p:nvSpPr>
        <p:spPr>
          <a:xfrm>
            <a:off x="8323783" y="8201025"/>
            <a:ext cx="803758" cy="625107"/>
          </a:xfrm>
          <a:prstGeom prst="rect">
            <a:avLst/>
          </a:prstGeom>
          <a:solidFill>
            <a:srgbClr val="FFFFFF">
              <a:alpha val="2406"/>
            </a:srgbClr>
          </a:solidFill>
          <a:ln/>
        </p:spPr>
      </p:sp>
      <p:sp>
        <p:nvSpPr>
          <p:cNvPr id="48" name="Shape 46"/>
          <p:cNvSpPr/>
          <p:nvPr/>
        </p:nvSpPr>
        <p:spPr>
          <a:xfrm>
            <a:off x="8323783" y="8816988"/>
            <a:ext cx="803758" cy="625107"/>
          </a:xfrm>
          <a:prstGeom prst="rect">
            <a:avLst/>
          </a:prstGeom>
          <a:solidFill>
            <a:srgbClr val="FFFFFF">
              <a:alpha val="2750"/>
            </a:srgbClr>
          </a:solidFill>
          <a:ln/>
        </p:spPr>
      </p:sp>
      <p:sp>
        <p:nvSpPr>
          <p:cNvPr id="49" name="Shape 47"/>
          <p:cNvSpPr/>
          <p:nvPr/>
        </p:nvSpPr>
        <p:spPr>
          <a:xfrm>
            <a:off x="9015070" y="6343193"/>
            <a:ext cx="803758" cy="395364"/>
          </a:xfrm>
          <a:prstGeom prst="rect">
            <a:avLst/>
          </a:prstGeom>
          <a:solidFill>
            <a:srgbClr val="FFFFFF">
              <a:alpha val="138"/>
            </a:srgbClr>
          </a:solidFill>
          <a:ln/>
        </p:spPr>
      </p:sp>
      <p:sp>
        <p:nvSpPr>
          <p:cNvPr id="50" name="Shape 48"/>
          <p:cNvSpPr/>
          <p:nvPr/>
        </p:nvSpPr>
        <p:spPr>
          <a:xfrm>
            <a:off x="9015070" y="6729413"/>
            <a:ext cx="803758" cy="395364"/>
          </a:xfrm>
          <a:prstGeom prst="rect">
            <a:avLst/>
          </a:prstGeom>
          <a:solidFill>
            <a:srgbClr val="FFFFFF">
              <a:alpha val="275"/>
            </a:srgbClr>
          </a:solidFill>
          <a:ln/>
        </p:spPr>
      </p:sp>
      <p:sp>
        <p:nvSpPr>
          <p:cNvPr id="51" name="Shape 49"/>
          <p:cNvSpPr/>
          <p:nvPr/>
        </p:nvSpPr>
        <p:spPr>
          <a:xfrm>
            <a:off x="9015070" y="7115632"/>
            <a:ext cx="803758" cy="395364"/>
          </a:xfrm>
          <a:prstGeom prst="rect">
            <a:avLst/>
          </a:prstGeom>
          <a:solidFill>
            <a:srgbClr val="FFFFFF">
              <a:alpha val="412"/>
            </a:srgbClr>
          </a:solidFill>
          <a:ln/>
        </p:spPr>
      </p:sp>
      <p:sp>
        <p:nvSpPr>
          <p:cNvPr id="52" name="Shape 50"/>
          <p:cNvSpPr/>
          <p:nvPr/>
        </p:nvSpPr>
        <p:spPr>
          <a:xfrm>
            <a:off x="9015070" y="7501852"/>
            <a:ext cx="803758" cy="395364"/>
          </a:xfrm>
          <a:prstGeom prst="rect">
            <a:avLst/>
          </a:prstGeom>
          <a:solidFill>
            <a:srgbClr val="FFFFFF">
              <a:alpha val="550"/>
            </a:srgbClr>
          </a:solidFill>
          <a:ln/>
        </p:spPr>
      </p:sp>
      <p:sp>
        <p:nvSpPr>
          <p:cNvPr id="53" name="Shape 51"/>
          <p:cNvSpPr/>
          <p:nvPr/>
        </p:nvSpPr>
        <p:spPr>
          <a:xfrm>
            <a:off x="9015070" y="7888072"/>
            <a:ext cx="803758" cy="395364"/>
          </a:xfrm>
          <a:prstGeom prst="rect">
            <a:avLst/>
          </a:prstGeom>
          <a:solidFill>
            <a:srgbClr val="FFFFFF">
              <a:alpha val="688"/>
            </a:srgbClr>
          </a:solidFill>
          <a:ln/>
        </p:spPr>
      </p:sp>
      <p:sp>
        <p:nvSpPr>
          <p:cNvPr id="54" name="Shape 52"/>
          <p:cNvSpPr/>
          <p:nvPr/>
        </p:nvSpPr>
        <p:spPr>
          <a:xfrm>
            <a:off x="9015070" y="8274291"/>
            <a:ext cx="803758" cy="395364"/>
          </a:xfrm>
          <a:prstGeom prst="rect">
            <a:avLst/>
          </a:prstGeom>
          <a:solidFill>
            <a:srgbClr val="FFFFFF">
              <a:alpha val="825"/>
            </a:srgbClr>
          </a:solidFill>
          <a:ln/>
        </p:spPr>
      </p:sp>
      <p:sp>
        <p:nvSpPr>
          <p:cNvPr id="55" name="Shape 53"/>
          <p:cNvSpPr/>
          <p:nvPr/>
        </p:nvSpPr>
        <p:spPr>
          <a:xfrm>
            <a:off x="9015070" y="8660511"/>
            <a:ext cx="803758" cy="395364"/>
          </a:xfrm>
          <a:prstGeom prst="rect">
            <a:avLst/>
          </a:prstGeom>
          <a:solidFill>
            <a:srgbClr val="FFFFFF">
              <a:alpha val="963"/>
            </a:srgbClr>
          </a:solidFill>
          <a:ln/>
        </p:spPr>
      </p:sp>
      <p:sp>
        <p:nvSpPr>
          <p:cNvPr id="56" name="Shape 54"/>
          <p:cNvSpPr/>
          <p:nvPr/>
        </p:nvSpPr>
        <p:spPr>
          <a:xfrm>
            <a:off x="9015070" y="9046731"/>
            <a:ext cx="803758" cy="395364"/>
          </a:xfrm>
          <a:prstGeom prst="rect">
            <a:avLst/>
          </a:prstGeom>
          <a:solidFill>
            <a:srgbClr val="FFFFFF">
              <a:alpha val="1100"/>
            </a:srgbClr>
          </a:solidFill>
          <a:ln/>
        </p:spPr>
      </p:sp>
      <p:sp>
        <p:nvSpPr>
          <p:cNvPr id="57" name="Shape 55"/>
          <p:cNvSpPr/>
          <p:nvPr/>
        </p:nvSpPr>
        <p:spPr>
          <a:xfrm>
            <a:off x="11793931" y="2715768"/>
            <a:ext cx="803758" cy="849706"/>
          </a:xfrm>
          <a:prstGeom prst="rect">
            <a:avLst/>
          </a:prstGeom>
          <a:solidFill>
            <a:srgbClr val="FFFFFF">
              <a:alpha val="688"/>
            </a:srgbClr>
          </a:solidFill>
          <a:ln/>
        </p:spPr>
      </p:sp>
      <p:sp>
        <p:nvSpPr>
          <p:cNvPr id="58" name="Shape 56"/>
          <p:cNvSpPr/>
          <p:nvPr/>
        </p:nvSpPr>
        <p:spPr>
          <a:xfrm>
            <a:off x="11793931" y="3556330"/>
            <a:ext cx="803758" cy="849706"/>
          </a:xfrm>
          <a:prstGeom prst="rect">
            <a:avLst/>
          </a:prstGeom>
          <a:solidFill>
            <a:srgbClr val="FFFFFF">
              <a:alpha val="1375"/>
            </a:srgbClr>
          </a:solidFill>
          <a:ln/>
        </p:spPr>
      </p:sp>
      <p:sp>
        <p:nvSpPr>
          <p:cNvPr id="59" name="Shape 57"/>
          <p:cNvSpPr/>
          <p:nvPr/>
        </p:nvSpPr>
        <p:spPr>
          <a:xfrm>
            <a:off x="11793931" y="4396892"/>
            <a:ext cx="803758" cy="849706"/>
          </a:xfrm>
          <a:prstGeom prst="rect">
            <a:avLst/>
          </a:prstGeom>
          <a:solidFill>
            <a:srgbClr val="FFFFFF">
              <a:alpha val="2063"/>
            </a:srgbClr>
          </a:solidFill>
          <a:ln/>
        </p:spPr>
      </p:sp>
      <p:sp>
        <p:nvSpPr>
          <p:cNvPr id="60" name="Shape 58"/>
          <p:cNvSpPr/>
          <p:nvPr/>
        </p:nvSpPr>
        <p:spPr>
          <a:xfrm>
            <a:off x="11793931" y="5237455"/>
            <a:ext cx="803758" cy="849706"/>
          </a:xfrm>
          <a:prstGeom prst="rect">
            <a:avLst/>
          </a:prstGeom>
          <a:solidFill>
            <a:srgbClr val="FFFFFF">
              <a:alpha val="2750"/>
            </a:srgbClr>
          </a:solidFill>
          <a:ln/>
        </p:spPr>
      </p:sp>
      <p:sp>
        <p:nvSpPr>
          <p:cNvPr id="61" name="Shape 59"/>
          <p:cNvSpPr/>
          <p:nvPr/>
        </p:nvSpPr>
        <p:spPr>
          <a:xfrm>
            <a:off x="11793931" y="6078017"/>
            <a:ext cx="803758" cy="849706"/>
          </a:xfrm>
          <a:prstGeom prst="rect">
            <a:avLst/>
          </a:prstGeom>
          <a:solidFill>
            <a:srgbClr val="FFFFFF">
              <a:alpha val="3438"/>
            </a:srgbClr>
          </a:solidFill>
          <a:ln/>
        </p:spPr>
      </p:sp>
      <p:sp>
        <p:nvSpPr>
          <p:cNvPr id="62" name="Shape 60"/>
          <p:cNvSpPr/>
          <p:nvPr/>
        </p:nvSpPr>
        <p:spPr>
          <a:xfrm>
            <a:off x="11793931" y="6918579"/>
            <a:ext cx="803758" cy="849706"/>
          </a:xfrm>
          <a:prstGeom prst="rect">
            <a:avLst/>
          </a:prstGeom>
          <a:solidFill>
            <a:srgbClr val="FFFFFF">
              <a:alpha val="4125"/>
            </a:srgbClr>
          </a:solidFill>
          <a:ln/>
        </p:spPr>
      </p:sp>
      <p:sp>
        <p:nvSpPr>
          <p:cNvPr id="63" name="Shape 61"/>
          <p:cNvSpPr/>
          <p:nvPr/>
        </p:nvSpPr>
        <p:spPr>
          <a:xfrm>
            <a:off x="11793931" y="7759141"/>
            <a:ext cx="803758" cy="849706"/>
          </a:xfrm>
          <a:prstGeom prst="rect">
            <a:avLst/>
          </a:prstGeom>
          <a:solidFill>
            <a:srgbClr val="FFFFFF">
              <a:alpha val="4813"/>
            </a:srgbClr>
          </a:solidFill>
          <a:ln/>
        </p:spPr>
      </p:sp>
      <p:sp>
        <p:nvSpPr>
          <p:cNvPr id="64" name="Shape 62"/>
          <p:cNvSpPr/>
          <p:nvPr/>
        </p:nvSpPr>
        <p:spPr>
          <a:xfrm>
            <a:off x="11793931" y="8599703"/>
            <a:ext cx="803758" cy="849706"/>
          </a:xfrm>
          <a:prstGeom prst="rect">
            <a:avLst/>
          </a:prstGeom>
          <a:solidFill>
            <a:srgbClr val="FFFFFF">
              <a:alpha val="5500"/>
            </a:srgbClr>
          </a:solidFill>
          <a:ln/>
        </p:spPr>
      </p:sp>
      <p:sp>
        <p:nvSpPr>
          <p:cNvPr id="65" name="Shape 63"/>
          <p:cNvSpPr/>
          <p:nvPr/>
        </p:nvSpPr>
        <p:spPr>
          <a:xfrm>
            <a:off x="10424160" y="5324551"/>
            <a:ext cx="803758" cy="523723"/>
          </a:xfrm>
          <a:prstGeom prst="rect">
            <a:avLst/>
          </a:prstGeom>
          <a:solidFill>
            <a:srgbClr val="FFFFFF">
              <a:alpha val="138"/>
            </a:srgbClr>
          </a:solidFill>
          <a:ln/>
        </p:spPr>
      </p:sp>
      <p:sp>
        <p:nvSpPr>
          <p:cNvPr id="66" name="Shape 64"/>
          <p:cNvSpPr/>
          <p:nvPr/>
        </p:nvSpPr>
        <p:spPr>
          <a:xfrm>
            <a:off x="10424160" y="5839130"/>
            <a:ext cx="803758" cy="523723"/>
          </a:xfrm>
          <a:prstGeom prst="rect">
            <a:avLst/>
          </a:prstGeom>
          <a:solidFill>
            <a:srgbClr val="FFFFFF">
              <a:alpha val="275"/>
            </a:srgbClr>
          </a:solidFill>
          <a:ln/>
        </p:spPr>
      </p:sp>
      <p:sp>
        <p:nvSpPr>
          <p:cNvPr id="67" name="Shape 65"/>
          <p:cNvSpPr/>
          <p:nvPr/>
        </p:nvSpPr>
        <p:spPr>
          <a:xfrm>
            <a:off x="10424160" y="6353708"/>
            <a:ext cx="803758" cy="523723"/>
          </a:xfrm>
          <a:prstGeom prst="rect">
            <a:avLst/>
          </a:prstGeom>
          <a:solidFill>
            <a:srgbClr val="FFFFFF">
              <a:alpha val="412"/>
            </a:srgbClr>
          </a:solidFill>
          <a:ln/>
        </p:spPr>
      </p:sp>
      <p:sp>
        <p:nvSpPr>
          <p:cNvPr id="68" name="Shape 66"/>
          <p:cNvSpPr/>
          <p:nvPr/>
        </p:nvSpPr>
        <p:spPr>
          <a:xfrm>
            <a:off x="10424160" y="6868287"/>
            <a:ext cx="803758" cy="523723"/>
          </a:xfrm>
          <a:prstGeom prst="rect">
            <a:avLst/>
          </a:prstGeom>
          <a:solidFill>
            <a:srgbClr val="FFFFFF">
              <a:alpha val="550"/>
            </a:srgbClr>
          </a:solidFill>
          <a:ln/>
        </p:spPr>
      </p:sp>
      <p:sp>
        <p:nvSpPr>
          <p:cNvPr id="69" name="Shape 67"/>
          <p:cNvSpPr/>
          <p:nvPr/>
        </p:nvSpPr>
        <p:spPr>
          <a:xfrm>
            <a:off x="10424160" y="7382866"/>
            <a:ext cx="803758" cy="523723"/>
          </a:xfrm>
          <a:prstGeom prst="rect">
            <a:avLst/>
          </a:prstGeom>
          <a:solidFill>
            <a:srgbClr val="FFFFFF">
              <a:alpha val="688"/>
            </a:srgbClr>
          </a:solidFill>
          <a:ln/>
        </p:spPr>
      </p:sp>
      <p:sp>
        <p:nvSpPr>
          <p:cNvPr id="70" name="Shape 68"/>
          <p:cNvSpPr/>
          <p:nvPr/>
        </p:nvSpPr>
        <p:spPr>
          <a:xfrm>
            <a:off x="10424160" y="7897444"/>
            <a:ext cx="803758" cy="523723"/>
          </a:xfrm>
          <a:prstGeom prst="rect">
            <a:avLst/>
          </a:prstGeom>
          <a:solidFill>
            <a:srgbClr val="FFFFFF">
              <a:alpha val="825"/>
            </a:srgbClr>
          </a:solidFill>
          <a:ln/>
        </p:spPr>
      </p:sp>
      <p:sp>
        <p:nvSpPr>
          <p:cNvPr id="71" name="Shape 69"/>
          <p:cNvSpPr/>
          <p:nvPr/>
        </p:nvSpPr>
        <p:spPr>
          <a:xfrm>
            <a:off x="10424160" y="8412023"/>
            <a:ext cx="803758" cy="523723"/>
          </a:xfrm>
          <a:prstGeom prst="rect">
            <a:avLst/>
          </a:prstGeom>
          <a:solidFill>
            <a:srgbClr val="FFFFFF">
              <a:alpha val="963"/>
            </a:srgbClr>
          </a:solidFill>
          <a:ln/>
        </p:spPr>
      </p:sp>
      <p:sp>
        <p:nvSpPr>
          <p:cNvPr id="72" name="Shape 70"/>
          <p:cNvSpPr/>
          <p:nvPr/>
        </p:nvSpPr>
        <p:spPr>
          <a:xfrm>
            <a:off x="10424160" y="8926601"/>
            <a:ext cx="803758" cy="523723"/>
          </a:xfrm>
          <a:prstGeom prst="rect">
            <a:avLst/>
          </a:prstGeom>
          <a:solidFill>
            <a:srgbClr val="FFFFFF">
              <a:alpha val="1100"/>
            </a:srgbClr>
          </a:solidFill>
          <a:ln/>
        </p:spPr>
      </p:sp>
      <p:sp>
        <p:nvSpPr>
          <p:cNvPr id="73" name="Shape 71"/>
          <p:cNvSpPr/>
          <p:nvPr/>
        </p:nvSpPr>
        <p:spPr>
          <a:xfrm>
            <a:off x="11113618" y="4143146"/>
            <a:ext cx="803758" cy="671284"/>
          </a:xfrm>
          <a:prstGeom prst="rect">
            <a:avLst/>
          </a:prstGeom>
          <a:solidFill>
            <a:srgbClr val="FFFFFF">
              <a:alpha val="344"/>
            </a:srgbClr>
          </a:solidFill>
          <a:ln/>
        </p:spPr>
      </p:sp>
      <p:sp>
        <p:nvSpPr>
          <p:cNvPr id="74" name="Shape 72"/>
          <p:cNvSpPr/>
          <p:nvPr/>
        </p:nvSpPr>
        <p:spPr>
          <a:xfrm>
            <a:off x="11113618" y="4805286"/>
            <a:ext cx="803758" cy="671284"/>
          </a:xfrm>
          <a:prstGeom prst="rect">
            <a:avLst/>
          </a:prstGeom>
          <a:solidFill>
            <a:srgbClr val="FFFFFF">
              <a:alpha val="688"/>
            </a:srgbClr>
          </a:solidFill>
          <a:ln/>
        </p:spPr>
      </p:sp>
      <p:sp>
        <p:nvSpPr>
          <p:cNvPr id="75" name="Shape 73"/>
          <p:cNvSpPr/>
          <p:nvPr/>
        </p:nvSpPr>
        <p:spPr>
          <a:xfrm>
            <a:off x="11113618" y="5467426"/>
            <a:ext cx="803758" cy="671284"/>
          </a:xfrm>
          <a:prstGeom prst="rect">
            <a:avLst/>
          </a:prstGeom>
          <a:solidFill>
            <a:srgbClr val="FFFFFF">
              <a:alpha val="1031"/>
            </a:srgbClr>
          </a:solidFill>
          <a:ln/>
        </p:spPr>
      </p:sp>
      <p:sp>
        <p:nvSpPr>
          <p:cNvPr id="76" name="Shape 74"/>
          <p:cNvSpPr/>
          <p:nvPr/>
        </p:nvSpPr>
        <p:spPr>
          <a:xfrm>
            <a:off x="11113618" y="6129566"/>
            <a:ext cx="803758" cy="671284"/>
          </a:xfrm>
          <a:prstGeom prst="rect">
            <a:avLst/>
          </a:prstGeom>
          <a:solidFill>
            <a:srgbClr val="FFFFFF">
              <a:alpha val="1375"/>
            </a:srgbClr>
          </a:solidFill>
          <a:ln/>
        </p:spPr>
      </p:sp>
      <p:sp>
        <p:nvSpPr>
          <p:cNvPr id="77" name="Shape 75"/>
          <p:cNvSpPr/>
          <p:nvPr/>
        </p:nvSpPr>
        <p:spPr>
          <a:xfrm>
            <a:off x="11113618" y="6791706"/>
            <a:ext cx="803758" cy="671284"/>
          </a:xfrm>
          <a:prstGeom prst="rect">
            <a:avLst/>
          </a:prstGeom>
          <a:solidFill>
            <a:srgbClr val="FFFFFF">
              <a:alpha val="1719"/>
            </a:srgbClr>
          </a:solidFill>
          <a:ln/>
        </p:spPr>
      </p:sp>
      <p:sp>
        <p:nvSpPr>
          <p:cNvPr id="78" name="Shape 76"/>
          <p:cNvSpPr/>
          <p:nvPr/>
        </p:nvSpPr>
        <p:spPr>
          <a:xfrm>
            <a:off x="11113618" y="7453846"/>
            <a:ext cx="803758" cy="671284"/>
          </a:xfrm>
          <a:prstGeom prst="rect">
            <a:avLst/>
          </a:prstGeom>
          <a:solidFill>
            <a:srgbClr val="FFFFFF">
              <a:alpha val="2063"/>
            </a:srgbClr>
          </a:solidFill>
          <a:ln/>
        </p:spPr>
      </p:sp>
      <p:sp>
        <p:nvSpPr>
          <p:cNvPr id="79" name="Shape 77"/>
          <p:cNvSpPr/>
          <p:nvPr/>
        </p:nvSpPr>
        <p:spPr>
          <a:xfrm>
            <a:off x="11113618" y="8115986"/>
            <a:ext cx="803758" cy="671284"/>
          </a:xfrm>
          <a:prstGeom prst="rect">
            <a:avLst/>
          </a:prstGeom>
          <a:solidFill>
            <a:srgbClr val="FFFFFF">
              <a:alpha val="2406"/>
            </a:srgbClr>
          </a:solidFill>
          <a:ln/>
        </p:spPr>
      </p:sp>
      <p:sp>
        <p:nvSpPr>
          <p:cNvPr id="80" name="Shape 78"/>
          <p:cNvSpPr/>
          <p:nvPr/>
        </p:nvSpPr>
        <p:spPr>
          <a:xfrm>
            <a:off x="11113618" y="8778126"/>
            <a:ext cx="803758" cy="671284"/>
          </a:xfrm>
          <a:prstGeom prst="rect">
            <a:avLst/>
          </a:prstGeom>
          <a:solidFill>
            <a:srgbClr val="FFFFFF">
              <a:alpha val="2750"/>
            </a:srgbClr>
          </a:solidFill>
          <a:ln/>
        </p:spPr>
      </p:sp>
      <p:sp>
        <p:nvSpPr>
          <p:cNvPr id="81" name="Shape 79"/>
          <p:cNvSpPr/>
          <p:nvPr/>
        </p:nvSpPr>
        <p:spPr>
          <a:xfrm>
            <a:off x="3628339" y="2715768"/>
            <a:ext cx="803758" cy="849706"/>
          </a:xfrm>
          <a:prstGeom prst="rect">
            <a:avLst/>
          </a:prstGeom>
          <a:solidFill>
            <a:srgbClr val="FFFFFF">
              <a:alpha val="1031"/>
            </a:srgbClr>
          </a:solidFill>
          <a:ln/>
        </p:spPr>
      </p:sp>
      <p:sp>
        <p:nvSpPr>
          <p:cNvPr id="82" name="Shape 80"/>
          <p:cNvSpPr/>
          <p:nvPr/>
        </p:nvSpPr>
        <p:spPr>
          <a:xfrm>
            <a:off x="3628339" y="3556330"/>
            <a:ext cx="803758" cy="849706"/>
          </a:xfrm>
          <a:prstGeom prst="rect">
            <a:avLst/>
          </a:prstGeom>
          <a:solidFill>
            <a:srgbClr val="FFFFFF">
              <a:alpha val="2063"/>
            </a:srgbClr>
          </a:solidFill>
          <a:ln/>
        </p:spPr>
      </p:sp>
      <p:sp>
        <p:nvSpPr>
          <p:cNvPr id="83" name="Shape 81"/>
          <p:cNvSpPr/>
          <p:nvPr/>
        </p:nvSpPr>
        <p:spPr>
          <a:xfrm>
            <a:off x="3628339" y="4396892"/>
            <a:ext cx="803758" cy="849706"/>
          </a:xfrm>
          <a:prstGeom prst="rect">
            <a:avLst/>
          </a:prstGeom>
          <a:solidFill>
            <a:srgbClr val="FFFFFF">
              <a:alpha val="3094"/>
            </a:srgbClr>
          </a:solidFill>
          <a:ln/>
        </p:spPr>
      </p:sp>
      <p:sp>
        <p:nvSpPr>
          <p:cNvPr id="84" name="Shape 82"/>
          <p:cNvSpPr/>
          <p:nvPr/>
        </p:nvSpPr>
        <p:spPr>
          <a:xfrm>
            <a:off x="3628339" y="5237455"/>
            <a:ext cx="803758" cy="849706"/>
          </a:xfrm>
          <a:prstGeom prst="rect">
            <a:avLst/>
          </a:prstGeom>
          <a:solidFill>
            <a:srgbClr val="FFFFFF">
              <a:alpha val="4125"/>
            </a:srgbClr>
          </a:solidFill>
          <a:ln/>
        </p:spPr>
      </p:sp>
      <p:sp>
        <p:nvSpPr>
          <p:cNvPr id="85" name="Shape 83"/>
          <p:cNvSpPr/>
          <p:nvPr/>
        </p:nvSpPr>
        <p:spPr>
          <a:xfrm>
            <a:off x="3628339" y="6078017"/>
            <a:ext cx="803758" cy="849706"/>
          </a:xfrm>
          <a:prstGeom prst="rect">
            <a:avLst/>
          </a:prstGeom>
          <a:solidFill>
            <a:srgbClr val="FFFFFF">
              <a:alpha val="5156"/>
            </a:srgbClr>
          </a:solidFill>
          <a:ln/>
        </p:spPr>
      </p:sp>
      <p:sp>
        <p:nvSpPr>
          <p:cNvPr id="86" name="Shape 84"/>
          <p:cNvSpPr/>
          <p:nvPr/>
        </p:nvSpPr>
        <p:spPr>
          <a:xfrm>
            <a:off x="3628339" y="6918579"/>
            <a:ext cx="803758" cy="849706"/>
          </a:xfrm>
          <a:prstGeom prst="rect">
            <a:avLst/>
          </a:prstGeom>
          <a:solidFill>
            <a:srgbClr val="FFFFFF">
              <a:alpha val="6188"/>
            </a:srgbClr>
          </a:solidFill>
          <a:ln/>
        </p:spPr>
      </p:sp>
      <p:sp>
        <p:nvSpPr>
          <p:cNvPr id="87" name="Shape 85"/>
          <p:cNvSpPr/>
          <p:nvPr/>
        </p:nvSpPr>
        <p:spPr>
          <a:xfrm>
            <a:off x="3628339" y="7759141"/>
            <a:ext cx="803758" cy="849706"/>
          </a:xfrm>
          <a:prstGeom prst="rect">
            <a:avLst/>
          </a:prstGeom>
          <a:solidFill>
            <a:srgbClr val="FFFFFF">
              <a:alpha val="7219"/>
            </a:srgbClr>
          </a:solidFill>
          <a:ln/>
        </p:spPr>
      </p:sp>
      <p:sp>
        <p:nvSpPr>
          <p:cNvPr id="88" name="Shape 86"/>
          <p:cNvSpPr/>
          <p:nvPr/>
        </p:nvSpPr>
        <p:spPr>
          <a:xfrm>
            <a:off x="3628339" y="8599703"/>
            <a:ext cx="803758" cy="849706"/>
          </a:xfrm>
          <a:prstGeom prst="rect">
            <a:avLst/>
          </a:prstGeom>
          <a:solidFill>
            <a:srgbClr val="FFFFFF">
              <a:alpha val="8250"/>
            </a:srgbClr>
          </a:solidFill>
          <a:ln/>
        </p:spPr>
      </p:sp>
      <p:sp>
        <p:nvSpPr>
          <p:cNvPr id="89" name="Shape 87"/>
          <p:cNvSpPr/>
          <p:nvPr/>
        </p:nvSpPr>
        <p:spPr>
          <a:xfrm>
            <a:off x="2258568" y="5324551"/>
            <a:ext cx="803758" cy="523723"/>
          </a:xfrm>
          <a:prstGeom prst="rect">
            <a:avLst/>
          </a:prstGeom>
          <a:solidFill>
            <a:srgbClr val="FFFFFF">
              <a:alpha val="344"/>
            </a:srgbClr>
          </a:solidFill>
          <a:ln/>
        </p:spPr>
      </p:sp>
      <p:sp>
        <p:nvSpPr>
          <p:cNvPr id="90" name="Shape 88"/>
          <p:cNvSpPr/>
          <p:nvPr/>
        </p:nvSpPr>
        <p:spPr>
          <a:xfrm>
            <a:off x="2258568" y="5839130"/>
            <a:ext cx="803758" cy="523723"/>
          </a:xfrm>
          <a:prstGeom prst="rect">
            <a:avLst/>
          </a:prstGeom>
          <a:solidFill>
            <a:srgbClr val="FFFFFF">
              <a:alpha val="688"/>
            </a:srgbClr>
          </a:solidFill>
          <a:ln/>
        </p:spPr>
      </p:sp>
      <p:sp>
        <p:nvSpPr>
          <p:cNvPr id="91" name="Shape 89"/>
          <p:cNvSpPr/>
          <p:nvPr/>
        </p:nvSpPr>
        <p:spPr>
          <a:xfrm>
            <a:off x="2258568" y="6353708"/>
            <a:ext cx="803758" cy="523723"/>
          </a:xfrm>
          <a:prstGeom prst="rect">
            <a:avLst/>
          </a:prstGeom>
          <a:solidFill>
            <a:srgbClr val="FFFFFF">
              <a:alpha val="1031"/>
            </a:srgbClr>
          </a:solidFill>
          <a:ln/>
        </p:spPr>
      </p:sp>
      <p:sp>
        <p:nvSpPr>
          <p:cNvPr id="92" name="Shape 90"/>
          <p:cNvSpPr/>
          <p:nvPr/>
        </p:nvSpPr>
        <p:spPr>
          <a:xfrm>
            <a:off x="2258568" y="6868287"/>
            <a:ext cx="803758" cy="523723"/>
          </a:xfrm>
          <a:prstGeom prst="rect">
            <a:avLst/>
          </a:prstGeom>
          <a:solidFill>
            <a:srgbClr val="FFFFFF">
              <a:alpha val="1375"/>
            </a:srgbClr>
          </a:solidFill>
          <a:ln/>
        </p:spPr>
      </p:sp>
      <p:sp>
        <p:nvSpPr>
          <p:cNvPr id="93" name="Shape 91"/>
          <p:cNvSpPr/>
          <p:nvPr/>
        </p:nvSpPr>
        <p:spPr>
          <a:xfrm>
            <a:off x="2258568" y="7382866"/>
            <a:ext cx="803758" cy="523723"/>
          </a:xfrm>
          <a:prstGeom prst="rect">
            <a:avLst/>
          </a:prstGeom>
          <a:solidFill>
            <a:srgbClr val="FFFFFF">
              <a:alpha val="1719"/>
            </a:srgbClr>
          </a:solidFill>
          <a:ln/>
        </p:spPr>
      </p:sp>
      <p:sp>
        <p:nvSpPr>
          <p:cNvPr id="94" name="Shape 92"/>
          <p:cNvSpPr/>
          <p:nvPr/>
        </p:nvSpPr>
        <p:spPr>
          <a:xfrm>
            <a:off x="2258568" y="7897444"/>
            <a:ext cx="803758" cy="523723"/>
          </a:xfrm>
          <a:prstGeom prst="rect">
            <a:avLst/>
          </a:prstGeom>
          <a:solidFill>
            <a:srgbClr val="FFFFFF">
              <a:alpha val="2063"/>
            </a:srgbClr>
          </a:solidFill>
          <a:ln/>
        </p:spPr>
      </p:sp>
      <p:sp>
        <p:nvSpPr>
          <p:cNvPr id="95" name="Shape 93"/>
          <p:cNvSpPr/>
          <p:nvPr/>
        </p:nvSpPr>
        <p:spPr>
          <a:xfrm>
            <a:off x="2258568" y="8412023"/>
            <a:ext cx="803758" cy="523723"/>
          </a:xfrm>
          <a:prstGeom prst="rect">
            <a:avLst/>
          </a:prstGeom>
          <a:solidFill>
            <a:srgbClr val="FFFFFF">
              <a:alpha val="2406"/>
            </a:srgbClr>
          </a:solidFill>
          <a:ln/>
        </p:spPr>
      </p:sp>
      <p:sp>
        <p:nvSpPr>
          <p:cNvPr id="96" name="Shape 94"/>
          <p:cNvSpPr/>
          <p:nvPr/>
        </p:nvSpPr>
        <p:spPr>
          <a:xfrm>
            <a:off x="2258568" y="8926601"/>
            <a:ext cx="803758" cy="523723"/>
          </a:xfrm>
          <a:prstGeom prst="rect">
            <a:avLst/>
          </a:prstGeom>
          <a:solidFill>
            <a:srgbClr val="FFFFFF">
              <a:alpha val="2750"/>
            </a:srgbClr>
          </a:solidFill>
          <a:ln/>
        </p:spPr>
      </p:sp>
      <p:sp>
        <p:nvSpPr>
          <p:cNvPr id="97" name="Shape 95"/>
          <p:cNvSpPr/>
          <p:nvPr/>
        </p:nvSpPr>
        <p:spPr>
          <a:xfrm>
            <a:off x="2948026" y="4143146"/>
            <a:ext cx="803758" cy="671284"/>
          </a:xfrm>
          <a:prstGeom prst="rect">
            <a:avLst/>
          </a:prstGeom>
          <a:solidFill>
            <a:srgbClr val="FFFFFF">
              <a:alpha val="688"/>
            </a:srgbClr>
          </a:solidFill>
          <a:ln/>
        </p:spPr>
      </p:sp>
      <p:sp>
        <p:nvSpPr>
          <p:cNvPr id="98" name="Shape 96"/>
          <p:cNvSpPr/>
          <p:nvPr/>
        </p:nvSpPr>
        <p:spPr>
          <a:xfrm>
            <a:off x="2948026" y="4805286"/>
            <a:ext cx="803758" cy="671284"/>
          </a:xfrm>
          <a:prstGeom prst="rect">
            <a:avLst/>
          </a:prstGeom>
          <a:solidFill>
            <a:srgbClr val="FFFFFF">
              <a:alpha val="1375"/>
            </a:srgbClr>
          </a:solidFill>
          <a:ln/>
        </p:spPr>
      </p:sp>
      <p:sp>
        <p:nvSpPr>
          <p:cNvPr id="99" name="Shape 97"/>
          <p:cNvSpPr/>
          <p:nvPr/>
        </p:nvSpPr>
        <p:spPr>
          <a:xfrm>
            <a:off x="2948026" y="5467426"/>
            <a:ext cx="803758" cy="671284"/>
          </a:xfrm>
          <a:prstGeom prst="rect">
            <a:avLst/>
          </a:prstGeom>
          <a:solidFill>
            <a:srgbClr val="FFFFFF">
              <a:alpha val="2063"/>
            </a:srgbClr>
          </a:solidFill>
          <a:ln/>
        </p:spPr>
      </p:sp>
      <p:sp>
        <p:nvSpPr>
          <p:cNvPr id="100" name="Shape 98"/>
          <p:cNvSpPr/>
          <p:nvPr/>
        </p:nvSpPr>
        <p:spPr>
          <a:xfrm>
            <a:off x="2948026" y="6129566"/>
            <a:ext cx="803758" cy="671284"/>
          </a:xfrm>
          <a:prstGeom prst="rect">
            <a:avLst/>
          </a:prstGeom>
          <a:solidFill>
            <a:srgbClr val="FFFFFF">
              <a:alpha val="2750"/>
            </a:srgbClr>
          </a:solidFill>
          <a:ln/>
        </p:spPr>
      </p:sp>
      <p:sp>
        <p:nvSpPr>
          <p:cNvPr id="101" name="Shape 99"/>
          <p:cNvSpPr/>
          <p:nvPr/>
        </p:nvSpPr>
        <p:spPr>
          <a:xfrm>
            <a:off x="2948026" y="6791706"/>
            <a:ext cx="803758" cy="671284"/>
          </a:xfrm>
          <a:prstGeom prst="rect">
            <a:avLst/>
          </a:prstGeom>
          <a:solidFill>
            <a:srgbClr val="FFFFFF">
              <a:alpha val="3438"/>
            </a:srgbClr>
          </a:solidFill>
          <a:ln/>
        </p:spPr>
      </p:sp>
      <p:sp>
        <p:nvSpPr>
          <p:cNvPr id="102" name="Shape 100"/>
          <p:cNvSpPr/>
          <p:nvPr/>
        </p:nvSpPr>
        <p:spPr>
          <a:xfrm>
            <a:off x="2948026" y="7453846"/>
            <a:ext cx="803758" cy="671284"/>
          </a:xfrm>
          <a:prstGeom prst="rect">
            <a:avLst/>
          </a:prstGeom>
          <a:solidFill>
            <a:srgbClr val="FFFFFF">
              <a:alpha val="4125"/>
            </a:srgbClr>
          </a:solidFill>
          <a:ln/>
        </p:spPr>
      </p:sp>
      <p:sp>
        <p:nvSpPr>
          <p:cNvPr id="103" name="Shape 101"/>
          <p:cNvSpPr/>
          <p:nvPr/>
        </p:nvSpPr>
        <p:spPr>
          <a:xfrm>
            <a:off x="2948026" y="8115986"/>
            <a:ext cx="803758" cy="671284"/>
          </a:xfrm>
          <a:prstGeom prst="rect">
            <a:avLst/>
          </a:prstGeom>
          <a:solidFill>
            <a:srgbClr val="FFFFFF">
              <a:alpha val="4813"/>
            </a:srgbClr>
          </a:solidFill>
          <a:ln/>
        </p:spPr>
      </p:sp>
      <p:sp>
        <p:nvSpPr>
          <p:cNvPr id="104" name="Shape 102"/>
          <p:cNvSpPr/>
          <p:nvPr/>
        </p:nvSpPr>
        <p:spPr>
          <a:xfrm>
            <a:off x="2948026" y="8778126"/>
            <a:ext cx="803758" cy="671284"/>
          </a:xfrm>
          <a:prstGeom prst="rect">
            <a:avLst/>
          </a:prstGeom>
          <a:solidFill>
            <a:srgbClr val="FFFFFF">
              <a:alpha val="5500"/>
            </a:srgbClr>
          </a:solidFill>
          <a:ln/>
        </p:spPr>
      </p:sp>
      <p:sp>
        <p:nvSpPr>
          <p:cNvPr id="105" name="Shape 103"/>
          <p:cNvSpPr/>
          <p:nvPr/>
        </p:nvSpPr>
        <p:spPr>
          <a:xfrm>
            <a:off x="4300423" y="4513478"/>
            <a:ext cx="803758" cy="625107"/>
          </a:xfrm>
          <a:prstGeom prst="rect">
            <a:avLst/>
          </a:prstGeom>
          <a:solidFill>
            <a:srgbClr val="FFFFFF">
              <a:alpha val="688"/>
            </a:srgbClr>
          </a:solidFill>
          <a:ln/>
        </p:spPr>
      </p:sp>
      <p:sp>
        <p:nvSpPr>
          <p:cNvPr id="106" name="Shape 104"/>
          <p:cNvSpPr/>
          <p:nvPr/>
        </p:nvSpPr>
        <p:spPr>
          <a:xfrm>
            <a:off x="4300423" y="5129441"/>
            <a:ext cx="803758" cy="625107"/>
          </a:xfrm>
          <a:prstGeom prst="rect">
            <a:avLst/>
          </a:prstGeom>
          <a:solidFill>
            <a:srgbClr val="FFFFFF">
              <a:alpha val="1375"/>
            </a:srgbClr>
          </a:solidFill>
          <a:ln/>
        </p:spPr>
      </p:sp>
      <p:sp>
        <p:nvSpPr>
          <p:cNvPr id="107" name="Shape 105"/>
          <p:cNvSpPr/>
          <p:nvPr/>
        </p:nvSpPr>
        <p:spPr>
          <a:xfrm>
            <a:off x="4300423" y="5745404"/>
            <a:ext cx="803758" cy="625107"/>
          </a:xfrm>
          <a:prstGeom prst="rect">
            <a:avLst/>
          </a:prstGeom>
          <a:solidFill>
            <a:srgbClr val="FFFFFF">
              <a:alpha val="2063"/>
            </a:srgbClr>
          </a:solidFill>
          <a:ln/>
        </p:spPr>
      </p:sp>
      <p:sp>
        <p:nvSpPr>
          <p:cNvPr id="108" name="Shape 106"/>
          <p:cNvSpPr/>
          <p:nvPr/>
        </p:nvSpPr>
        <p:spPr>
          <a:xfrm>
            <a:off x="4300423" y="6361367"/>
            <a:ext cx="803758" cy="625107"/>
          </a:xfrm>
          <a:prstGeom prst="rect">
            <a:avLst/>
          </a:prstGeom>
          <a:solidFill>
            <a:srgbClr val="FFFFFF">
              <a:alpha val="2750"/>
            </a:srgbClr>
          </a:solidFill>
          <a:ln/>
        </p:spPr>
      </p:sp>
      <p:sp>
        <p:nvSpPr>
          <p:cNvPr id="109" name="Shape 107"/>
          <p:cNvSpPr/>
          <p:nvPr/>
        </p:nvSpPr>
        <p:spPr>
          <a:xfrm>
            <a:off x="4300423" y="6977329"/>
            <a:ext cx="803758" cy="625107"/>
          </a:xfrm>
          <a:prstGeom prst="rect">
            <a:avLst/>
          </a:prstGeom>
          <a:solidFill>
            <a:srgbClr val="FFFFFF">
              <a:alpha val="3438"/>
            </a:srgbClr>
          </a:solidFill>
          <a:ln/>
        </p:spPr>
      </p:sp>
      <p:sp>
        <p:nvSpPr>
          <p:cNvPr id="110" name="Shape 108"/>
          <p:cNvSpPr/>
          <p:nvPr/>
        </p:nvSpPr>
        <p:spPr>
          <a:xfrm>
            <a:off x="4300423" y="7593292"/>
            <a:ext cx="803758" cy="625107"/>
          </a:xfrm>
          <a:prstGeom prst="rect">
            <a:avLst/>
          </a:prstGeom>
          <a:solidFill>
            <a:srgbClr val="FFFFFF">
              <a:alpha val="4125"/>
            </a:srgbClr>
          </a:solidFill>
          <a:ln/>
        </p:spPr>
      </p:sp>
      <p:sp>
        <p:nvSpPr>
          <p:cNvPr id="111" name="Shape 109"/>
          <p:cNvSpPr/>
          <p:nvPr/>
        </p:nvSpPr>
        <p:spPr>
          <a:xfrm>
            <a:off x="4300423" y="8209255"/>
            <a:ext cx="803758" cy="625107"/>
          </a:xfrm>
          <a:prstGeom prst="rect">
            <a:avLst/>
          </a:prstGeom>
          <a:solidFill>
            <a:srgbClr val="FFFFFF">
              <a:alpha val="4813"/>
            </a:srgbClr>
          </a:solidFill>
          <a:ln/>
        </p:spPr>
      </p:sp>
      <p:sp>
        <p:nvSpPr>
          <p:cNvPr id="112" name="Shape 110"/>
          <p:cNvSpPr/>
          <p:nvPr/>
        </p:nvSpPr>
        <p:spPr>
          <a:xfrm>
            <a:off x="4300423" y="8825217"/>
            <a:ext cx="803758" cy="625107"/>
          </a:xfrm>
          <a:prstGeom prst="rect">
            <a:avLst/>
          </a:prstGeom>
          <a:solidFill>
            <a:srgbClr val="FFFFFF">
              <a:alpha val="5500"/>
            </a:srgbClr>
          </a:solidFill>
          <a:ln/>
        </p:spPr>
      </p:sp>
      <p:sp>
        <p:nvSpPr>
          <p:cNvPr id="113" name="Shape 111"/>
          <p:cNvSpPr/>
          <p:nvPr/>
        </p:nvSpPr>
        <p:spPr>
          <a:xfrm>
            <a:off x="4992624" y="6350508"/>
            <a:ext cx="803758" cy="395364"/>
          </a:xfrm>
          <a:prstGeom prst="rect">
            <a:avLst/>
          </a:prstGeom>
          <a:solidFill>
            <a:srgbClr val="FFFFFF">
              <a:alpha val="344"/>
            </a:srgbClr>
          </a:solidFill>
          <a:ln/>
        </p:spPr>
      </p:sp>
      <p:sp>
        <p:nvSpPr>
          <p:cNvPr id="114" name="Shape 112"/>
          <p:cNvSpPr/>
          <p:nvPr/>
        </p:nvSpPr>
        <p:spPr>
          <a:xfrm>
            <a:off x="4992624" y="6736728"/>
            <a:ext cx="803758" cy="395364"/>
          </a:xfrm>
          <a:prstGeom prst="rect">
            <a:avLst/>
          </a:prstGeom>
          <a:solidFill>
            <a:srgbClr val="FFFFFF">
              <a:alpha val="688"/>
            </a:srgbClr>
          </a:solidFill>
          <a:ln/>
        </p:spPr>
      </p:sp>
      <p:sp>
        <p:nvSpPr>
          <p:cNvPr id="115" name="Shape 113"/>
          <p:cNvSpPr/>
          <p:nvPr/>
        </p:nvSpPr>
        <p:spPr>
          <a:xfrm>
            <a:off x="4992624" y="7122947"/>
            <a:ext cx="803758" cy="395364"/>
          </a:xfrm>
          <a:prstGeom prst="rect">
            <a:avLst/>
          </a:prstGeom>
          <a:solidFill>
            <a:srgbClr val="FFFFFF">
              <a:alpha val="1031"/>
            </a:srgbClr>
          </a:solidFill>
          <a:ln/>
        </p:spPr>
      </p:sp>
      <p:sp>
        <p:nvSpPr>
          <p:cNvPr id="116" name="Shape 114"/>
          <p:cNvSpPr/>
          <p:nvPr/>
        </p:nvSpPr>
        <p:spPr>
          <a:xfrm>
            <a:off x="4992624" y="7509167"/>
            <a:ext cx="803758" cy="395364"/>
          </a:xfrm>
          <a:prstGeom prst="rect">
            <a:avLst/>
          </a:prstGeom>
          <a:solidFill>
            <a:srgbClr val="FFFFFF">
              <a:alpha val="1375"/>
            </a:srgbClr>
          </a:solidFill>
          <a:ln/>
        </p:spPr>
      </p:sp>
      <p:sp>
        <p:nvSpPr>
          <p:cNvPr id="117" name="Shape 115"/>
          <p:cNvSpPr/>
          <p:nvPr/>
        </p:nvSpPr>
        <p:spPr>
          <a:xfrm>
            <a:off x="4992624" y="7895387"/>
            <a:ext cx="803758" cy="395364"/>
          </a:xfrm>
          <a:prstGeom prst="rect">
            <a:avLst/>
          </a:prstGeom>
          <a:solidFill>
            <a:srgbClr val="FFFFFF">
              <a:alpha val="1719"/>
            </a:srgbClr>
          </a:solidFill>
          <a:ln/>
        </p:spPr>
      </p:sp>
      <p:sp>
        <p:nvSpPr>
          <p:cNvPr id="118" name="Shape 116"/>
          <p:cNvSpPr/>
          <p:nvPr/>
        </p:nvSpPr>
        <p:spPr>
          <a:xfrm>
            <a:off x="4992624" y="8281607"/>
            <a:ext cx="803758" cy="395364"/>
          </a:xfrm>
          <a:prstGeom prst="rect">
            <a:avLst/>
          </a:prstGeom>
          <a:solidFill>
            <a:srgbClr val="FFFFFF">
              <a:alpha val="2063"/>
            </a:srgbClr>
          </a:solidFill>
          <a:ln/>
        </p:spPr>
      </p:sp>
      <p:sp>
        <p:nvSpPr>
          <p:cNvPr id="119" name="Shape 117"/>
          <p:cNvSpPr/>
          <p:nvPr/>
        </p:nvSpPr>
        <p:spPr>
          <a:xfrm>
            <a:off x="4992624" y="8667826"/>
            <a:ext cx="803758" cy="395364"/>
          </a:xfrm>
          <a:prstGeom prst="rect">
            <a:avLst/>
          </a:prstGeom>
          <a:solidFill>
            <a:srgbClr val="FFFFFF">
              <a:alpha val="2406"/>
            </a:srgbClr>
          </a:solidFill>
          <a:ln/>
        </p:spPr>
      </p:sp>
      <p:sp>
        <p:nvSpPr>
          <p:cNvPr id="120" name="Shape 118"/>
          <p:cNvSpPr/>
          <p:nvPr/>
        </p:nvSpPr>
        <p:spPr>
          <a:xfrm>
            <a:off x="4992624" y="9054046"/>
            <a:ext cx="803758" cy="395364"/>
          </a:xfrm>
          <a:prstGeom prst="rect">
            <a:avLst/>
          </a:prstGeom>
          <a:solidFill>
            <a:srgbClr val="FFFFFF">
              <a:alpha val="2750"/>
            </a:srgbClr>
          </a:solidFill>
          <a:ln/>
        </p:spPr>
      </p:sp>
      <p:sp>
        <p:nvSpPr>
          <p:cNvPr id="121" name="Shape 119"/>
          <p:cNvSpPr/>
          <p:nvPr/>
        </p:nvSpPr>
        <p:spPr>
          <a:xfrm>
            <a:off x="-515722" y="2715768"/>
            <a:ext cx="803758" cy="849706"/>
          </a:xfrm>
          <a:prstGeom prst="rect">
            <a:avLst/>
          </a:prstGeom>
          <a:solidFill>
            <a:srgbClr val="FFFFFF">
              <a:alpha val="688"/>
            </a:srgbClr>
          </a:solidFill>
          <a:ln/>
        </p:spPr>
      </p:sp>
      <p:sp>
        <p:nvSpPr>
          <p:cNvPr id="122" name="Shape 120"/>
          <p:cNvSpPr/>
          <p:nvPr/>
        </p:nvSpPr>
        <p:spPr>
          <a:xfrm>
            <a:off x="-515722" y="3556330"/>
            <a:ext cx="803758" cy="849706"/>
          </a:xfrm>
          <a:prstGeom prst="rect">
            <a:avLst/>
          </a:prstGeom>
          <a:solidFill>
            <a:srgbClr val="FFFFFF">
              <a:alpha val="1375"/>
            </a:srgbClr>
          </a:solidFill>
          <a:ln/>
        </p:spPr>
      </p:sp>
      <p:sp>
        <p:nvSpPr>
          <p:cNvPr id="123" name="Shape 121"/>
          <p:cNvSpPr/>
          <p:nvPr/>
        </p:nvSpPr>
        <p:spPr>
          <a:xfrm>
            <a:off x="-515722" y="4396892"/>
            <a:ext cx="803758" cy="849706"/>
          </a:xfrm>
          <a:prstGeom prst="rect">
            <a:avLst/>
          </a:prstGeom>
          <a:solidFill>
            <a:srgbClr val="FFFFFF">
              <a:alpha val="2063"/>
            </a:srgbClr>
          </a:solidFill>
          <a:ln/>
        </p:spPr>
      </p:sp>
      <p:sp>
        <p:nvSpPr>
          <p:cNvPr id="124" name="Shape 122"/>
          <p:cNvSpPr/>
          <p:nvPr/>
        </p:nvSpPr>
        <p:spPr>
          <a:xfrm>
            <a:off x="-515722" y="5237455"/>
            <a:ext cx="803758" cy="849706"/>
          </a:xfrm>
          <a:prstGeom prst="rect">
            <a:avLst/>
          </a:prstGeom>
          <a:solidFill>
            <a:srgbClr val="FFFFFF">
              <a:alpha val="2750"/>
            </a:srgbClr>
          </a:solidFill>
          <a:ln/>
        </p:spPr>
      </p:sp>
      <p:sp>
        <p:nvSpPr>
          <p:cNvPr id="125" name="Shape 123"/>
          <p:cNvSpPr/>
          <p:nvPr/>
        </p:nvSpPr>
        <p:spPr>
          <a:xfrm>
            <a:off x="-515722" y="6078017"/>
            <a:ext cx="803758" cy="849706"/>
          </a:xfrm>
          <a:prstGeom prst="rect">
            <a:avLst/>
          </a:prstGeom>
          <a:solidFill>
            <a:srgbClr val="FFFFFF">
              <a:alpha val="3438"/>
            </a:srgbClr>
          </a:solidFill>
          <a:ln/>
        </p:spPr>
      </p:sp>
      <p:sp>
        <p:nvSpPr>
          <p:cNvPr id="126" name="Shape 124"/>
          <p:cNvSpPr/>
          <p:nvPr/>
        </p:nvSpPr>
        <p:spPr>
          <a:xfrm>
            <a:off x="-515722" y="6918579"/>
            <a:ext cx="803758" cy="849706"/>
          </a:xfrm>
          <a:prstGeom prst="rect">
            <a:avLst/>
          </a:prstGeom>
          <a:solidFill>
            <a:srgbClr val="FFFFFF">
              <a:alpha val="4125"/>
            </a:srgbClr>
          </a:solidFill>
          <a:ln/>
        </p:spPr>
      </p:sp>
      <p:sp>
        <p:nvSpPr>
          <p:cNvPr id="127" name="Shape 125"/>
          <p:cNvSpPr/>
          <p:nvPr/>
        </p:nvSpPr>
        <p:spPr>
          <a:xfrm>
            <a:off x="-515722" y="7759141"/>
            <a:ext cx="803758" cy="849706"/>
          </a:xfrm>
          <a:prstGeom prst="rect">
            <a:avLst/>
          </a:prstGeom>
          <a:solidFill>
            <a:srgbClr val="FFFFFF">
              <a:alpha val="4813"/>
            </a:srgbClr>
          </a:solidFill>
          <a:ln/>
        </p:spPr>
      </p:sp>
      <p:sp>
        <p:nvSpPr>
          <p:cNvPr id="128" name="Shape 126"/>
          <p:cNvSpPr/>
          <p:nvPr/>
        </p:nvSpPr>
        <p:spPr>
          <a:xfrm>
            <a:off x="-515722" y="8599703"/>
            <a:ext cx="803758" cy="849706"/>
          </a:xfrm>
          <a:prstGeom prst="rect">
            <a:avLst/>
          </a:prstGeom>
          <a:solidFill>
            <a:srgbClr val="FFFFFF">
              <a:alpha val="5500"/>
            </a:srgbClr>
          </a:solidFill>
          <a:ln/>
        </p:spPr>
      </p:sp>
      <p:sp>
        <p:nvSpPr>
          <p:cNvPr id="129" name="Shape 127"/>
          <p:cNvSpPr/>
          <p:nvPr/>
        </p:nvSpPr>
        <p:spPr>
          <a:xfrm>
            <a:off x="170993" y="4513478"/>
            <a:ext cx="803758" cy="625107"/>
          </a:xfrm>
          <a:prstGeom prst="rect">
            <a:avLst/>
          </a:prstGeom>
          <a:solidFill>
            <a:srgbClr val="FFFFFF">
              <a:alpha val="344"/>
            </a:srgbClr>
          </a:solidFill>
          <a:ln/>
        </p:spPr>
      </p:sp>
      <p:sp>
        <p:nvSpPr>
          <p:cNvPr id="130" name="Shape 128"/>
          <p:cNvSpPr/>
          <p:nvPr/>
        </p:nvSpPr>
        <p:spPr>
          <a:xfrm>
            <a:off x="170993" y="5129441"/>
            <a:ext cx="803758" cy="625107"/>
          </a:xfrm>
          <a:prstGeom prst="rect">
            <a:avLst/>
          </a:prstGeom>
          <a:solidFill>
            <a:srgbClr val="FFFFFF">
              <a:alpha val="688"/>
            </a:srgbClr>
          </a:solidFill>
          <a:ln/>
        </p:spPr>
      </p:sp>
      <p:sp>
        <p:nvSpPr>
          <p:cNvPr id="131" name="Shape 129"/>
          <p:cNvSpPr/>
          <p:nvPr/>
        </p:nvSpPr>
        <p:spPr>
          <a:xfrm>
            <a:off x="170993" y="5745404"/>
            <a:ext cx="803758" cy="625107"/>
          </a:xfrm>
          <a:prstGeom prst="rect">
            <a:avLst/>
          </a:prstGeom>
          <a:solidFill>
            <a:srgbClr val="FFFFFF">
              <a:alpha val="1031"/>
            </a:srgbClr>
          </a:solidFill>
          <a:ln/>
        </p:spPr>
      </p:sp>
      <p:sp>
        <p:nvSpPr>
          <p:cNvPr id="132" name="Shape 130"/>
          <p:cNvSpPr/>
          <p:nvPr/>
        </p:nvSpPr>
        <p:spPr>
          <a:xfrm>
            <a:off x="170993" y="6361367"/>
            <a:ext cx="803758" cy="625107"/>
          </a:xfrm>
          <a:prstGeom prst="rect">
            <a:avLst/>
          </a:prstGeom>
          <a:solidFill>
            <a:srgbClr val="FFFFFF">
              <a:alpha val="1375"/>
            </a:srgbClr>
          </a:solidFill>
          <a:ln/>
        </p:spPr>
      </p:sp>
      <p:sp>
        <p:nvSpPr>
          <p:cNvPr id="133" name="Shape 131"/>
          <p:cNvSpPr/>
          <p:nvPr/>
        </p:nvSpPr>
        <p:spPr>
          <a:xfrm>
            <a:off x="170993" y="6977329"/>
            <a:ext cx="803758" cy="625107"/>
          </a:xfrm>
          <a:prstGeom prst="rect">
            <a:avLst/>
          </a:prstGeom>
          <a:solidFill>
            <a:srgbClr val="FFFFFF">
              <a:alpha val="1719"/>
            </a:srgbClr>
          </a:solidFill>
          <a:ln/>
        </p:spPr>
      </p:sp>
      <p:sp>
        <p:nvSpPr>
          <p:cNvPr id="134" name="Shape 132"/>
          <p:cNvSpPr/>
          <p:nvPr/>
        </p:nvSpPr>
        <p:spPr>
          <a:xfrm>
            <a:off x="170993" y="7593292"/>
            <a:ext cx="803758" cy="625107"/>
          </a:xfrm>
          <a:prstGeom prst="rect">
            <a:avLst/>
          </a:prstGeom>
          <a:solidFill>
            <a:srgbClr val="FFFFFF">
              <a:alpha val="2063"/>
            </a:srgbClr>
          </a:solidFill>
          <a:ln/>
        </p:spPr>
      </p:sp>
      <p:sp>
        <p:nvSpPr>
          <p:cNvPr id="135" name="Shape 133"/>
          <p:cNvSpPr/>
          <p:nvPr/>
        </p:nvSpPr>
        <p:spPr>
          <a:xfrm>
            <a:off x="170993" y="8209255"/>
            <a:ext cx="803758" cy="625107"/>
          </a:xfrm>
          <a:prstGeom prst="rect">
            <a:avLst/>
          </a:prstGeom>
          <a:solidFill>
            <a:srgbClr val="FFFFFF">
              <a:alpha val="2406"/>
            </a:srgbClr>
          </a:solidFill>
          <a:ln/>
        </p:spPr>
      </p:sp>
      <p:sp>
        <p:nvSpPr>
          <p:cNvPr id="136" name="Shape 134"/>
          <p:cNvSpPr/>
          <p:nvPr/>
        </p:nvSpPr>
        <p:spPr>
          <a:xfrm>
            <a:off x="170993" y="8825217"/>
            <a:ext cx="803758" cy="625107"/>
          </a:xfrm>
          <a:prstGeom prst="rect">
            <a:avLst/>
          </a:prstGeom>
          <a:solidFill>
            <a:srgbClr val="FFFFFF">
              <a:alpha val="2750"/>
            </a:srgbClr>
          </a:solidFill>
          <a:ln/>
        </p:spPr>
      </p:sp>
      <p:sp>
        <p:nvSpPr>
          <p:cNvPr id="137" name="Shape 135"/>
          <p:cNvSpPr/>
          <p:nvPr/>
        </p:nvSpPr>
        <p:spPr>
          <a:xfrm>
            <a:off x="862279" y="6350508"/>
            <a:ext cx="803758" cy="395364"/>
          </a:xfrm>
          <a:prstGeom prst="rect">
            <a:avLst/>
          </a:prstGeom>
          <a:solidFill>
            <a:srgbClr val="FFFFFF">
              <a:alpha val="138"/>
            </a:srgbClr>
          </a:solidFill>
          <a:ln/>
        </p:spPr>
      </p:sp>
      <p:sp>
        <p:nvSpPr>
          <p:cNvPr id="138" name="Shape 136"/>
          <p:cNvSpPr/>
          <p:nvPr/>
        </p:nvSpPr>
        <p:spPr>
          <a:xfrm>
            <a:off x="862279" y="6736728"/>
            <a:ext cx="803758" cy="395364"/>
          </a:xfrm>
          <a:prstGeom prst="rect">
            <a:avLst/>
          </a:prstGeom>
          <a:solidFill>
            <a:srgbClr val="FFFFFF">
              <a:alpha val="275"/>
            </a:srgbClr>
          </a:solidFill>
          <a:ln/>
        </p:spPr>
      </p:sp>
      <p:sp>
        <p:nvSpPr>
          <p:cNvPr id="139" name="Shape 137"/>
          <p:cNvSpPr/>
          <p:nvPr/>
        </p:nvSpPr>
        <p:spPr>
          <a:xfrm>
            <a:off x="862279" y="7122947"/>
            <a:ext cx="803758" cy="395364"/>
          </a:xfrm>
          <a:prstGeom prst="rect">
            <a:avLst/>
          </a:prstGeom>
          <a:solidFill>
            <a:srgbClr val="FFFFFF">
              <a:alpha val="412"/>
            </a:srgbClr>
          </a:solidFill>
          <a:ln/>
        </p:spPr>
      </p:sp>
      <p:sp>
        <p:nvSpPr>
          <p:cNvPr id="140" name="Shape 138"/>
          <p:cNvSpPr/>
          <p:nvPr/>
        </p:nvSpPr>
        <p:spPr>
          <a:xfrm>
            <a:off x="862279" y="7509167"/>
            <a:ext cx="803758" cy="395364"/>
          </a:xfrm>
          <a:prstGeom prst="rect">
            <a:avLst/>
          </a:prstGeom>
          <a:solidFill>
            <a:srgbClr val="FFFFFF">
              <a:alpha val="550"/>
            </a:srgbClr>
          </a:solidFill>
          <a:ln/>
        </p:spPr>
      </p:sp>
      <p:sp>
        <p:nvSpPr>
          <p:cNvPr id="141" name="Shape 139"/>
          <p:cNvSpPr/>
          <p:nvPr/>
        </p:nvSpPr>
        <p:spPr>
          <a:xfrm>
            <a:off x="862279" y="7895387"/>
            <a:ext cx="803758" cy="395364"/>
          </a:xfrm>
          <a:prstGeom prst="rect">
            <a:avLst/>
          </a:prstGeom>
          <a:solidFill>
            <a:srgbClr val="FFFFFF">
              <a:alpha val="688"/>
            </a:srgbClr>
          </a:solidFill>
          <a:ln/>
        </p:spPr>
      </p:sp>
      <p:sp>
        <p:nvSpPr>
          <p:cNvPr id="142" name="Shape 140"/>
          <p:cNvSpPr/>
          <p:nvPr/>
        </p:nvSpPr>
        <p:spPr>
          <a:xfrm>
            <a:off x="862279" y="8281607"/>
            <a:ext cx="803758" cy="395364"/>
          </a:xfrm>
          <a:prstGeom prst="rect">
            <a:avLst/>
          </a:prstGeom>
          <a:solidFill>
            <a:srgbClr val="FFFFFF">
              <a:alpha val="825"/>
            </a:srgbClr>
          </a:solidFill>
          <a:ln/>
        </p:spPr>
      </p:sp>
      <p:sp>
        <p:nvSpPr>
          <p:cNvPr id="143" name="Shape 141"/>
          <p:cNvSpPr/>
          <p:nvPr/>
        </p:nvSpPr>
        <p:spPr>
          <a:xfrm>
            <a:off x="862279" y="8667826"/>
            <a:ext cx="803758" cy="395364"/>
          </a:xfrm>
          <a:prstGeom prst="rect">
            <a:avLst/>
          </a:prstGeom>
          <a:solidFill>
            <a:srgbClr val="FFFFFF">
              <a:alpha val="963"/>
            </a:srgbClr>
          </a:solidFill>
          <a:ln/>
        </p:spPr>
      </p:sp>
      <p:sp>
        <p:nvSpPr>
          <p:cNvPr id="144" name="Shape 142"/>
          <p:cNvSpPr/>
          <p:nvPr/>
        </p:nvSpPr>
        <p:spPr>
          <a:xfrm>
            <a:off x="862279" y="9054046"/>
            <a:ext cx="803758" cy="395364"/>
          </a:xfrm>
          <a:prstGeom prst="rect">
            <a:avLst/>
          </a:prstGeom>
          <a:solidFill>
            <a:srgbClr val="FFFFFF">
              <a:alpha val="1100"/>
            </a:srgbClr>
          </a:solidFill>
          <a:ln/>
        </p:spPr>
      </p:sp>
      <p:sp>
        <p:nvSpPr>
          <p:cNvPr id="145" name="Shape 143"/>
          <p:cNvSpPr/>
          <p:nvPr/>
        </p:nvSpPr>
        <p:spPr>
          <a:xfrm>
            <a:off x="1435608" y="-1775765"/>
            <a:ext cx="803758" cy="849706"/>
          </a:xfrm>
          <a:prstGeom prst="rect">
            <a:avLst/>
          </a:prstGeom>
          <a:solidFill>
            <a:srgbClr val="F8FE05">
              <a:alpha val="8250"/>
            </a:srgbClr>
          </a:solidFill>
          <a:ln/>
        </p:spPr>
      </p:sp>
      <p:sp>
        <p:nvSpPr>
          <p:cNvPr id="146" name="Shape 144"/>
          <p:cNvSpPr/>
          <p:nvPr/>
        </p:nvSpPr>
        <p:spPr>
          <a:xfrm>
            <a:off x="1435608" y="-935203"/>
            <a:ext cx="803758" cy="849706"/>
          </a:xfrm>
          <a:prstGeom prst="rect">
            <a:avLst/>
          </a:prstGeom>
          <a:solidFill>
            <a:srgbClr val="F8FE05">
              <a:alpha val="7219"/>
            </a:srgbClr>
          </a:solidFill>
          <a:ln/>
        </p:spPr>
      </p:sp>
      <p:sp>
        <p:nvSpPr>
          <p:cNvPr id="147" name="Shape 145"/>
          <p:cNvSpPr/>
          <p:nvPr/>
        </p:nvSpPr>
        <p:spPr>
          <a:xfrm>
            <a:off x="1435608" y="-94640"/>
            <a:ext cx="803758" cy="849706"/>
          </a:xfrm>
          <a:prstGeom prst="rect">
            <a:avLst/>
          </a:prstGeom>
          <a:solidFill>
            <a:srgbClr val="F8FE05">
              <a:alpha val="6188"/>
            </a:srgbClr>
          </a:solidFill>
          <a:ln/>
        </p:spPr>
      </p:sp>
      <p:sp>
        <p:nvSpPr>
          <p:cNvPr id="148" name="Shape 146"/>
          <p:cNvSpPr/>
          <p:nvPr/>
        </p:nvSpPr>
        <p:spPr>
          <a:xfrm>
            <a:off x="1435608" y="745922"/>
            <a:ext cx="803758" cy="849706"/>
          </a:xfrm>
          <a:prstGeom prst="rect">
            <a:avLst/>
          </a:prstGeom>
          <a:solidFill>
            <a:srgbClr val="F8FE05">
              <a:alpha val="5156"/>
            </a:srgbClr>
          </a:solidFill>
          <a:ln/>
        </p:spPr>
      </p:sp>
      <p:sp>
        <p:nvSpPr>
          <p:cNvPr id="149" name="Shape 147"/>
          <p:cNvSpPr/>
          <p:nvPr/>
        </p:nvSpPr>
        <p:spPr>
          <a:xfrm>
            <a:off x="1435608" y="1586484"/>
            <a:ext cx="803758" cy="849706"/>
          </a:xfrm>
          <a:prstGeom prst="rect">
            <a:avLst/>
          </a:prstGeom>
          <a:solidFill>
            <a:srgbClr val="F8FE05">
              <a:alpha val="4125"/>
            </a:srgbClr>
          </a:solidFill>
          <a:ln/>
        </p:spPr>
      </p:sp>
      <p:sp>
        <p:nvSpPr>
          <p:cNvPr id="150" name="Shape 148"/>
          <p:cNvSpPr/>
          <p:nvPr/>
        </p:nvSpPr>
        <p:spPr>
          <a:xfrm>
            <a:off x="1435608" y="2427046"/>
            <a:ext cx="803758" cy="849706"/>
          </a:xfrm>
          <a:prstGeom prst="rect">
            <a:avLst/>
          </a:prstGeom>
          <a:solidFill>
            <a:srgbClr val="F8FE05">
              <a:alpha val="3094"/>
            </a:srgbClr>
          </a:solidFill>
          <a:ln/>
        </p:spPr>
      </p:sp>
      <p:sp>
        <p:nvSpPr>
          <p:cNvPr id="151" name="Shape 149"/>
          <p:cNvSpPr/>
          <p:nvPr/>
        </p:nvSpPr>
        <p:spPr>
          <a:xfrm>
            <a:off x="1435608" y="3267608"/>
            <a:ext cx="803758" cy="849706"/>
          </a:xfrm>
          <a:prstGeom prst="rect">
            <a:avLst/>
          </a:prstGeom>
          <a:solidFill>
            <a:srgbClr val="F8FE05">
              <a:alpha val="2063"/>
            </a:srgbClr>
          </a:solidFill>
          <a:ln/>
        </p:spPr>
      </p:sp>
      <p:sp>
        <p:nvSpPr>
          <p:cNvPr id="152" name="Shape 150"/>
          <p:cNvSpPr/>
          <p:nvPr/>
        </p:nvSpPr>
        <p:spPr>
          <a:xfrm>
            <a:off x="1435608" y="4108171"/>
            <a:ext cx="803758" cy="849706"/>
          </a:xfrm>
          <a:prstGeom prst="rect">
            <a:avLst/>
          </a:prstGeom>
          <a:solidFill>
            <a:srgbClr val="F8FE05">
              <a:alpha val="1031"/>
            </a:srgbClr>
          </a:solidFill>
          <a:ln/>
        </p:spPr>
      </p:sp>
      <p:sp>
        <p:nvSpPr>
          <p:cNvPr id="153" name="Shape 151"/>
          <p:cNvSpPr/>
          <p:nvPr/>
        </p:nvSpPr>
        <p:spPr>
          <a:xfrm>
            <a:off x="2806294" y="-1775765"/>
            <a:ext cx="803758" cy="523723"/>
          </a:xfrm>
          <a:prstGeom prst="rect">
            <a:avLst/>
          </a:prstGeom>
          <a:solidFill>
            <a:srgbClr val="F8FE05">
              <a:alpha val="3850"/>
            </a:srgbClr>
          </a:solidFill>
          <a:ln/>
        </p:spPr>
      </p:sp>
      <p:sp>
        <p:nvSpPr>
          <p:cNvPr id="154" name="Shape 152"/>
          <p:cNvSpPr/>
          <p:nvPr/>
        </p:nvSpPr>
        <p:spPr>
          <a:xfrm>
            <a:off x="2806294" y="-1261186"/>
            <a:ext cx="803758" cy="523723"/>
          </a:xfrm>
          <a:prstGeom prst="rect">
            <a:avLst/>
          </a:prstGeom>
          <a:solidFill>
            <a:srgbClr val="F8FE05">
              <a:alpha val="3369"/>
            </a:srgbClr>
          </a:solidFill>
          <a:ln/>
        </p:spPr>
      </p:sp>
      <p:sp>
        <p:nvSpPr>
          <p:cNvPr id="155" name="Shape 153"/>
          <p:cNvSpPr/>
          <p:nvPr/>
        </p:nvSpPr>
        <p:spPr>
          <a:xfrm>
            <a:off x="2806294" y="-746608"/>
            <a:ext cx="803758" cy="523723"/>
          </a:xfrm>
          <a:prstGeom prst="rect">
            <a:avLst/>
          </a:prstGeom>
          <a:solidFill>
            <a:srgbClr val="F8FE05">
              <a:alpha val="2888"/>
            </a:srgbClr>
          </a:solidFill>
          <a:ln/>
        </p:spPr>
      </p:sp>
      <p:sp>
        <p:nvSpPr>
          <p:cNvPr id="156" name="Shape 154"/>
          <p:cNvSpPr/>
          <p:nvPr/>
        </p:nvSpPr>
        <p:spPr>
          <a:xfrm>
            <a:off x="2806294" y="-232029"/>
            <a:ext cx="803758" cy="523723"/>
          </a:xfrm>
          <a:prstGeom prst="rect">
            <a:avLst/>
          </a:prstGeom>
          <a:solidFill>
            <a:srgbClr val="F8FE05">
              <a:alpha val="2406"/>
            </a:srgbClr>
          </a:solidFill>
          <a:ln/>
        </p:spPr>
      </p:sp>
      <p:sp>
        <p:nvSpPr>
          <p:cNvPr id="157" name="Shape 155"/>
          <p:cNvSpPr/>
          <p:nvPr/>
        </p:nvSpPr>
        <p:spPr>
          <a:xfrm>
            <a:off x="2806294" y="282550"/>
            <a:ext cx="803758" cy="523723"/>
          </a:xfrm>
          <a:prstGeom prst="rect">
            <a:avLst/>
          </a:prstGeom>
          <a:solidFill>
            <a:srgbClr val="F8FE05">
              <a:alpha val="1925"/>
            </a:srgbClr>
          </a:solidFill>
          <a:ln/>
        </p:spPr>
      </p:sp>
      <p:sp>
        <p:nvSpPr>
          <p:cNvPr id="158" name="Shape 156"/>
          <p:cNvSpPr/>
          <p:nvPr/>
        </p:nvSpPr>
        <p:spPr>
          <a:xfrm>
            <a:off x="2806294" y="797128"/>
            <a:ext cx="803758" cy="523723"/>
          </a:xfrm>
          <a:prstGeom prst="rect">
            <a:avLst/>
          </a:prstGeom>
          <a:solidFill>
            <a:srgbClr val="F8FE05">
              <a:alpha val="1444"/>
            </a:srgbClr>
          </a:solidFill>
          <a:ln/>
        </p:spPr>
      </p:sp>
      <p:sp>
        <p:nvSpPr>
          <p:cNvPr id="159" name="Shape 157"/>
          <p:cNvSpPr/>
          <p:nvPr/>
        </p:nvSpPr>
        <p:spPr>
          <a:xfrm>
            <a:off x="2806294" y="1311707"/>
            <a:ext cx="803758" cy="523723"/>
          </a:xfrm>
          <a:prstGeom prst="rect">
            <a:avLst/>
          </a:prstGeom>
          <a:solidFill>
            <a:srgbClr val="F8FE05">
              <a:alpha val="963"/>
            </a:srgbClr>
          </a:solidFill>
          <a:ln/>
        </p:spPr>
      </p:sp>
      <p:sp>
        <p:nvSpPr>
          <p:cNvPr id="160" name="Shape 158"/>
          <p:cNvSpPr/>
          <p:nvPr/>
        </p:nvSpPr>
        <p:spPr>
          <a:xfrm>
            <a:off x="2806294" y="1826285"/>
            <a:ext cx="803758" cy="523723"/>
          </a:xfrm>
          <a:prstGeom prst="rect">
            <a:avLst/>
          </a:prstGeom>
          <a:solidFill>
            <a:srgbClr val="F8FE05">
              <a:alpha val="481"/>
            </a:srgbClr>
          </a:solidFill>
          <a:ln/>
        </p:spPr>
      </p:sp>
      <p:sp>
        <p:nvSpPr>
          <p:cNvPr id="161" name="Shape 159"/>
          <p:cNvSpPr/>
          <p:nvPr/>
        </p:nvSpPr>
        <p:spPr>
          <a:xfrm>
            <a:off x="2115922" y="-1775765"/>
            <a:ext cx="803758" cy="671284"/>
          </a:xfrm>
          <a:prstGeom prst="rect">
            <a:avLst/>
          </a:prstGeom>
          <a:solidFill>
            <a:srgbClr val="F8FE05">
              <a:alpha val="5500"/>
            </a:srgbClr>
          </a:solidFill>
          <a:ln/>
        </p:spPr>
      </p:sp>
      <p:sp>
        <p:nvSpPr>
          <p:cNvPr id="162" name="Shape 160"/>
          <p:cNvSpPr/>
          <p:nvPr/>
        </p:nvSpPr>
        <p:spPr>
          <a:xfrm>
            <a:off x="2115922" y="-1113625"/>
            <a:ext cx="803758" cy="671284"/>
          </a:xfrm>
          <a:prstGeom prst="rect">
            <a:avLst/>
          </a:prstGeom>
          <a:solidFill>
            <a:srgbClr val="F8FE05">
              <a:alpha val="4813"/>
            </a:srgbClr>
          </a:solidFill>
          <a:ln/>
        </p:spPr>
      </p:sp>
      <p:sp>
        <p:nvSpPr>
          <p:cNvPr id="163" name="Shape 161"/>
          <p:cNvSpPr/>
          <p:nvPr/>
        </p:nvSpPr>
        <p:spPr>
          <a:xfrm>
            <a:off x="2115922" y="-451485"/>
            <a:ext cx="803758" cy="671284"/>
          </a:xfrm>
          <a:prstGeom prst="rect">
            <a:avLst/>
          </a:prstGeom>
          <a:solidFill>
            <a:srgbClr val="F8FE05">
              <a:alpha val="4125"/>
            </a:srgbClr>
          </a:solidFill>
          <a:ln/>
        </p:spPr>
      </p:sp>
      <p:sp>
        <p:nvSpPr>
          <p:cNvPr id="164" name="Shape 162"/>
          <p:cNvSpPr/>
          <p:nvPr/>
        </p:nvSpPr>
        <p:spPr>
          <a:xfrm>
            <a:off x="2115922" y="210655"/>
            <a:ext cx="803758" cy="671284"/>
          </a:xfrm>
          <a:prstGeom prst="rect">
            <a:avLst/>
          </a:prstGeom>
          <a:solidFill>
            <a:srgbClr val="F8FE05">
              <a:alpha val="3438"/>
            </a:srgbClr>
          </a:solidFill>
          <a:ln/>
        </p:spPr>
      </p:sp>
      <p:sp>
        <p:nvSpPr>
          <p:cNvPr id="165" name="Shape 163"/>
          <p:cNvSpPr/>
          <p:nvPr/>
        </p:nvSpPr>
        <p:spPr>
          <a:xfrm>
            <a:off x="2115922" y="872795"/>
            <a:ext cx="803758" cy="671284"/>
          </a:xfrm>
          <a:prstGeom prst="rect">
            <a:avLst/>
          </a:prstGeom>
          <a:solidFill>
            <a:srgbClr val="F8FE05">
              <a:alpha val="2750"/>
            </a:srgbClr>
          </a:solidFill>
          <a:ln/>
        </p:spPr>
      </p:sp>
      <p:sp>
        <p:nvSpPr>
          <p:cNvPr id="166" name="Shape 164"/>
          <p:cNvSpPr/>
          <p:nvPr/>
        </p:nvSpPr>
        <p:spPr>
          <a:xfrm>
            <a:off x="2115922" y="1534935"/>
            <a:ext cx="803758" cy="671284"/>
          </a:xfrm>
          <a:prstGeom prst="rect">
            <a:avLst/>
          </a:prstGeom>
          <a:solidFill>
            <a:srgbClr val="F8FE05">
              <a:alpha val="2063"/>
            </a:srgbClr>
          </a:solidFill>
          <a:ln/>
        </p:spPr>
      </p:sp>
      <p:sp>
        <p:nvSpPr>
          <p:cNvPr id="167" name="Shape 165"/>
          <p:cNvSpPr/>
          <p:nvPr/>
        </p:nvSpPr>
        <p:spPr>
          <a:xfrm>
            <a:off x="2115922" y="2197075"/>
            <a:ext cx="803758" cy="671284"/>
          </a:xfrm>
          <a:prstGeom prst="rect">
            <a:avLst/>
          </a:prstGeom>
          <a:solidFill>
            <a:srgbClr val="F8FE05">
              <a:alpha val="1375"/>
            </a:srgbClr>
          </a:solidFill>
          <a:ln/>
        </p:spPr>
      </p:sp>
      <p:sp>
        <p:nvSpPr>
          <p:cNvPr id="168" name="Shape 166"/>
          <p:cNvSpPr/>
          <p:nvPr/>
        </p:nvSpPr>
        <p:spPr>
          <a:xfrm>
            <a:off x="2115922" y="2859215"/>
            <a:ext cx="803758" cy="671284"/>
          </a:xfrm>
          <a:prstGeom prst="rect">
            <a:avLst/>
          </a:prstGeom>
          <a:solidFill>
            <a:srgbClr val="F8FE05">
              <a:alpha val="688"/>
            </a:srgbClr>
          </a:solidFill>
          <a:ln/>
        </p:spPr>
      </p:sp>
      <p:sp>
        <p:nvSpPr>
          <p:cNvPr id="169" name="Shape 167"/>
          <p:cNvSpPr/>
          <p:nvPr/>
        </p:nvSpPr>
        <p:spPr>
          <a:xfrm>
            <a:off x="742493" y="-1775765"/>
            <a:ext cx="803758" cy="625107"/>
          </a:xfrm>
          <a:prstGeom prst="rect">
            <a:avLst/>
          </a:prstGeom>
          <a:solidFill>
            <a:srgbClr val="F8FE05">
              <a:alpha val="5500"/>
            </a:srgbClr>
          </a:solidFill>
          <a:ln/>
        </p:spPr>
      </p:sp>
      <p:sp>
        <p:nvSpPr>
          <p:cNvPr id="170" name="Shape 168"/>
          <p:cNvSpPr/>
          <p:nvPr/>
        </p:nvSpPr>
        <p:spPr>
          <a:xfrm>
            <a:off x="742493" y="-1159802"/>
            <a:ext cx="803758" cy="625107"/>
          </a:xfrm>
          <a:prstGeom prst="rect">
            <a:avLst/>
          </a:prstGeom>
          <a:solidFill>
            <a:srgbClr val="F8FE05">
              <a:alpha val="4813"/>
            </a:srgbClr>
          </a:solidFill>
          <a:ln/>
        </p:spPr>
      </p:sp>
      <p:sp>
        <p:nvSpPr>
          <p:cNvPr id="171" name="Shape 169"/>
          <p:cNvSpPr/>
          <p:nvPr/>
        </p:nvSpPr>
        <p:spPr>
          <a:xfrm>
            <a:off x="742493" y="-543839"/>
            <a:ext cx="803758" cy="625107"/>
          </a:xfrm>
          <a:prstGeom prst="rect">
            <a:avLst/>
          </a:prstGeom>
          <a:solidFill>
            <a:srgbClr val="F8FE05">
              <a:alpha val="4125"/>
            </a:srgbClr>
          </a:solidFill>
          <a:ln/>
        </p:spPr>
      </p:sp>
      <p:sp>
        <p:nvSpPr>
          <p:cNvPr id="172" name="Shape 170"/>
          <p:cNvSpPr/>
          <p:nvPr/>
        </p:nvSpPr>
        <p:spPr>
          <a:xfrm>
            <a:off x="742493" y="72123"/>
            <a:ext cx="803758" cy="625107"/>
          </a:xfrm>
          <a:prstGeom prst="rect">
            <a:avLst/>
          </a:prstGeom>
          <a:solidFill>
            <a:srgbClr val="F8FE05">
              <a:alpha val="3438"/>
            </a:srgbClr>
          </a:solidFill>
          <a:ln/>
        </p:spPr>
      </p:sp>
      <p:sp>
        <p:nvSpPr>
          <p:cNvPr id="173" name="Shape 171"/>
          <p:cNvSpPr/>
          <p:nvPr/>
        </p:nvSpPr>
        <p:spPr>
          <a:xfrm>
            <a:off x="742493" y="688086"/>
            <a:ext cx="803758" cy="625107"/>
          </a:xfrm>
          <a:prstGeom prst="rect">
            <a:avLst/>
          </a:prstGeom>
          <a:solidFill>
            <a:srgbClr val="F8FE05">
              <a:alpha val="2750"/>
            </a:srgbClr>
          </a:solidFill>
          <a:ln/>
        </p:spPr>
      </p:sp>
      <p:sp>
        <p:nvSpPr>
          <p:cNvPr id="174" name="Shape 172"/>
          <p:cNvSpPr/>
          <p:nvPr/>
        </p:nvSpPr>
        <p:spPr>
          <a:xfrm>
            <a:off x="742493" y="1304049"/>
            <a:ext cx="803758" cy="625107"/>
          </a:xfrm>
          <a:prstGeom prst="rect">
            <a:avLst/>
          </a:prstGeom>
          <a:solidFill>
            <a:srgbClr val="F8FE05">
              <a:alpha val="2063"/>
            </a:srgbClr>
          </a:solidFill>
          <a:ln/>
        </p:spPr>
      </p:sp>
      <p:sp>
        <p:nvSpPr>
          <p:cNvPr id="175" name="Shape 173"/>
          <p:cNvSpPr/>
          <p:nvPr/>
        </p:nvSpPr>
        <p:spPr>
          <a:xfrm>
            <a:off x="742493" y="1920011"/>
            <a:ext cx="803758" cy="625107"/>
          </a:xfrm>
          <a:prstGeom prst="rect">
            <a:avLst/>
          </a:prstGeom>
          <a:solidFill>
            <a:srgbClr val="F8FE05">
              <a:alpha val="1375"/>
            </a:srgbClr>
          </a:solidFill>
          <a:ln/>
        </p:spPr>
      </p:sp>
      <p:sp>
        <p:nvSpPr>
          <p:cNvPr id="176" name="Shape 174"/>
          <p:cNvSpPr/>
          <p:nvPr/>
        </p:nvSpPr>
        <p:spPr>
          <a:xfrm>
            <a:off x="742493" y="2535974"/>
            <a:ext cx="803758" cy="625107"/>
          </a:xfrm>
          <a:prstGeom prst="rect">
            <a:avLst/>
          </a:prstGeom>
          <a:solidFill>
            <a:srgbClr val="F8FE05">
              <a:alpha val="688"/>
            </a:srgbClr>
          </a:solidFill>
          <a:ln/>
        </p:spPr>
      </p:sp>
      <p:sp>
        <p:nvSpPr>
          <p:cNvPr id="177" name="Shape 175"/>
          <p:cNvSpPr/>
          <p:nvPr/>
        </p:nvSpPr>
        <p:spPr>
          <a:xfrm>
            <a:off x="57607" y="-1775765"/>
            <a:ext cx="803758" cy="395364"/>
          </a:xfrm>
          <a:prstGeom prst="rect">
            <a:avLst/>
          </a:prstGeom>
          <a:solidFill>
            <a:srgbClr val="F8FE05">
              <a:alpha val="3850"/>
            </a:srgbClr>
          </a:solidFill>
          <a:ln/>
        </p:spPr>
      </p:sp>
      <p:sp>
        <p:nvSpPr>
          <p:cNvPr id="178" name="Shape 176"/>
          <p:cNvSpPr/>
          <p:nvPr/>
        </p:nvSpPr>
        <p:spPr>
          <a:xfrm>
            <a:off x="57607" y="-1389545"/>
            <a:ext cx="803758" cy="395364"/>
          </a:xfrm>
          <a:prstGeom prst="rect">
            <a:avLst/>
          </a:prstGeom>
          <a:solidFill>
            <a:srgbClr val="F8FE05">
              <a:alpha val="3369"/>
            </a:srgbClr>
          </a:solidFill>
          <a:ln/>
        </p:spPr>
      </p:sp>
      <p:sp>
        <p:nvSpPr>
          <p:cNvPr id="179" name="Shape 177"/>
          <p:cNvSpPr/>
          <p:nvPr/>
        </p:nvSpPr>
        <p:spPr>
          <a:xfrm>
            <a:off x="57607" y="-1003325"/>
            <a:ext cx="803758" cy="395364"/>
          </a:xfrm>
          <a:prstGeom prst="rect">
            <a:avLst/>
          </a:prstGeom>
          <a:solidFill>
            <a:srgbClr val="F8FE05">
              <a:alpha val="2888"/>
            </a:srgbClr>
          </a:solidFill>
          <a:ln/>
        </p:spPr>
      </p:sp>
      <p:sp>
        <p:nvSpPr>
          <p:cNvPr id="180" name="Shape 178"/>
          <p:cNvSpPr/>
          <p:nvPr/>
        </p:nvSpPr>
        <p:spPr>
          <a:xfrm>
            <a:off x="57607" y="-617106"/>
            <a:ext cx="803758" cy="395364"/>
          </a:xfrm>
          <a:prstGeom prst="rect">
            <a:avLst/>
          </a:prstGeom>
          <a:solidFill>
            <a:srgbClr val="F8FE05">
              <a:alpha val="2406"/>
            </a:srgbClr>
          </a:solidFill>
          <a:ln/>
        </p:spPr>
      </p:sp>
      <p:sp>
        <p:nvSpPr>
          <p:cNvPr id="181" name="Shape 179"/>
          <p:cNvSpPr/>
          <p:nvPr/>
        </p:nvSpPr>
        <p:spPr>
          <a:xfrm>
            <a:off x="57607" y="-230886"/>
            <a:ext cx="803758" cy="395364"/>
          </a:xfrm>
          <a:prstGeom prst="rect">
            <a:avLst/>
          </a:prstGeom>
          <a:solidFill>
            <a:srgbClr val="F8FE05">
              <a:alpha val="1925"/>
            </a:srgbClr>
          </a:solidFill>
          <a:ln/>
        </p:spPr>
      </p:sp>
      <p:sp>
        <p:nvSpPr>
          <p:cNvPr id="182" name="Shape 180"/>
          <p:cNvSpPr/>
          <p:nvPr/>
        </p:nvSpPr>
        <p:spPr>
          <a:xfrm>
            <a:off x="57607" y="155334"/>
            <a:ext cx="803758" cy="395364"/>
          </a:xfrm>
          <a:prstGeom prst="rect">
            <a:avLst/>
          </a:prstGeom>
          <a:solidFill>
            <a:srgbClr val="F8FE05">
              <a:alpha val="1444"/>
            </a:srgbClr>
          </a:solidFill>
          <a:ln/>
        </p:spPr>
      </p:sp>
      <p:sp>
        <p:nvSpPr>
          <p:cNvPr id="183" name="Shape 181"/>
          <p:cNvSpPr/>
          <p:nvPr/>
        </p:nvSpPr>
        <p:spPr>
          <a:xfrm>
            <a:off x="57607" y="541553"/>
            <a:ext cx="803758" cy="395364"/>
          </a:xfrm>
          <a:prstGeom prst="rect">
            <a:avLst/>
          </a:prstGeom>
          <a:solidFill>
            <a:srgbClr val="F8FE05">
              <a:alpha val="963"/>
            </a:srgbClr>
          </a:solidFill>
          <a:ln/>
        </p:spPr>
      </p:sp>
      <p:sp>
        <p:nvSpPr>
          <p:cNvPr id="184" name="Shape 182"/>
          <p:cNvSpPr/>
          <p:nvPr/>
        </p:nvSpPr>
        <p:spPr>
          <a:xfrm>
            <a:off x="57607" y="927773"/>
            <a:ext cx="803758" cy="395364"/>
          </a:xfrm>
          <a:prstGeom prst="rect">
            <a:avLst/>
          </a:prstGeom>
          <a:solidFill>
            <a:srgbClr val="F8FE05">
              <a:alpha val="481"/>
            </a:srgbClr>
          </a:solidFill>
          <a:ln/>
        </p:spPr>
      </p:sp>
      <p:sp>
        <p:nvSpPr>
          <p:cNvPr id="185" name="Shape 183"/>
          <p:cNvSpPr/>
          <p:nvPr/>
        </p:nvSpPr>
        <p:spPr>
          <a:xfrm>
            <a:off x="5578754" y="-1775765"/>
            <a:ext cx="803758" cy="849706"/>
          </a:xfrm>
          <a:prstGeom prst="rect">
            <a:avLst/>
          </a:prstGeom>
          <a:solidFill>
            <a:srgbClr val="F8FE05">
              <a:alpha val="8250"/>
            </a:srgbClr>
          </a:solidFill>
          <a:ln/>
        </p:spPr>
      </p:sp>
      <p:sp>
        <p:nvSpPr>
          <p:cNvPr id="186" name="Shape 184"/>
          <p:cNvSpPr/>
          <p:nvPr/>
        </p:nvSpPr>
        <p:spPr>
          <a:xfrm>
            <a:off x="5578754" y="-935203"/>
            <a:ext cx="803758" cy="849706"/>
          </a:xfrm>
          <a:prstGeom prst="rect">
            <a:avLst/>
          </a:prstGeom>
          <a:solidFill>
            <a:srgbClr val="F8FE05">
              <a:alpha val="7219"/>
            </a:srgbClr>
          </a:solidFill>
          <a:ln/>
        </p:spPr>
      </p:sp>
      <p:sp>
        <p:nvSpPr>
          <p:cNvPr id="187" name="Shape 185"/>
          <p:cNvSpPr/>
          <p:nvPr/>
        </p:nvSpPr>
        <p:spPr>
          <a:xfrm>
            <a:off x="5578754" y="-94640"/>
            <a:ext cx="803758" cy="849706"/>
          </a:xfrm>
          <a:prstGeom prst="rect">
            <a:avLst/>
          </a:prstGeom>
          <a:solidFill>
            <a:srgbClr val="F8FE05">
              <a:alpha val="6188"/>
            </a:srgbClr>
          </a:solidFill>
          <a:ln/>
        </p:spPr>
      </p:sp>
      <p:sp>
        <p:nvSpPr>
          <p:cNvPr id="188" name="Shape 186"/>
          <p:cNvSpPr/>
          <p:nvPr/>
        </p:nvSpPr>
        <p:spPr>
          <a:xfrm>
            <a:off x="5578754" y="745922"/>
            <a:ext cx="803758" cy="849706"/>
          </a:xfrm>
          <a:prstGeom prst="rect">
            <a:avLst/>
          </a:prstGeom>
          <a:solidFill>
            <a:srgbClr val="F8FE05">
              <a:alpha val="5156"/>
            </a:srgbClr>
          </a:solidFill>
          <a:ln/>
        </p:spPr>
      </p:sp>
      <p:sp>
        <p:nvSpPr>
          <p:cNvPr id="189" name="Shape 187"/>
          <p:cNvSpPr/>
          <p:nvPr/>
        </p:nvSpPr>
        <p:spPr>
          <a:xfrm>
            <a:off x="5578754" y="1586484"/>
            <a:ext cx="803758" cy="849706"/>
          </a:xfrm>
          <a:prstGeom prst="rect">
            <a:avLst/>
          </a:prstGeom>
          <a:solidFill>
            <a:srgbClr val="F8FE05">
              <a:alpha val="4125"/>
            </a:srgbClr>
          </a:solidFill>
          <a:ln/>
        </p:spPr>
      </p:sp>
      <p:sp>
        <p:nvSpPr>
          <p:cNvPr id="190" name="Shape 188"/>
          <p:cNvSpPr/>
          <p:nvPr/>
        </p:nvSpPr>
        <p:spPr>
          <a:xfrm>
            <a:off x="5578754" y="2427046"/>
            <a:ext cx="803758" cy="849706"/>
          </a:xfrm>
          <a:prstGeom prst="rect">
            <a:avLst/>
          </a:prstGeom>
          <a:solidFill>
            <a:srgbClr val="F8FE05">
              <a:alpha val="3094"/>
            </a:srgbClr>
          </a:solidFill>
          <a:ln/>
        </p:spPr>
      </p:sp>
      <p:sp>
        <p:nvSpPr>
          <p:cNvPr id="191" name="Shape 189"/>
          <p:cNvSpPr/>
          <p:nvPr/>
        </p:nvSpPr>
        <p:spPr>
          <a:xfrm>
            <a:off x="5578754" y="3267608"/>
            <a:ext cx="803758" cy="849706"/>
          </a:xfrm>
          <a:prstGeom prst="rect">
            <a:avLst/>
          </a:prstGeom>
          <a:solidFill>
            <a:srgbClr val="F8FE05">
              <a:alpha val="2063"/>
            </a:srgbClr>
          </a:solidFill>
          <a:ln/>
        </p:spPr>
      </p:sp>
      <p:sp>
        <p:nvSpPr>
          <p:cNvPr id="192" name="Shape 190"/>
          <p:cNvSpPr/>
          <p:nvPr/>
        </p:nvSpPr>
        <p:spPr>
          <a:xfrm>
            <a:off x="5578754" y="4108171"/>
            <a:ext cx="803758" cy="849706"/>
          </a:xfrm>
          <a:prstGeom prst="rect">
            <a:avLst/>
          </a:prstGeom>
          <a:solidFill>
            <a:srgbClr val="F8FE05">
              <a:alpha val="1031"/>
            </a:srgbClr>
          </a:solidFill>
          <a:ln/>
        </p:spPr>
      </p:sp>
      <p:sp>
        <p:nvSpPr>
          <p:cNvPr id="193" name="Shape 191"/>
          <p:cNvSpPr/>
          <p:nvPr/>
        </p:nvSpPr>
        <p:spPr>
          <a:xfrm>
            <a:off x="6948526" y="-1775765"/>
            <a:ext cx="803758" cy="523723"/>
          </a:xfrm>
          <a:prstGeom prst="rect">
            <a:avLst/>
          </a:prstGeom>
          <a:solidFill>
            <a:srgbClr val="F8FE05">
              <a:alpha val="3850"/>
            </a:srgbClr>
          </a:solidFill>
          <a:ln/>
        </p:spPr>
      </p:sp>
      <p:sp>
        <p:nvSpPr>
          <p:cNvPr id="194" name="Shape 192"/>
          <p:cNvSpPr/>
          <p:nvPr/>
        </p:nvSpPr>
        <p:spPr>
          <a:xfrm>
            <a:off x="6948526" y="-1261186"/>
            <a:ext cx="803758" cy="523723"/>
          </a:xfrm>
          <a:prstGeom prst="rect">
            <a:avLst/>
          </a:prstGeom>
          <a:solidFill>
            <a:srgbClr val="F8FE05">
              <a:alpha val="3369"/>
            </a:srgbClr>
          </a:solidFill>
          <a:ln/>
        </p:spPr>
      </p:sp>
      <p:sp>
        <p:nvSpPr>
          <p:cNvPr id="195" name="Shape 193"/>
          <p:cNvSpPr/>
          <p:nvPr/>
        </p:nvSpPr>
        <p:spPr>
          <a:xfrm>
            <a:off x="6948526" y="-746608"/>
            <a:ext cx="803758" cy="523723"/>
          </a:xfrm>
          <a:prstGeom prst="rect">
            <a:avLst/>
          </a:prstGeom>
          <a:solidFill>
            <a:srgbClr val="F8FE05">
              <a:alpha val="2888"/>
            </a:srgbClr>
          </a:solidFill>
          <a:ln/>
        </p:spPr>
      </p:sp>
      <p:sp>
        <p:nvSpPr>
          <p:cNvPr id="196" name="Shape 194"/>
          <p:cNvSpPr/>
          <p:nvPr/>
        </p:nvSpPr>
        <p:spPr>
          <a:xfrm>
            <a:off x="6948526" y="-232029"/>
            <a:ext cx="803758" cy="523723"/>
          </a:xfrm>
          <a:prstGeom prst="rect">
            <a:avLst/>
          </a:prstGeom>
          <a:solidFill>
            <a:srgbClr val="F8FE05">
              <a:alpha val="2406"/>
            </a:srgbClr>
          </a:solidFill>
          <a:ln/>
        </p:spPr>
      </p:sp>
      <p:sp>
        <p:nvSpPr>
          <p:cNvPr id="197" name="Shape 195"/>
          <p:cNvSpPr/>
          <p:nvPr/>
        </p:nvSpPr>
        <p:spPr>
          <a:xfrm>
            <a:off x="6948526" y="282550"/>
            <a:ext cx="803758" cy="523723"/>
          </a:xfrm>
          <a:prstGeom prst="rect">
            <a:avLst/>
          </a:prstGeom>
          <a:solidFill>
            <a:srgbClr val="F8FE05">
              <a:alpha val="1925"/>
            </a:srgbClr>
          </a:solidFill>
          <a:ln/>
        </p:spPr>
      </p:sp>
      <p:sp>
        <p:nvSpPr>
          <p:cNvPr id="198" name="Shape 196"/>
          <p:cNvSpPr/>
          <p:nvPr/>
        </p:nvSpPr>
        <p:spPr>
          <a:xfrm>
            <a:off x="6948526" y="797128"/>
            <a:ext cx="803758" cy="523723"/>
          </a:xfrm>
          <a:prstGeom prst="rect">
            <a:avLst/>
          </a:prstGeom>
          <a:solidFill>
            <a:srgbClr val="F8FE05">
              <a:alpha val="1444"/>
            </a:srgbClr>
          </a:solidFill>
          <a:ln/>
        </p:spPr>
      </p:sp>
      <p:sp>
        <p:nvSpPr>
          <p:cNvPr id="199" name="Shape 197"/>
          <p:cNvSpPr/>
          <p:nvPr/>
        </p:nvSpPr>
        <p:spPr>
          <a:xfrm>
            <a:off x="6948526" y="1311707"/>
            <a:ext cx="803758" cy="523723"/>
          </a:xfrm>
          <a:prstGeom prst="rect">
            <a:avLst/>
          </a:prstGeom>
          <a:solidFill>
            <a:srgbClr val="F8FE05">
              <a:alpha val="963"/>
            </a:srgbClr>
          </a:solidFill>
          <a:ln/>
        </p:spPr>
      </p:sp>
      <p:sp>
        <p:nvSpPr>
          <p:cNvPr id="200" name="Shape 198"/>
          <p:cNvSpPr/>
          <p:nvPr/>
        </p:nvSpPr>
        <p:spPr>
          <a:xfrm>
            <a:off x="6948526" y="1826285"/>
            <a:ext cx="803758" cy="523723"/>
          </a:xfrm>
          <a:prstGeom prst="rect">
            <a:avLst/>
          </a:prstGeom>
          <a:solidFill>
            <a:srgbClr val="F8FE05">
              <a:alpha val="481"/>
            </a:srgbClr>
          </a:solidFill>
          <a:ln/>
        </p:spPr>
      </p:sp>
      <p:sp>
        <p:nvSpPr>
          <p:cNvPr id="201" name="Shape 199"/>
          <p:cNvSpPr/>
          <p:nvPr/>
        </p:nvSpPr>
        <p:spPr>
          <a:xfrm>
            <a:off x="6259068" y="-1775765"/>
            <a:ext cx="803758" cy="671284"/>
          </a:xfrm>
          <a:prstGeom prst="rect">
            <a:avLst/>
          </a:prstGeom>
          <a:solidFill>
            <a:srgbClr val="F8FE05">
              <a:alpha val="5500"/>
            </a:srgbClr>
          </a:solidFill>
          <a:ln/>
        </p:spPr>
      </p:sp>
      <p:sp>
        <p:nvSpPr>
          <p:cNvPr id="202" name="Shape 200"/>
          <p:cNvSpPr/>
          <p:nvPr/>
        </p:nvSpPr>
        <p:spPr>
          <a:xfrm>
            <a:off x="6259068" y="-1113625"/>
            <a:ext cx="803758" cy="671284"/>
          </a:xfrm>
          <a:prstGeom prst="rect">
            <a:avLst/>
          </a:prstGeom>
          <a:solidFill>
            <a:srgbClr val="F8FE05">
              <a:alpha val="4813"/>
            </a:srgbClr>
          </a:solidFill>
          <a:ln/>
        </p:spPr>
      </p:sp>
      <p:sp>
        <p:nvSpPr>
          <p:cNvPr id="203" name="Shape 201"/>
          <p:cNvSpPr/>
          <p:nvPr/>
        </p:nvSpPr>
        <p:spPr>
          <a:xfrm>
            <a:off x="6259068" y="-451485"/>
            <a:ext cx="803758" cy="671284"/>
          </a:xfrm>
          <a:prstGeom prst="rect">
            <a:avLst/>
          </a:prstGeom>
          <a:solidFill>
            <a:srgbClr val="F8FE05">
              <a:alpha val="4125"/>
            </a:srgbClr>
          </a:solidFill>
          <a:ln/>
        </p:spPr>
      </p:sp>
      <p:sp>
        <p:nvSpPr>
          <p:cNvPr id="204" name="Shape 202"/>
          <p:cNvSpPr/>
          <p:nvPr/>
        </p:nvSpPr>
        <p:spPr>
          <a:xfrm>
            <a:off x="6259068" y="210655"/>
            <a:ext cx="803758" cy="671284"/>
          </a:xfrm>
          <a:prstGeom prst="rect">
            <a:avLst/>
          </a:prstGeom>
          <a:solidFill>
            <a:srgbClr val="F8FE05">
              <a:alpha val="3438"/>
            </a:srgbClr>
          </a:solidFill>
          <a:ln/>
        </p:spPr>
      </p:sp>
      <p:sp>
        <p:nvSpPr>
          <p:cNvPr id="205" name="Shape 203"/>
          <p:cNvSpPr/>
          <p:nvPr/>
        </p:nvSpPr>
        <p:spPr>
          <a:xfrm>
            <a:off x="6259068" y="872795"/>
            <a:ext cx="803758" cy="671284"/>
          </a:xfrm>
          <a:prstGeom prst="rect">
            <a:avLst/>
          </a:prstGeom>
          <a:solidFill>
            <a:srgbClr val="F8FE05">
              <a:alpha val="2750"/>
            </a:srgbClr>
          </a:solidFill>
          <a:ln/>
        </p:spPr>
      </p:sp>
      <p:sp>
        <p:nvSpPr>
          <p:cNvPr id="206" name="Shape 204"/>
          <p:cNvSpPr/>
          <p:nvPr/>
        </p:nvSpPr>
        <p:spPr>
          <a:xfrm>
            <a:off x="6259068" y="1534935"/>
            <a:ext cx="803758" cy="671284"/>
          </a:xfrm>
          <a:prstGeom prst="rect">
            <a:avLst/>
          </a:prstGeom>
          <a:solidFill>
            <a:srgbClr val="F8FE05">
              <a:alpha val="2063"/>
            </a:srgbClr>
          </a:solidFill>
          <a:ln/>
        </p:spPr>
      </p:sp>
      <p:sp>
        <p:nvSpPr>
          <p:cNvPr id="207" name="Shape 205"/>
          <p:cNvSpPr/>
          <p:nvPr/>
        </p:nvSpPr>
        <p:spPr>
          <a:xfrm>
            <a:off x="6259068" y="2197075"/>
            <a:ext cx="803758" cy="671284"/>
          </a:xfrm>
          <a:prstGeom prst="rect">
            <a:avLst/>
          </a:prstGeom>
          <a:solidFill>
            <a:srgbClr val="F8FE05">
              <a:alpha val="1375"/>
            </a:srgbClr>
          </a:solidFill>
          <a:ln/>
        </p:spPr>
      </p:sp>
      <p:sp>
        <p:nvSpPr>
          <p:cNvPr id="208" name="Shape 206"/>
          <p:cNvSpPr/>
          <p:nvPr/>
        </p:nvSpPr>
        <p:spPr>
          <a:xfrm>
            <a:off x="6259068" y="2859215"/>
            <a:ext cx="803758" cy="671284"/>
          </a:xfrm>
          <a:prstGeom prst="rect">
            <a:avLst/>
          </a:prstGeom>
          <a:solidFill>
            <a:srgbClr val="F8FE05">
              <a:alpha val="688"/>
            </a:srgbClr>
          </a:solidFill>
          <a:ln/>
        </p:spPr>
      </p:sp>
      <p:sp>
        <p:nvSpPr>
          <p:cNvPr id="209" name="Shape 207"/>
          <p:cNvSpPr/>
          <p:nvPr/>
        </p:nvSpPr>
        <p:spPr>
          <a:xfrm>
            <a:off x="4892040" y="-1775765"/>
            <a:ext cx="803758" cy="625107"/>
          </a:xfrm>
          <a:prstGeom prst="rect">
            <a:avLst/>
          </a:prstGeom>
          <a:solidFill>
            <a:srgbClr val="F8FE05">
              <a:alpha val="5500"/>
            </a:srgbClr>
          </a:solidFill>
          <a:ln/>
        </p:spPr>
      </p:sp>
      <p:sp>
        <p:nvSpPr>
          <p:cNvPr id="210" name="Shape 208"/>
          <p:cNvSpPr/>
          <p:nvPr/>
        </p:nvSpPr>
        <p:spPr>
          <a:xfrm>
            <a:off x="4892040" y="-1159802"/>
            <a:ext cx="803758" cy="625107"/>
          </a:xfrm>
          <a:prstGeom prst="rect">
            <a:avLst/>
          </a:prstGeom>
          <a:solidFill>
            <a:srgbClr val="F8FE05">
              <a:alpha val="4813"/>
            </a:srgbClr>
          </a:solidFill>
          <a:ln/>
        </p:spPr>
      </p:sp>
      <p:sp>
        <p:nvSpPr>
          <p:cNvPr id="211" name="Shape 209"/>
          <p:cNvSpPr/>
          <p:nvPr/>
        </p:nvSpPr>
        <p:spPr>
          <a:xfrm>
            <a:off x="4892040" y="-543839"/>
            <a:ext cx="803758" cy="625107"/>
          </a:xfrm>
          <a:prstGeom prst="rect">
            <a:avLst/>
          </a:prstGeom>
          <a:solidFill>
            <a:srgbClr val="F8FE05">
              <a:alpha val="4125"/>
            </a:srgbClr>
          </a:solidFill>
          <a:ln/>
        </p:spPr>
      </p:sp>
      <p:sp>
        <p:nvSpPr>
          <p:cNvPr id="212" name="Shape 210"/>
          <p:cNvSpPr/>
          <p:nvPr/>
        </p:nvSpPr>
        <p:spPr>
          <a:xfrm>
            <a:off x="4892040" y="72123"/>
            <a:ext cx="803758" cy="625107"/>
          </a:xfrm>
          <a:prstGeom prst="rect">
            <a:avLst/>
          </a:prstGeom>
          <a:solidFill>
            <a:srgbClr val="F8FE05">
              <a:alpha val="3438"/>
            </a:srgbClr>
          </a:solidFill>
          <a:ln/>
        </p:spPr>
      </p:sp>
      <p:sp>
        <p:nvSpPr>
          <p:cNvPr id="213" name="Shape 211"/>
          <p:cNvSpPr/>
          <p:nvPr/>
        </p:nvSpPr>
        <p:spPr>
          <a:xfrm>
            <a:off x="4892040" y="688086"/>
            <a:ext cx="803758" cy="625107"/>
          </a:xfrm>
          <a:prstGeom prst="rect">
            <a:avLst/>
          </a:prstGeom>
          <a:solidFill>
            <a:srgbClr val="F8FE05">
              <a:alpha val="2750"/>
            </a:srgbClr>
          </a:solidFill>
          <a:ln/>
        </p:spPr>
      </p:sp>
      <p:sp>
        <p:nvSpPr>
          <p:cNvPr id="214" name="Shape 212"/>
          <p:cNvSpPr/>
          <p:nvPr/>
        </p:nvSpPr>
        <p:spPr>
          <a:xfrm>
            <a:off x="4892040" y="1304049"/>
            <a:ext cx="803758" cy="625107"/>
          </a:xfrm>
          <a:prstGeom prst="rect">
            <a:avLst/>
          </a:prstGeom>
          <a:solidFill>
            <a:srgbClr val="F8FE05">
              <a:alpha val="2063"/>
            </a:srgbClr>
          </a:solidFill>
          <a:ln/>
        </p:spPr>
      </p:sp>
      <p:sp>
        <p:nvSpPr>
          <p:cNvPr id="215" name="Shape 213"/>
          <p:cNvSpPr/>
          <p:nvPr/>
        </p:nvSpPr>
        <p:spPr>
          <a:xfrm>
            <a:off x="4892040" y="1920011"/>
            <a:ext cx="803758" cy="625107"/>
          </a:xfrm>
          <a:prstGeom prst="rect">
            <a:avLst/>
          </a:prstGeom>
          <a:solidFill>
            <a:srgbClr val="F8FE05">
              <a:alpha val="1375"/>
            </a:srgbClr>
          </a:solidFill>
          <a:ln/>
        </p:spPr>
      </p:sp>
      <p:sp>
        <p:nvSpPr>
          <p:cNvPr id="216" name="Shape 214"/>
          <p:cNvSpPr/>
          <p:nvPr/>
        </p:nvSpPr>
        <p:spPr>
          <a:xfrm>
            <a:off x="4892040" y="2535974"/>
            <a:ext cx="803758" cy="625107"/>
          </a:xfrm>
          <a:prstGeom prst="rect">
            <a:avLst/>
          </a:prstGeom>
          <a:solidFill>
            <a:srgbClr val="F8FE05">
              <a:alpha val="688"/>
            </a:srgbClr>
          </a:solidFill>
          <a:ln/>
        </p:spPr>
      </p:sp>
      <p:sp>
        <p:nvSpPr>
          <p:cNvPr id="217" name="Shape 215"/>
          <p:cNvSpPr/>
          <p:nvPr/>
        </p:nvSpPr>
        <p:spPr>
          <a:xfrm>
            <a:off x="4200754" y="-1775765"/>
            <a:ext cx="803758" cy="395364"/>
          </a:xfrm>
          <a:prstGeom prst="rect">
            <a:avLst/>
          </a:prstGeom>
          <a:solidFill>
            <a:srgbClr val="F8FE05">
              <a:alpha val="3850"/>
            </a:srgbClr>
          </a:solidFill>
          <a:ln/>
        </p:spPr>
      </p:sp>
      <p:sp>
        <p:nvSpPr>
          <p:cNvPr id="218" name="Shape 216"/>
          <p:cNvSpPr/>
          <p:nvPr/>
        </p:nvSpPr>
        <p:spPr>
          <a:xfrm>
            <a:off x="4200754" y="-1389545"/>
            <a:ext cx="803758" cy="395364"/>
          </a:xfrm>
          <a:prstGeom prst="rect">
            <a:avLst/>
          </a:prstGeom>
          <a:solidFill>
            <a:srgbClr val="F8FE05">
              <a:alpha val="3369"/>
            </a:srgbClr>
          </a:solidFill>
          <a:ln/>
        </p:spPr>
      </p:sp>
      <p:sp>
        <p:nvSpPr>
          <p:cNvPr id="219" name="Shape 217"/>
          <p:cNvSpPr/>
          <p:nvPr/>
        </p:nvSpPr>
        <p:spPr>
          <a:xfrm>
            <a:off x="4200754" y="-1003325"/>
            <a:ext cx="803758" cy="395364"/>
          </a:xfrm>
          <a:prstGeom prst="rect">
            <a:avLst/>
          </a:prstGeom>
          <a:solidFill>
            <a:srgbClr val="F8FE05">
              <a:alpha val="2888"/>
            </a:srgbClr>
          </a:solidFill>
          <a:ln/>
        </p:spPr>
      </p:sp>
      <p:sp>
        <p:nvSpPr>
          <p:cNvPr id="220" name="Shape 218"/>
          <p:cNvSpPr/>
          <p:nvPr/>
        </p:nvSpPr>
        <p:spPr>
          <a:xfrm>
            <a:off x="4200754" y="-617106"/>
            <a:ext cx="803758" cy="395364"/>
          </a:xfrm>
          <a:prstGeom prst="rect">
            <a:avLst/>
          </a:prstGeom>
          <a:solidFill>
            <a:srgbClr val="F8FE05">
              <a:alpha val="2406"/>
            </a:srgbClr>
          </a:solidFill>
          <a:ln/>
        </p:spPr>
      </p:sp>
      <p:sp>
        <p:nvSpPr>
          <p:cNvPr id="221" name="Shape 219"/>
          <p:cNvSpPr/>
          <p:nvPr/>
        </p:nvSpPr>
        <p:spPr>
          <a:xfrm>
            <a:off x="4200754" y="-230886"/>
            <a:ext cx="803758" cy="395364"/>
          </a:xfrm>
          <a:prstGeom prst="rect">
            <a:avLst/>
          </a:prstGeom>
          <a:solidFill>
            <a:srgbClr val="F8FE05">
              <a:alpha val="1925"/>
            </a:srgbClr>
          </a:solidFill>
          <a:ln/>
        </p:spPr>
      </p:sp>
      <p:sp>
        <p:nvSpPr>
          <p:cNvPr id="222" name="Shape 220"/>
          <p:cNvSpPr/>
          <p:nvPr/>
        </p:nvSpPr>
        <p:spPr>
          <a:xfrm>
            <a:off x="4200754" y="155334"/>
            <a:ext cx="803758" cy="395364"/>
          </a:xfrm>
          <a:prstGeom prst="rect">
            <a:avLst/>
          </a:prstGeom>
          <a:solidFill>
            <a:srgbClr val="F8FE05">
              <a:alpha val="1444"/>
            </a:srgbClr>
          </a:solidFill>
          <a:ln/>
        </p:spPr>
      </p:sp>
      <p:sp>
        <p:nvSpPr>
          <p:cNvPr id="223" name="Shape 221"/>
          <p:cNvSpPr/>
          <p:nvPr/>
        </p:nvSpPr>
        <p:spPr>
          <a:xfrm>
            <a:off x="4200754" y="541553"/>
            <a:ext cx="803758" cy="395364"/>
          </a:xfrm>
          <a:prstGeom prst="rect">
            <a:avLst/>
          </a:prstGeom>
          <a:solidFill>
            <a:srgbClr val="F8FE05">
              <a:alpha val="963"/>
            </a:srgbClr>
          </a:solidFill>
          <a:ln/>
        </p:spPr>
      </p:sp>
      <p:sp>
        <p:nvSpPr>
          <p:cNvPr id="224" name="Shape 222"/>
          <p:cNvSpPr/>
          <p:nvPr/>
        </p:nvSpPr>
        <p:spPr>
          <a:xfrm>
            <a:off x="4200754" y="927773"/>
            <a:ext cx="803758" cy="395364"/>
          </a:xfrm>
          <a:prstGeom prst="rect">
            <a:avLst/>
          </a:prstGeom>
          <a:solidFill>
            <a:srgbClr val="F8FE05">
              <a:alpha val="481"/>
            </a:srgbClr>
          </a:solidFill>
          <a:ln/>
        </p:spPr>
      </p:sp>
      <p:sp>
        <p:nvSpPr>
          <p:cNvPr id="225" name="Shape 223"/>
          <p:cNvSpPr/>
          <p:nvPr/>
        </p:nvSpPr>
        <p:spPr>
          <a:xfrm>
            <a:off x="9720986" y="-1775765"/>
            <a:ext cx="803758" cy="849706"/>
          </a:xfrm>
          <a:prstGeom prst="rect">
            <a:avLst/>
          </a:prstGeom>
          <a:solidFill>
            <a:srgbClr val="F8FE05">
              <a:alpha val="8250"/>
            </a:srgbClr>
          </a:solidFill>
          <a:ln/>
        </p:spPr>
      </p:sp>
      <p:sp>
        <p:nvSpPr>
          <p:cNvPr id="226" name="Shape 224"/>
          <p:cNvSpPr/>
          <p:nvPr/>
        </p:nvSpPr>
        <p:spPr>
          <a:xfrm>
            <a:off x="9720986" y="-935203"/>
            <a:ext cx="803758" cy="849706"/>
          </a:xfrm>
          <a:prstGeom prst="rect">
            <a:avLst/>
          </a:prstGeom>
          <a:solidFill>
            <a:srgbClr val="F8FE05">
              <a:alpha val="7219"/>
            </a:srgbClr>
          </a:solidFill>
          <a:ln/>
        </p:spPr>
      </p:sp>
      <p:sp>
        <p:nvSpPr>
          <p:cNvPr id="227" name="Shape 225"/>
          <p:cNvSpPr/>
          <p:nvPr/>
        </p:nvSpPr>
        <p:spPr>
          <a:xfrm>
            <a:off x="9720986" y="-94640"/>
            <a:ext cx="803758" cy="849706"/>
          </a:xfrm>
          <a:prstGeom prst="rect">
            <a:avLst/>
          </a:prstGeom>
          <a:solidFill>
            <a:srgbClr val="F8FE05">
              <a:alpha val="6188"/>
            </a:srgbClr>
          </a:solidFill>
          <a:ln/>
        </p:spPr>
      </p:sp>
      <p:sp>
        <p:nvSpPr>
          <p:cNvPr id="228" name="Shape 226"/>
          <p:cNvSpPr/>
          <p:nvPr/>
        </p:nvSpPr>
        <p:spPr>
          <a:xfrm>
            <a:off x="9720986" y="745922"/>
            <a:ext cx="803758" cy="849706"/>
          </a:xfrm>
          <a:prstGeom prst="rect">
            <a:avLst/>
          </a:prstGeom>
          <a:solidFill>
            <a:srgbClr val="F8FE05">
              <a:alpha val="5156"/>
            </a:srgbClr>
          </a:solidFill>
          <a:ln/>
        </p:spPr>
      </p:sp>
      <p:sp>
        <p:nvSpPr>
          <p:cNvPr id="229" name="Shape 227"/>
          <p:cNvSpPr/>
          <p:nvPr/>
        </p:nvSpPr>
        <p:spPr>
          <a:xfrm>
            <a:off x="9720986" y="1586484"/>
            <a:ext cx="803758" cy="849706"/>
          </a:xfrm>
          <a:prstGeom prst="rect">
            <a:avLst/>
          </a:prstGeom>
          <a:solidFill>
            <a:srgbClr val="F8FE05">
              <a:alpha val="4125"/>
            </a:srgbClr>
          </a:solidFill>
          <a:ln/>
        </p:spPr>
      </p:sp>
      <p:sp>
        <p:nvSpPr>
          <p:cNvPr id="230" name="Shape 228"/>
          <p:cNvSpPr/>
          <p:nvPr/>
        </p:nvSpPr>
        <p:spPr>
          <a:xfrm>
            <a:off x="9720986" y="2427046"/>
            <a:ext cx="803758" cy="849706"/>
          </a:xfrm>
          <a:prstGeom prst="rect">
            <a:avLst/>
          </a:prstGeom>
          <a:solidFill>
            <a:srgbClr val="F8FE05">
              <a:alpha val="3094"/>
            </a:srgbClr>
          </a:solidFill>
          <a:ln/>
        </p:spPr>
      </p:sp>
      <p:sp>
        <p:nvSpPr>
          <p:cNvPr id="231" name="Shape 229"/>
          <p:cNvSpPr/>
          <p:nvPr/>
        </p:nvSpPr>
        <p:spPr>
          <a:xfrm>
            <a:off x="9720986" y="3267608"/>
            <a:ext cx="803758" cy="849706"/>
          </a:xfrm>
          <a:prstGeom prst="rect">
            <a:avLst/>
          </a:prstGeom>
          <a:solidFill>
            <a:srgbClr val="F8FE05">
              <a:alpha val="2063"/>
            </a:srgbClr>
          </a:solidFill>
          <a:ln/>
        </p:spPr>
      </p:sp>
      <p:sp>
        <p:nvSpPr>
          <p:cNvPr id="232" name="Shape 230"/>
          <p:cNvSpPr/>
          <p:nvPr/>
        </p:nvSpPr>
        <p:spPr>
          <a:xfrm>
            <a:off x="9720986" y="4108171"/>
            <a:ext cx="803758" cy="849706"/>
          </a:xfrm>
          <a:prstGeom prst="rect">
            <a:avLst/>
          </a:prstGeom>
          <a:solidFill>
            <a:srgbClr val="F8FE05">
              <a:alpha val="1031"/>
            </a:srgbClr>
          </a:solidFill>
          <a:ln/>
        </p:spPr>
      </p:sp>
      <p:sp>
        <p:nvSpPr>
          <p:cNvPr id="233" name="Shape 231"/>
          <p:cNvSpPr/>
          <p:nvPr/>
        </p:nvSpPr>
        <p:spPr>
          <a:xfrm>
            <a:off x="11090758" y="-1775765"/>
            <a:ext cx="803758" cy="523723"/>
          </a:xfrm>
          <a:prstGeom prst="rect">
            <a:avLst/>
          </a:prstGeom>
          <a:solidFill>
            <a:srgbClr val="F8FE05">
              <a:alpha val="3850"/>
            </a:srgbClr>
          </a:solidFill>
          <a:ln/>
        </p:spPr>
      </p:sp>
      <p:sp>
        <p:nvSpPr>
          <p:cNvPr id="234" name="Shape 232"/>
          <p:cNvSpPr/>
          <p:nvPr/>
        </p:nvSpPr>
        <p:spPr>
          <a:xfrm>
            <a:off x="11090758" y="-1261186"/>
            <a:ext cx="803758" cy="523723"/>
          </a:xfrm>
          <a:prstGeom prst="rect">
            <a:avLst/>
          </a:prstGeom>
          <a:solidFill>
            <a:srgbClr val="F8FE05">
              <a:alpha val="3369"/>
            </a:srgbClr>
          </a:solidFill>
          <a:ln/>
        </p:spPr>
      </p:sp>
      <p:sp>
        <p:nvSpPr>
          <p:cNvPr id="235" name="Shape 233"/>
          <p:cNvSpPr/>
          <p:nvPr/>
        </p:nvSpPr>
        <p:spPr>
          <a:xfrm>
            <a:off x="11090758" y="-746608"/>
            <a:ext cx="803758" cy="523723"/>
          </a:xfrm>
          <a:prstGeom prst="rect">
            <a:avLst/>
          </a:prstGeom>
          <a:solidFill>
            <a:srgbClr val="F8FE05">
              <a:alpha val="2888"/>
            </a:srgbClr>
          </a:solidFill>
          <a:ln/>
        </p:spPr>
      </p:sp>
      <p:sp>
        <p:nvSpPr>
          <p:cNvPr id="236" name="Shape 234"/>
          <p:cNvSpPr/>
          <p:nvPr/>
        </p:nvSpPr>
        <p:spPr>
          <a:xfrm>
            <a:off x="11090758" y="-232029"/>
            <a:ext cx="803758" cy="523723"/>
          </a:xfrm>
          <a:prstGeom prst="rect">
            <a:avLst/>
          </a:prstGeom>
          <a:solidFill>
            <a:srgbClr val="F8FE05">
              <a:alpha val="2406"/>
            </a:srgbClr>
          </a:solidFill>
          <a:ln/>
        </p:spPr>
      </p:sp>
      <p:sp>
        <p:nvSpPr>
          <p:cNvPr id="237" name="Shape 235"/>
          <p:cNvSpPr/>
          <p:nvPr/>
        </p:nvSpPr>
        <p:spPr>
          <a:xfrm>
            <a:off x="11090758" y="282550"/>
            <a:ext cx="803758" cy="523723"/>
          </a:xfrm>
          <a:prstGeom prst="rect">
            <a:avLst/>
          </a:prstGeom>
          <a:solidFill>
            <a:srgbClr val="F8FE05">
              <a:alpha val="1925"/>
            </a:srgbClr>
          </a:solidFill>
          <a:ln/>
        </p:spPr>
      </p:sp>
      <p:sp>
        <p:nvSpPr>
          <p:cNvPr id="238" name="Shape 236"/>
          <p:cNvSpPr/>
          <p:nvPr/>
        </p:nvSpPr>
        <p:spPr>
          <a:xfrm>
            <a:off x="11090758" y="797128"/>
            <a:ext cx="803758" cy="523723"/>
          </a:xfrm>
          <a:prstGeom prst="rect">
            <a:avLst/>
          </a:prstGeom>
          <a:solidFill>
            <a:srgbClr val="F8FE05">
              <a:alpha val="1444"/>
            </a:srgbClr>
          </a:solidFill>
          <a:ln/>
        </p:spPr>
      </p:sp>
      <p:sp>
        <p:nvSpPr>
          <p:cNvPr id="239" name="Shape 237"/>
          <p:cNvSpPr/>
          <p:nvPr/>
        </p:nvSpPr>
        <p:spPr>
          <a:xfrm>
            <a:off x="11090758" y="1311707"/>
            <a:ext cx="803758" cy="523723"/>
          </a:xfrm>
          <a:prstGeom prst="rect">
            <a:avLst/>
          </a:prstGeom>
          <a:solidFill>
            <a:srgbClr val="F8FE05">
              <a:alpha val="963"/>
            </a:srgbClr>
          </a:solidFill>
          <a:ln/>
        </p:spPr>
      </p:sp>
      <p:sp>
        <p:nvSpPr>
          <p:cNvPr id="240" name="Shape 238"/>
          <p:cNvSpPr/>
          <p:nvPr/>
        </p:nvSpPr>
        <p:spPr>
          <a:xfrm>
            <a:off x="11090758" y="1826285"/>
            <a:ext cx="803758" cy="523723"/>
          </a:xfrm>
          <a:prstGeom prst="rect">
            <a:avLst/>
          </a:prstGeom>
          <a:solidFill>
            <a:srgbClr val="F8FE05">
              <a:alpha val="481"/>
            </a:srgbClr>
          </a:solidFill>
          <a:ln/>
        </p:spPr>
      </p:sp>
      <p:sp>
        <p:nvSpPr>
          <p:cNvPr id="241" name="Shape 239"/>
          <p:cNvSpPr/>
          <p:nvPr/>
        </p:nvSpPr>
        <p:spPr>
          <a:xfrm>
            <a:off x="10401300" y="-1775765"/>
            <a:ext cx="803758" cy="671284"/>
          </a:xfrm>
          <a:prstGeom prst="rect">
            <a:avLst/>
          </a:prstGeom>
          <a:solidFill>
            <a:srgbClr val="F8FE05">
              <a:alpha val="5500"/>
            </a:srgbClr>
          </a:solidFill>
          <a:ln/>
        </p:spPr>
      </p:sp>
      <p:sp>
        <p:nvSpPr>
          <p:cNvPr id="242" name="Shape 240"/>
          <p:cNvSpPr/>
          <p:nvPr/>
        </p:nvSpPr>
        <p:spPr>
          <a:xfrm>
            <a:off x="10401300" y="-1113625"/>
            <a:ext cx="803758" cy="671284"/>
          </a:xfrm>
          <a:prstGeom prst="rect">
            <a:avLst/>
          </a:prstGeom>
          <a:solidFill>
            <a:srgbClr val="F8FE05">
              <a:alpha val="4813"/>
            </a:srgbClr>
          </a:solidFill>
          <a:ln/>
        </p:spPr>
      </p:sp>
      <p:sp>
        <p:nvSpPr>
          <p:cNvPr id="243" name="Shape 241"/>
          <p:cNvSpPr/>
          <p:nvPr/>
        </p:nvSpPr>
        <p:spPr>
          <a:xfrm>
            <a:off x="10401300" y="-451485"/>
            <a:ext cx="803758" cy="671284"/>
          </a:xfrm>
          <a:prstGeom prst="rect">
            <a:avLst/>
          </a:prstGeom>
          <a:solidFill>
            <a:srgbClr val="F8FE05">
              <a:alpha val="4125"/>
            </a:srgbClr>
          </a:solidFill>
          <a:ln/>
        </p:spPr>
      </p:sp>
      <p:sp>
        <p:nvSpPr>
          <p:cNvPr id="244" name="Shape 242"/>
          <p:cNvSpPr/>
          <p:nvPr/>
        </p:nvSpPr>
        <p:spPr>
          <a:xfrm>
            <a:off x="10401300" y="210655"/>
            <a:ext cx="803758" cy="671284"/>
          </a:xfrm>
          <a:prstGeom prst="rect">
            <a:avLst/>
          </a:prstGeom>
          <a:solidFill>
            <a:srgbClr val="F8FE05">
              <a:alpha val="3438"/>
            </a:srgbClr>
          </a:solidFill>
          <a:ln/>
        </p:spPr>
      </p:sp>
      <p:sp>
        <p:nvSpPr>
          <p:cNvPr id="245" name="Shape 243"/>
          <p:cNvSpPr/>
          <p:nvPr/>
        </p:nvSpPr>
        <p:spPr>
          <a:xfrm>
            <a:off x="10401300" y="872795"/>
            <a:ext cx="803758" cy="671284"/>
          </a:xfrm>
          <a:prstGeom prst="rect">
            <a:avLst/>
          </a:prstGeom>
          <a:solidFill>
            <a:srgbClr val="F8FE05">
              <a:alpha val="2750"/>
            </a:srgbClr>
          </a:solidFill>
          <a:ln/>
        </p:spPr>
      </p:sp>
      <p:sp>
        <p:nvSpPr>
          <p:cNvPr id="246" name="Shape 244"/>
          <p:cNvSpPr/>
          <p:nvPr/>
        </p:nvSpPr>
        <p:spPr>
          <a:xfrm>
            <a:off x="10401300" y="1534935"/>
            <a:ext cx="803758" cy="671284"/>
          </a:xfrm>
          <a:prstGeom prst="rect">
            <a:avLst/>
          </a:prstGeom>
          <a:solidFill>
            <a:srgbClr val="F8FE05">
              <a:alpha val="2063"/>
            </a:srgbClr>
          </a:solidFill>
          <a:ln/>
        </p:spPr>
      </p:sp>
      <p:sp>
        <p:nvSpPr>
          <p:cNvPr id="247" name="Shape 245"/>
          <p:cNvSpPr/>
          <p:nvPr/>
        </p:nvSpPr>
        <p:spPr>
          <a:xfrm>
            <a:off x="10401300" y="2197075"/>
            <a:ext cx="803758" cy="671284"/>
          </a:xfrm>
          <a:prstGeom prst="rect">
            <a:avLst/>
          </a:prstGeom>
          <a:solidFill>
            <a:srgbClr val="F8FE05">
              <a:alpha val="1375"/>
            </a:srgbClr>
          </a:solidFill>
          <a:ln/>
        </p:spPr>
      </p:sp>
      <p:sp>
        <p:nvSpPr>
          <p:cNvPr id="248" name="Shape 246"/>
          <p:cNvSpPr/>
          <p:nvPr/>
        </p:nvSpPr>
        <p:spPr>
          <a:xfrm>
            <a:off x="10401300" y="2859215"/>
            <a:ext cx="803758" cy="671284"/>
          </a:xfrm>
          <a:prstGeom prst="rect">
            <a:avLst/>
          </a:prstGeom>
          <a:solidFill>
            <a:srgbClr val="F8FE05">
              <a:alpha val="688"/>
            </a:srgbClr>
          </a:solidFill>
          <a:ln/>
        </p:spPr>
      </p:sp>
      <p:sp>
        <p:nvSpPr>
          <p:cNvPr id="249" name="Shape 247"/>
          <p:cNvSpPr/>
          <p:nvPr/>
        </p:nvSpPr>
        <p:spPr>
          <a:xfrm>
            <a:off x="9034272" y="-1775765"/>
            <a:ext cx="803758" cy="625107"/>
          </a:xfrm>
          <a:prstGeom prst="rect">
            <a:avLst/>
          </a:prstGeom>
          <a:solidFill>
            <a:srgbClr val="F8FE05">
              <a:alpha val="5500"/>
            </a:srgbClr>
          </a:solidFill>
          <a:ln/>
        </p:spPr>
      </p:sp>
      <p:sp>
        <p:nvSpPr>
          <p:cNvPr id="250" name="Shape 248"/>
          <p:cNvSpPr/>
          <p:nvPr/>
        </p:nvSpPr>
        <p:spPr>
          <a:xfrm>
            <a:off x="9034272" y="-1159802"/>
            <a:ext cx="803758" cy="625107"/>
          </a:xfrm>
          <a:prstGeom prst="rect">
            <a:avLst/>
          </a:prstGeom>
          <a:solidFill>
            <a:srgbClr val="F8FE05">
              <a:alpha val="4813"/>
            </a:srgbClr>
          </a:solidFill>
          <a:ln/>
        </p:spPr>
      </p:sp>
      <p:sp>
        <p:nvSpPr>
          <p:cNvPr id="251" name="Shape 249"/>
          <p:cNvSpPr/>
          <p:nvPr/>
        </p:nvSpPr>
        <p:spPr>
          <a:xfrm>
            <a:off x="9034272" y="-543839"/>
            <a:ext cx="803758" cy="625107"/>
          </a:xfrm>
          <a:prstGeom prst="rect">
            <a:avLst/>
          </a:prstGeom>
          <a:solidFill>
            <a:srgbClr val="F8FE05">
              <a:alpha val="4125"/>
            </a:srgbClr>
          </a:solidFill>
          <a:ln/>
        </p:spPr>
      </p:sp>
      <p:sp>
        <p:nvSpPr>
          <p:cNvPr id="252" name="Shape 250"/>
          <p:cNvSpPr/>
          <p:nvPr/>
        </p:nvSpPr>
        <p:spPr>
          <a:xfrm>
            <a:off x="9034272" y="72123"/>
            <a:ext cx="803758" cy="625107"/>
          </a:xfrm>
          <a:prstGeom prst="rect">
            <a:avLst/>
          </a:prstGeom>
          <a:solidFill>
            <a:srgbClr val="F8FE05">
              <a:alpha val="3438"/>
            </a:srgbClr>
          </a:solidFill>
          <a:ln/>
        </p:spPr>
      </p:sp>
      <p:sp>
        <p:nvSpPr>
          <p:cNvPr id="253" name="Shape 251"/>
          <p:cNvSpPr/>
          <p:nvPr/>
        </p:nvSpPr>
        <p:spPr>
          <a:xfrm>
            <a:off x="9034272" y="688086"/>
            <a:ext cx="803758" cy="625107"/>
          </a:xfrm>
          <a:prstGeom prst="rect">
            <a:avLst/>
          </a:prstGeom>
          <a:solidFill>
            <a:srgbClr val="F8FE05">
              <a:alpha val="2750"/>
            </a:srgbClr>
          </a:solidFill>
          <a:ln/>
        </p:spPr>
      </p:sp>
      <p:sp>
        <p:nvSpPr>
          <p:cNvPr id="254" name="Shape 252"/>
          <p:cNvSpPr/>
          <p:nvPr/>
        </p:nvSpPr>
        <p:spPr>
          <a:xfrm>
            <a:off x="9034272" y="1304049"/>
            <a:ext cx="803758" cy="625107"/>
          </a:xfrm>
          <a:prstGeom prst="rect">
            <a:avLst/>
          </a:prstGeom>
          <a:solidFill>
            <a:srgbClr val="F8FE05">
              <a:alpha val="2063"/>
            </a:srgbClr>
          </a:solidFill>
          <a:ln/>
        </p:spPr>
      </p:sp>
      <p:sp>
        <p:nvSpPr>
          <p:cNvPr id="255" name="Shape 253"/>
          <p:cNvSpPr/>
          <p:nvPr/>
        </p:nvSpPr>
        <p:spPr>
          <a:xfrm>
            <a:off x="9034272" y="1920011"/>
            <a:ext cx="803758" cy="625107"/>
          </a:xfrm>
          <a:prstGeom prst="rect">
            <a:avLst/>
          </a:prstGeom>
          <a:solidFill>
            <a:srgbClr val="F8FE05">
              <a:alpha val="1375"/>
            </a:srgbClr>
          </a:solidFill>
          <a:ln/>
        </p:spPr>
      </p:sp>
      <p:sp>
        <p:nvSpPr>
          <p:cNvPr id="256" name="Shape 254"/>
          <p:cNvSpPr/>
          <p:nvPr/>
        </p:nvSpPr>
        <p:spPr>
          <a:xfrm>
            <a:off x="9034272" y="2535974"/>
            <a:ext cx="803758" cy="625107"/>
          </a:xfrm>
          <a:prstGeom prst="rect">
            <a:avLst/>
          </a:prstGeom>
          <a:solidFill>
            <a:srgbClr val="F8FE05">
              <a:alpha val="688"/>
            </a:srgbClr>
          </a:solidFill>
          <a:ln/>
        </p:spPr>
      </p:sp>
      <p:sp>
        <p:nvSpPr>
          <p:cNvPr id="257" name="Shape 255"/>
          <p:cNvSpPr/>
          <p:nvPr/>
        </p:nvSpPr>
        <p:spPr>
          <a:xfrm>
            <a:off x="8342986" y="-1775765"/>
            <a:ext cx="803758" cy="395364"/>
          </a:xfrm>
          <a:prstGeom prst="rect">
            <a:avLst/>
          </a:prstGeom>
          <a:solidFill>
            <a:srgbClr val="F8FE05">
              <a:alpha val="3850"/>
            </a:srgbClr>
          </a:solidFill>
          <a:ln/>
        </p:spPr>
      </p:sp>
      <p:sp>
        <p:nvSpPr>
          <p:cNvPr id="258" name="Shape 256"/>
          <p:cNvSpPr/>
          <p:nvPr/>
        </p:nvSpPr>
        <p:spPr>
          <a:xfrm>
            <a:off x="8342986" y="-1389545"/>
            <a:ext cx="803758" cy="395364"/>
          </a:xfrm>
          <a:prstGeom prst="rect">
            <a:avLst/>
          </a:prstGeom>
          <a:solidFill>
            <a:srgbClr val="F8FE05">
              <a:alpha val="3369"/>
            </a:srgbClr>
          </a:solidFill>
          <a:ln/>
        </p:spPr>
      </p:sp>
      <p:sp>
        <p:nvSpPr>
          <p:cNvPr id="259" name="Shape 257"/>
          <p:cNvSpPr/>
          <p:nvPr/>
        </p:nvSpPr>
        <p:spPr>
          <a:xfrm>
            <a:off x="8342986" y="-1003325"/>
            <a:ext cx="803758" cy="395364"/>
          </a:xfrm>
          <a:prstGeom prst="rect">
            <a:avLst/>
          </a:prstGeom>
          <a:solidFill>
            <a:srgbClr val="F8FE05">
              <a:alpha val="2888"/>
            </a:srgbClr>
          </a:solidFill>
          <a:ln/>
        </p:spPr>
      </p:sp>
      <p:sp>
        <p:nvSpPr>
          <p:cNvPr id="260" name="Shape 258"/>
          <p:cNvSpPr/>
          <p:nvPr/>
        </p:nvSpPr>
        <p:spPr>
          <a:xfrm>
            <a:off x="8342986" y="-617106"/>
            <a:ext cx="803758" cy="395364"/>
          </a:xfrm>
          <a:prstGeom prst="rect">
            <a:avLst/>
          </a:prstGeom>
          <a:solidFill>
            <a:srgbClr val="F8FE05">
              <a:alpha val="2406"/>
            </a:srgbClr>
          </a:solidFill>
          <a:ln/>
        </p:spPr>
      </p:sp>
      <p:sp>
        <p:nvSpPr>
          <p:cNvPr id="261" name="Shape 259"/>
          <p:cNvSpPr/>
          <p:nvPr/>
        </p:nvSpPr>
        <p:spPr>
          <a:xfrm>
            <a:off x="8342986" y="-230886"/>
            <a:ext cx="803758" cy="395364"/>
          </a:xfrm>
          <a:prstGeom prst="rect">
            <a:avLst/>
          </a:prstGeom>
          <a:solidFill>
            <a:srgbClr val="F8FE05">
              <a:alpha val="1925"/>
            </a:srgbClr>
          </a:solidFill>
          <a:ln/>
        </p:spPr>
      </p:sp>
      <p:sp>
        <p:nvSpPr>
          <p:cNvPr id="262" name="Shape 260"/>
          <p:cNvSpPr/>
          <p:nvPr/>
        </p:nvSpPr>
        <p:spPr>
          <a:xfrm>
            <a:off x="8342986" y="155334"/>
            <a:ext cx="803758" cy="395364"/>
          </a:xfrm>
          <a:prstGeom prst="rect">
            <a:avLst/>
          </a:prstGeom>
          <a:solidFill>
            <a:srgbClr val="F8FE05">
              <a:alpha val="1444"/>
            </a:srgbClr>
          </a:solidFill>
          <a:ln/>
        </p:spPr>
      </p:sp>
      <p:sp>
        <p:nvSpPr>
          <p:cNvPr id="263" name="Shape 261"/>
          <p:cNvSpPr/>
          <p:nvPr/>
        </p:nvSpPr>
        <p:spPr>
          <a:xfrm>
            <a:off x="8342986" y="541553"/>
            <a:ext cx="803758" cy="395364"/>
          </a:xfrm>
          <a:prstGeom prst="rect">
            <a:avLst/>
          </a:prstGeom>
          <a:solidFill>
            <a:srgbClr val="F8FE05">
              <a:alpha val="963"/>
            </a:srgbClr>
          </a:solidFill>
          <a:ln/>
        </p:spPr>
      </p:sp>
      <p:sp>
        <p:nvSpPr>
          <p:cNvPr id="264" name="Shape 262"/>
          <p:cNvSpPr/>
          <p:nvPr/>
        </p:nvSpPr>
        <p:spPr>
          <a:xfrm>
            <a:off x="8342986" y="927773"/>
            <a:ext cx="803758" cy="395364"/>
          </a:xfrm>
          <a:prstGeom prst="rect">
            <a:avLst/>
          </a:prstGeom>
          <a:solidFill>
            <a:srgbClr val="F8FE05">
              <a:alpha val="481"/>
            </a:srgbClr>
          </a:solidFill>
          <a:ln/>
        </p:spPr>
      </p:sp>
      <p:sp>
        <p:nvSpPr>
          <p:cNvPr id="265" name="Text 263"/>
          <p:cNvSpPr/>
          <p:nvPr/>
        </p:nvSpPr>
        <p:spPr>
          <a:xfrm>
            <a:off x="731520" y="1051560"/>
            <a:ext cx="10725912" cy="731520"/>
          </a:xfrm>
          <a:prstGeom prst="rect">
            <a:avLst/>
          </a:prstGeom>
          <a:noFill/>
          <a:ln/>
        </p:spPr>
        <p:txBody>
          <a:bodyPr wrap="square" rtlCol="0" anchor="t"/>
          <a:lstStyle/>
          <a:p>
            <a:pPr algn="ctr" indent="0" marL="0">
              <a:lnSpc>
                <a:spcPct val="90000"/>
              </a:lnSpc>
              <a:buNone/>
            </a:pPr>
            <a:r>
              <a:rPr lang="en-US" sz="4000" spc="-150" kern="0" dirty="0">
                <a:solidFill>
                  <a:srgbClr val="FFFFFF"/>
                </a:solidFill>
                <a:latin typeface="Manrope" pitchFamily="34" charset="0"/>
                <a:ea typeface="Manrope" pitchFamily="34" charset="-122"/>
                <a:cs typeface="Manrope" pitchFamily="34" charset="-120"/>
              </a:rPr>
              <a:t>The roadmap: </a:t>
            </a:r>
            <a:r>
              <a:rPr lang="en-US" sz="4000" spc="-150" kern="0" dirty="0">
                <a:solidFill>
                  <a:srgbClr val="D5E6CD"/>
                </a:solidFill>
                <a:latin typeface="Manrope" pitchFamily="34" charset="0"/>
                <a:ea typeface="Manrope" pitchFamily="34" charset="-122"/>
                <a:cs typeface="Manrope" pitchFamily="34" charset="-120"/>
              </a:rPr>
              <a:t>10 stages + optional Stage 0</a:t>
            </a:r>
            <a:endParaRPr lang="en-US" sz="1800" dirty="0"/>
          </a:p>
        </p:txBody>
      </p:sp>
      <p:sp>
        <p:nvSpPr>
          <p:cNvPr id="2001" name="g1 shape 2001"/>
          <p:cNvSpPr/>
          <p:nvPr/>
        </p:nvSpPr>
        <p:spPr>
          <a:xfrm>
            <a:off x="1307592" y="3429000"/>
            <a:ext cx="493776" cy="0"/>
          </a:xfrm>
          <a:prstGeom prst="line">
            <a:avLst/>
          </a:prstGeom>
          <a:noFill/>
          <a:ln w="19050">
            <a:solidFill>
              <a:srgbClr val="FCFF9B"/>
            </a:solidFill>
            <a:prstDash val="dash"/>
          </a:ln>
        </p:spPr>
      </p:sp>
      <p:sp>
        <p:nvSpPr>
          <p:cNvPr id="2002" name="g1 shape 2002"/>
          <p:cNvSpPr/>
          <p:nvPr/>
        </p:nvSpPr>
        <p:spPr>
          <a:xfrm>
            <a:off x="2057400" y="3429000"/>
            <a:ext cx="9052560" cy="0"/>
          </a:xfrm>
          <a:prstGeom prst="line">
            <a:avLst/>
          </a:prstGeom>
          <a:noFill/>
          <a:ln w="25400">
            <a:solidFill>
              <a:srgbClr val="D5E6CD"/>
            </a:solidFill>
          </a:ln>
        </p:spPr>
      </p:sp>
      <p:sp>
        <p:nvSpPr>
          <p:cNvPr id="2003" name="g1 shape 2003"/>
          <p:cNvSpPr/>
          <p:nvPr/>
        </p:nvSpPr>
        <p:spPr>
          <a:xfrm>
            <a:off x="795528" y="3172968"/>
            <a:ext cx="512064" cy="512064"/>
          </a:xfrm>
          <a:prstGeom prst="ellipse">
            <a:avLst/>
          </a:prstGeom>
          <a:solidFill>
            <a:srgbClr val="12352B"/>
          </a:solidFill>
          <a:ln w="19050">
            <a:solidFill>
              <a:srgbClr val="FCFF9B"/>
            </a:solidFill>
            <a:prstDash val="dash"/>
          </a:ln>
        </p:spPr>
        <p:txBody>
          <a:bodyPr wrap="none" lIns="0" tIns="0" rIns="0" bIns="0" anchor="ctr">
            <a:noAutofit/>
          </a:bodyPr>
          <a:lstStyle/>
          <a:p>
            <a:pPr algn="ctr">
              <a:buNone/>
            </a:pPr>
            <a:r>
              <a:rPr lang="en-US" sz="1600" b="1" dirty="0">
                <a:solidFill>
                  <a:srgbClr val="FCFF9B"/>
                </a:solidFill>
                <a:latin typeface="Manrope"/>
                <a:ea typeface="Manrope"/>
                <a:cs typeface="Manrope"/>
              </a:rPr>
              <a:t>0</a:t>
            </a:r>
          </a:p>
        </p:txBody>
      </p:sp>
      <p:sp>
        <p:nvSpPr>
          <p:cNvPr id="2004" name="g1 text 2004"/>
          <p:cNvSpPr txBox="1"/>
          <p:nvPr/>
        </p:nvSpPr>
        <p:spPr>
          <a:xfrm>
            <a:off x="182880" y="2212848"/>
            <a:ext cx="1737360" cy="868680"/>
          </a:xfrm>
          <a:prstGeom prst="rect">
            <a:avLst/>
          </a:prstGeom>
          <a:noFill/>
        </p:spPr>
        <p:txBody>
          <a:bodyPr wrap="square" lIns="0" tIns="0" rIns="0" bIns="0" anchor="b">
            <a:noAutofit/>
          </a:bodyPr>
          <a:lstStyle/>
          <a:p>
            <a:pPr algn="ctr">
              <a:lnSpc>
                <a:spcPct val="100000"/>
              </a:lnSpc>
              <a:buNone/>
            </a:pPr>
            <a:r>
              <a:rPr lang="en-US" sz="1200" b="1" dirty="0">
                <a:solidFill>
                  <a:srgbClr val="FFFFFF"/>
                </a:solidFill>
                <a:latin typeface="Manrope"/>
                <a:ea typeface="Manrope"/>
                <a:cs typeface="Manrope"/>
              </a:rPr>
              <a:t>Programming from zero (optional)</a:t>
            </a:r>
          </a:p>
        </p:txBody>
      </p:sp>
      <p:sp>
        <p:nvSpPr>
          <p:cNvPr id="2005" name="g1 shape 2005"/>
          <p:cNvSpPr/>
          <p:nvPr/>
        </p:nvSpPr>
        <p:spPr>
          <a:xfrm>
            <a:off x="1801368" y="3172968"/>
            <a:ext cx="512064" cy="512064"/>
          </a:xfrm>
          <a:prstGeom prst="ellipse">
            <a:avLst/>
          </a:prstGeom>
          <a:solidFill>
            <a:srgbClr val="FCFF9B"/>
          </a:solidFill>
          <a:ln>
            <a:noFill/>
          </a:ln>
        </p:spPr>
        <p:txBody>
          <a:bodyPr wrap="none" lIns="0" tIns="0" rIns="0" bIns="0" anchor="ctr">
            <a:noAutofit/>
          </a:bodyPr>
          <a:lstStyle/>
          <a:p>
            <a:pPr algn="ctr">
              <a:buNone/>
            </a:pPr>
            <a:r>
              <a:rPr lang="en-US" sz="1600" b="1" dirty="0">
                <a:solidFill>
                  <a:srgbClr val="12352B"/>
                </a:solidFill>
                <a:latin typeface="Manrope"/>
                <a:ea typeface="Manrope"/>
                <a:cs typeface="Manrope"/>
              </a:rPr>
              <a:t>1</a:t>
            </a:r>
          </a:p>
        </p:txBody>
      </p:sp>
      <p:sp>
        <p:nvSpPr>
          <p:cNvPr id="2006" name="g1 text 2006"/>
          <p:cNvSpPr txBox="1"/>
          <p:nvPr/>
        </p:nvSpPr>
        <p:spPr>
          <a:xfrm>
            <a:off x="1188720" y="3794760"/>
            <a:ext cx="1737360" cy="868680"/>
          </a:xfrm>
          <a:prstGeom prst="rect">
            <a:avLst/>
          </a:prstGeom>
          <a:noFill/>
        </p:spPr>
        <p:txBody>
          <a:bodyPr wrap="square" lIns="0" tIns="0" rIns="0" bIns="0" anchor="t">
            <a:noAutofit/>
          </a:bodyPr>
          <a:lstStyle/>
          <a:p>
            <a:pPr algn="ctr">
              <a:lnSpc>
                <a:spcPct val="100000"/>
              </a:lnSpc>
              <a:buNone/>
            </a:pPr>
            <a:r>
              <a:rPr lang="en-US" sz="1200" b="1" dirty="0">
                <a:solidFill>
                  <a:srgbClr val="FFFFFF"/>
                </a:solidFill>
                <a:latin typeface="Manrope"/>
                <a:ea typeface="Manrope"/>
                <a:cs typeface="Manrope"/>
              </a:rPr>
              <a:t>Math, Python, ML basics</a:t>
            </a:r>
          </a:p>
        </p:txBody>
      </p:sp>
      <p:sp>
        <p:nvSpPr>
          <p:cNvPr id="2007" name="g1 shape 2007"/>
          <p:cNvSpPr/>
          <p:nvPr/>
        </p:nvSpPr>
        <p:spPr>
          <a:xfrm>
            <a:off x="2807208" y="3172968"/>
            <a:ext cx="512064" cy="512064"/>
          </a:xfrm>
          <a:prstGeom prst="ellipse">
            <a:avLst/>
          </a:prstGeom>
          <a:solidFill>
            <a:srgbClr val="FCFF9B"/>
          </a:solidFill>
          <a:ln>
            <a:noFill/>
          </a:ln>
        </p:spPr>
        <p:txBody>
          <a:bodyPr wrap="none" lIns="0" tIns="0" rIns="0" bIns="0" anchor="ctr">
            <a:noAutofit/>
          </a:bodyPr>
          <a:lstStyle/>
          <a:p>
            <a:pPr algn="ctr">
              <a:buNone/>
            </a:pPr>
            <a:r>
              <a:rPr lang="en-US" sz="1600" b="1" dirty="0">
                <a:solidFill>
                  <a:srgbClr val="12352B"/>
                </a:solidFill>
                <a:latin typeface="Manrope"/>
                <a:ea typeface="Manrope"/>
                <a:cs typeface="Manrope"/>
              </a:rPr>
              <a:t>2</a:t>
            </a:r>
          </a:p>
        </p:txBody>
      </p:sp>
      <p:sp>
        <p:nvSpPr>
          <p:cNvPr id="2008" name="g1 text 2008"/>
          <p:cNvSpPr txBox="1"/>
          <p:nvPr/>
        </p:nvSpPr>
        <p:spPr>
          <a:xfrm>
            <a:off x="2194560" y="2212848"/>
            <a:ext cx="1737360" cy="868680"/>
          </a:xfrm>
          <a:prstGeom prst="rect">
            <a:avLst/>
          </a:prstGeom>
          <a:noFill/>
        </p:spPr>
        <p:txBody>
          <a:bodyPr wrap="square" lIns="0" tIns="0" rIns="0" bIns="0" anchor="b">
            <a:noAutofit/>
          </a:bodyPr>
          <a:lstStyle/>
          <a:p>
            <a:pPr algn="ctr">
              <a:lnSpc>
                <a:spcPct val="100000"/>
              </a:lnSpc>
              <a:buNone/>
            </a:pPr>
            <a:r>
              <a:rPr lang="en-US" sz="1200" b="1" dirty="0">
                <a:solidFill>
                  <a:srgbClr val="FFFFFF"/>
                </a:solidFill>
                <a:latin typeface="Manrope"/>
                <a:ea typeface="Manrope"/>
                <a:cs typeface="Manrope"/>
              </a:rPr>
              <a:t>Deep learning</a:t>
            </a:r>
          </a:p>
        </p:txBody>
      </p:sp>
      <p:sp>
        <p:nvSpPr>
          <p:cNvPr id="2009" name="g1 shape 2009"/>
          <p:cNvSpPr/>
          <p:nvPr/>
        </p:nvSpPr>
        <p:spPr>
          <a:xfrm>
            <a:off x="3813048" y="3172968"/>
            <a:ext cx="512064" cy="512064"/>
          </a:xfrm>
          <a:prstGeom prst="ellipse">
            <a:avLst/>
          </a:prstGeom>
          <a:solidFill>
            <a:srgbClr val="FCFF9B"/>
          </a:solidFill>
          <a:ln>
            <a:noFill/>
          </a:ln>
        </p:spPr>
        <p:txBody>
          <a:bodyPr wrap="none" lIns="0" tIns="0" rIns="0" bIns="0" anchor="ctr">
            <a:noAutofit/>
          </a:bodyPr>
          <a:lstStyle/>
          <a:p>
            <a:pPr algn="ctr">
              <a:buNone/>
            </a:pPr>
            <a:r>
              <a:rPr lang="en-US" sz="1600" b="1" dirty="0">
                <a:solidFill>
                  <a:srgbClr val="12352B"/>
                </a:solidFill>
                <a:latin typeface="Manrope"/>
                <a:ea typeface="Manrope"/>
                <a:cs typeface="Manrope"/>
              </a:rPr>
              <a:t>3</a:t>
            </a:r>
          </a:p>
        </p:txBody>
      </p:sp>
      <p:sp>
        <p:nvSpPr>
          <p:cNvPr id="2010" name="g1 text 2010"/>
          <p:cNvSpPr txBox="1"/>
          <p:nvPr/>
        </p:nvSpPr>
        <p:spPr>
          <a:xfrm>
            <a:off x="3200400" y="3794760"/>
            <a:ext cx="1737360" cy="868680"/>
          </a:xfrm>
          <a:prstGeom prst="rect">
            <a:avLst/>
          </a:prstGeom>
          <a:noFill/>
        </p:spPr>
        <p:txBody>
          <a:bodyPr wrap="square" lIns="0" tIns="0" rIns="0" bIns="0" anchor="t">
            <a:noAutofit/>
          </a:bodyPr>
          <a:lstStyle/>
          <a:p>
            <a:pPr algn="ctr">
              <a:lnSpc>
                <a:spcPct val="100000"/>
              </a:lnSpc>
              <a:buNone/>
            </a:pPr>
            <a:r>
              <a:rPr lang="en-US" sz="1200" b="1" dirty="0">
                <a:solidFill>
                  <a:srgbClr val="FFFFFF"/>
                </a:solidFill>
                <a:latin typeface="Manrope"/>
                <a:ea typeface="Manrope"/>
                <a:cs typeface="Manrope"/>
              </a:rPr>
              <a:t>LLMs and transformers</a:t>
            </a:r>
          </a:p>
        </p:txBody>
      </p:sp>
      <p:sp>
        <p:nvSpPr>
          <p:cNvPr id="2011" name="g1 shape 2011"/>
          <p:cNvSpPr/>
          <p:nvPr/>
        </p:nvSpPr>
        <p:spPr>
          <a:xfrm>
            <a:off x="4818888" y="3172968"/>
            <a:ext cx="512064" cy="512064"/>
          </a:xfrm>
          <a:prstGeom prst="ellipse">
            <a:avLst/>
          </a:prstGeom>
          <a:solidFill>
            <a:srgbClr val="FCFF9B"/>
          </a:solidFill>
          <a:ln>
            <a:noFill/>
          </a:ln>
        </p:spPr>
        <p:txBody>
          <a:bodyPr wrap="none" lIns="0" tIns="0" rIns="0" bIns="0" anchor="ctr">
            <a:noAutofit/>
          </a:bodyPr>
          <a:lstStyle/>
          <a:p>
            <a:pPr algn="ctr">
              <a:buNone/>
            </a:pPr>
            <a:r>
              <a:rPr lang="en-US" sz="1600" b="1" dirty="0">
                <a:solidFill>
                  <a:srgbClr val="12352B"/>
                </a:solidFill>
                <a:latin typeface="Manrope"/>
                <a:ea typeface="Manrope"/>
                <a:cs typeface="Manrope"/>
              </a:rPr>
              <a:t>4</a:t>
            </a:r>
          </a:p>
        </p:txBody>
      </p:sp>
      <p:sp>
        <p:nvSpPr>
          <p:cNvPr id="2012" name="g1 text 2012"/>
          <p:cNvSpPr txBox="1"/>
          <p:nvPr/>
        </p:nvSpPr>
        <p:spPr>
          <a:xfrm>
            <a:off x="4206240" y="2212848"/>
            <a:ext cx="1737360" cy="868680"/>
          </a:xfrm>
          <a:prstGeom prst="rect">
            <a:avLst/>
          </a:prstGeom>
          <a:noFill/>
        </p:spPr>
        <p:txBody>
          <a:bodyPr wrap="square" lIns="0" tIns="0" rIns="0" bIns="0" anchor="b">
            <a:noAutofit/>
          </a:bodyPr>
          <a:lstStyle/>
          <a:p>
            <a:pPr algn="ctr">
              <a:lnSpc>
                <a:spcPct val="100000"/>
              </a:lnSpc>
              <a:buNone/>
            </a:pPr>
            <a:r>
              <a:rPr lang="en-US" sz="1200" b="1" dirty="0">
                <a:solidFill>
                  <a:srgbClr val="FFFFFF"/>
                </a:solidFill>
                <a:latin typeface="Manrope"/>
                <a:ea typeface="Manrope"/>
                <a:cs typeface="Manrope"/>
              </a:rPr>
              <a:t>Prompt engineering</a:t>
            </a:r>
          </a:p>
        </p:txBody>
      </p:sp>
      <p:sp>
        <p:nvSpPr>
          <p:cNvPr id="2013" name="g1 shape 2013"/>
          <p:cNvSpPr/>
          <p:nvPr/>
        </p:nvSpPr>
        <p:spPr>
          <a:xfrm>
            <a:off x="5824728" y="3172968"/>
            <a:ext cx="512064" cy="512064"/>
          </a:xfrm>
          <a:prstGeom prst="ellipse">
            <a:avLst/>
          </a:prstGeom>
          <a:solidFill>
            <a:srgbClr val="FCFF9B"/>
          </a:solidFill>
          <a:ln>
            <a:noFill/>
          </a:ln>
        </p:spPr>
        <p:txBody>
          <a:bodyPr wrap="none" lIns="0" tIns="0" rIns="0" bIns="0" anchor="ctr">
            <a:noAutofit/>
          </a:bodyPr>
          <a:lstStyle/>
          <a:p>
            <a:pPr algn="ctr">
              <a:buNone/>
            </a:pPr>
            <a:r>
              <a:rPr lang="en-US" sz="1600" b="1" dirty="0">
                <a:solidFill>
                  <a:srgbClr val="12352B"/>
                </a:solidFill>
                <a:latin typeface="Manrope"/>
                <a:ea typeface="Manrope"/>
                <a:cs typeface="Manrope"/>
              </a:rPr>
              <a:t>5</a:t>
            </a:r>
          </a:p>
        </p:txBody>
      </p:sp>
      <p:sp>
        <p:nvSpPr>
          <p:cNvPr id="2014" name="g1 text 2014"/>
          <p:cNvSpPr txBox="1"/>
          <p:nvPr/>
        </p:nvSpPr>
        <p:spPr>
          <a:xfrm>
            <a:off x="5212080" y="3794760"/>
            <a:ext cx="1737360" cy="868680"/>
          </a:xfrm>
          <a:prstGeom prst="rect">
            <a:avLst/>
          </a:prstGeom>
          <a:noFill/>
        </p:spPr>
        <p:txBody>
          <a:bodyPr wrap="square" lIns="0" tIns="0" rIns="0" bIns="0" anchor="t">
            <a:noAutofit/>
          </a:bodyPr>
          <a:lstStyle/>
          <a:p>
            <a:pPr algn="ctr">
              <a:lnSpc>
                <a:spcPct val="100000"/>
              </a:lnSpc>
              <a:buNone/>
            </a:pPr>
            <a:r>
              <a:rPr lang="en-US" sz="1200" b="1" dirty="0">
                <a:solidFill>
                  <a:srgbClr val="FFFFFF"/>
                </a:solidFill>
                <a:latin typeface="Manrope"/>
                <a:ea typeface="Manrope"/>
                <a:cs typeface="Manrope"/>
              </a:rPr>
              <a:t>RAG</a:t>
            </a:r>
          </a:p>
        </p:txBody>
      </p:sp>
      <p:sp>
        <p:nvSpPr>
          <p:cNvPr id="2015" name="g1 shape 2015"/>
          <p:cNvSpPr/>
          <p:nvPr/>
        </p:nvSpPr>
        <p:spPr>
          <a:xfrm>
            <a:off x="6830568" y="3172968"/>
            <a:ext cx="512064" cy="512064"/>
          </a:xfrm>
          <a:prstGeom prst="ellipse">
            <a:avLst/>
          </a:prstGeom>
          <a:solidFill>
            <a:srgbClr val="FCFF9B"/>
          </a:solidFill>
          <a:ln>
            <a:noFill/>
          </a:ln>
        </p:spPr>
        <p:txBody>
          <a:bodyPr wrap="none" lIns="0" tIns="0" rIns="0" bIns="0" anchor="ctr">
            <a:noAutofit/>
          </a:bodyPr>
          <a:lstStyle/>
          <a:p>
            <a:pPr algn="ctr">
              <a:buNone/>
            </a:pPr>
            <a:r>
              <a:rPr lang="en-US" sz="1600" b="1" dirty="0">
                <a:solidFill>
                  <a:srgbClr val="12352B"/>
                </a:solidFill>
                <a:latin typeface="Manrope"/>
                <a:ea typeface="Manrope"/>
                <a:cs typeface="Manrope"/>
              </a:rPr>
              <a:t>6</a:t>
            </a:r>
          </a:p>
        </p:txBody>
      </p:sp>
      <p:sp>
        <p:nvSpPr>
          <p:cNvPr id="2016" name="g1 text 2016"/>
          <p:cNvSpPr txBox="1"/>
          <p:nvPr/>
        </p:nvSpPr>
        <p:spPr>
          <a:xfrm>
            <a:off x="6217920" y="2212848"/>
            <a:ext cx="1737360" cy="868680"/>
          </a:xfrm>
          <a:prstGeom prst="rect">
            <a:avLst/>
          </a:prstGeom>
          <a:noFill/>
        </p:spPr>
        <p:txBody>
          <a:bodyPr wrap="square" lIns="0" tIns="0" rIns="0" bIns="0" anchor="b">
            <a:noAutofit/>
          </a:bodyPr>
          <a:lstStyle/>
          <a:p>
            <a:pPr algn="ctr">
              <a:lnSpc>
                <a:spcPct val="100000"/>
              </a:lnSpc>
              <a:buNone/>
            </a:pPr>
            <a:r>
              <a:rPr lang="en-US" sz="1200" b="1" dirty="0">
                <a:solidFill>
                  <a:srgbClr val="FFFFFF"/>
                </a:solidFill>
                <a:latin typeface="Manrope"/>
                <a:ea typeface="Manrope"/>
                <a:cs typeface="Manrope"/>
              </a:rPr>
              <a:t>Tool use and function calling</a:t>
            </a:r>
          </a:p>
        </p:txBody>
      </p:sp>
      <p:sp>
        <p:nvSpPr>
          <p:cNvPr id="2017" name="g1 shape 2017"/>
          <p:cNvSpPr/>
          <p:nvPr/>
        </p:nvSpPr>
        <p:spPr>
          <a:xfrm>
            <a:off x="7836408" y="3172968"/>
            <a:ext cx="512064" cy="512064"/>
          </a:xfrm>
          <a:prstGeom prst="ellipse">
            <a:avLst/>
          </a:prstGeom>
          <a:solidFill>
            <a:srgbClr val="FCFF9B"/>
          </a:solidFill>
          <a:ln>
            <a:noFill/>
          </a:ln>
        </p:spPr>
        <p:txBody>
          <a:bodyPr wrap="none" lIns="0" tIns="0" rIns="0" bIns="0" anchor="ctr">
            <a:noAutofit/>
          </a:bodyPr>
          <a:lstStyle/>
          <a:p>
            <a:pPr algn="ctr">
              <a:buNone/>
            </a:pPr>
            <a:r>
              <a:rPr lang="en-US" sz="1600" b="1" dirty="0">
                <a:solidFill>
                  <a:srgbClr val="12352B"/>
                </a:solidFill>
                <a:latin typeface="Manrope"/>
                <a:ea typeface="Manrope"/>
                <a:cs typeface="Manrope"/>
              </a:rPr>
              <a:t>7</a:t>
            </a:r>
          </a:p>
        </p:txBody>
      </p:sp>
      <p:sp>
        <p:nvSpPr>
          <p:cNvPr id="2018" name="g1 text 2018"/>
          <p:cNvSpPr txBox="1"/>
          <p:nvPr/>
        </p:nvSpPr>
        <p:spPr>
          <a:xfrm>
            <a:off x="7223760" y="3794760"/>
            <a:ext cx="1737360" cy="868680"/>
          </a:xfrm>
          <a:prstGeom prst="rect">
            <a:avLst/>
          </a:prstGeom>
          <a:noFill/>
        </p:spPr>
        <p:txBody>
          <a:bodyPr wrap="square" lIns="0" tIns="0" rIns="0" bIns="0" anchor="t">
            <a:noAutofit/>
          </a:bodyPr>
          <a:lstStyle/>
          <a:p>
            <a:pPr algn="ctr">
              <a:lnSpc>
                <a:spcPct val="100000"/>
              </a:lnSpc>
              <a:buNone/>
            </a:pPr>
            <a:r>
              <a:rPr lang="en-US" sz="1200" b="1" dirty="0">
                <a:solidFill>
                  <a:srgbClr val="FFFFFF"/>
                </a:solidFill>
                <a:latin typeface="Manrope"/>
                <a:ea typeface="Manrope"/>
                <a:cs typeface="Manrope"/>
              </a:rPr>
              <a:t>Agent architectures</a:t>
            </a:r>
          </a:p>
        </p:txBody>
      </p:sp>
      <p:sp>
        <p:nvSpPr>
          <p:cNvPr id="2019" name="g1 shape 2019"/>
          <p:cNvSpPr/>
          <p:nvPr/>
        </p:nvSpPr>
        <p:spPr>
          <a:xfrm>
            <a:off x="8842248" y="3172968"/>
            <a:ext cx="512064" cy="512064"/>
          </a:xfrm>
          <a:prstGeom prst="ellipse">
            <a:avLst/>
          </a:prstGeom>
          <a:solidFill>
            <a:srgbClr val="FCFF9B"/>
          </a:solidFill>
          <a:ln>
            <a:noFill/>
          </a:ln>
        </p:spPr>
        <p:txBody>
          <a:bodyPr wrap="none" lIns="0" tIns="0" rIns="0" bIns="0" anchor="ctr">
            <a:noAutofit/>
          </a:bodyPr>
          <a:lstStyle/>
          <a:p>
            <a:pPr algn="ctr">
              <a:buNone/>
            </a:pPr>
            <a:r>
              <a:rPr lang="en-US" sz="1600" b="1" dirty="0">
                <a:solidFill>
                  <a:srgbClr val="12352B"/>
                </a:solidFill>
                <a:latin typeface="Manrope"/>
                <a:ea typeface="Manrope"/>
                <a:cs typeface="Manrope"/>
              </a:rPr>
              <a:t>8</a:t>
            </a:r>
          </a:p>
        </p:txBody>
      </p:sp>
      <p:sp>
        <p:nvSpPr>
          <p:cNvPr id="2020" name="g1 text 2020"/>
          <p:cNvSpPr txBox="1"/>
          <p:nvPr/>
        </p:nvSpPr>
        <p:spPr>
          <a:xfrm>
            <a:off x="8229600" y="2212848"/>
            <a:ext cx="1737360" cy="868680"/>
          </a:xfrm>
          <a:prstGeom prst="rect">
            <a:avLst/>
          </a:prstGeom>
          <a:noFill/>
        </p:spPr>
        <p:txBody>
          <a:bodyPr wrap="square" lIns="0" tIns="0" rIns="0" bIns="0" anchor="b">
            <a:noAutofit/>
          </a:bodyPr>
          <a:lstStyle/>
          <a:p>
            <a:pPr algn="ctr">
              <a:lnSpc>
                <a:spcPct val="100000"/>
              </a:lnSpc>
              <a:buNone/>
            </a:pPr>
            <a:r>
              <a:rPr lang="en-US" sz="1200" b="1" dirty="0">
                <a:solidFill>
                  <a:srgbClr val="FFFFFF"/>
                </a:solidFill>
                <a:latin typeface="Manrope"/>
                <a:ea typeface="Manrope"/>
                <a:cs typeface="Manrope"/>
              </a:rPr>
              <a:t>Frameworks and protocols</a:t>
            </a:r>
          </a:p>
        </p:txBody>
      </p:sp>
      <p:sp>
        <p:nvSpPr>
          <p:cNvPr id="2021" name="g1 shape 2021"/>
          <p:cNvSpPr/>
          <p:nvPr/>
        </p:nvSpPr>
        <p:spPr>
          <a:xfrm>
            <a:off x="9848088" y="3172968"/>
            <a:ext cx="512064" cy="512064"/>
          </a:xfrm>
          <a:prstGeom prst="ellipse">
            <a:avLst/>
          </a:prstGeom>
          <a:solidFill>
            <a:srgbClr val="FCFF9B"/>
          </a:solidFill>
          <a:ln>
            <a:noFill/>
          </a:ln>
        </p:spPr>
        <p:txBody>
          <a:bodyPr wrap="none" lIns="0" tIns="0" rIns="0" bIns="0" anchor="ctr">
            <a:noAutofit/>
          </a:bodyPr>
          <a:lstStyle/>
          <a:p>
            <a:pPr algn="ctr">
              <a:buNone/>
            </a:pPr>
            <a:r>
              <a:rPr lang="en-US" sz="1600" b="1" dirty="0">
                <a:solidFill>
                  <a:srgbClr val="12352B"/>
                </a:solidFill>
                <a:latin typeface="Manrope"/>
                <a:ea typeface="Manrope"/>
                <a:cs typeface="Manrope"/>
              </a:rPr>
              <a:t>9</a:t>
            </a:r>
          </a:p>
        </p:txBody>
      </p:sp>
      <p:sp>
        <p:nvSpPr>
          <p:cNvPr id="2022" name="g1 text 2022"/>
          <p:cNvSpPr txBox="1"/>
          <p:nvPr/>
        </p:nvSpPr>
        <p:spPr>
          <a:xfrm>
            <a:off x="9235440" y="3794760"/>
            <a:ext cx="1737360" cy="868680"/>
          </a:xfrm>
          <a:prstGeom prst="rect">
            <a:avLst/>
          </a:prstGeom>
          <a:noFill/>
        </p:spPr>
        <p:txBody>
          <a:bodyPr wrap="square" lIns="0" tIns="0" rIns="0" bIns="0" anchor="t">
            <a:noAutofit/>
          </a:bodyPr>
          <a:lstStyle/>
          <a:p>
            <a:pPr algn="ctr">
              <a:lnSpc>
                <a:spcPct val="100000"/>
              </a:lnSpc>
              <a:buNone/>
            </a:pPr>
            <a:r>
              <a:rPr lang="en-US" sz="1200" b="1" dirty="0">
                <a:solidFill>
                  <a:srgbClr val="FFFFFF"/>
                </a:solidFill>
                <a:latin typeface="Manrope"/>
                <a:ea typeface="Manrope"/>
                <a:cs typeface="Manrope"/>
              </a:rPr>
              <a:t>Evaluation and safety</a:t>
            </a:r>
          </a:p>
        </p:txBody>
      </p:sp>
      <p:sp>
        <p:nvSpPr>
          <p:cNvPr id="2023" name="g1 shape 2023"/>
          <p:cNvSpPr/>
          <p:nvPr/>
        </p:nvSpPr>
        <p:spPr>
          <a:xfrm>
            <a:off x="10853928" y="3172968"/>
            <a:ext cx="512064" cy="512064"/>
          </a:xfrm>
          <a:prstGeom prst="ellipse">
            <a:avLst/>
          </a:prstGeom>
          <a:solidFill>
            <a:srgbClr val="FCFF9B"/>
          </a:solidFill>
          <a:ln>
            <a:noFill/>
          </a:ln>
        </p:spPr>
        <p:txBody>
          <a:bodyPr wrap="none" lIns="0" tIns="0" rIns="0" bIns="0" anchor="ctr">
            <a:noAutofit/>
          </a:bodyPr>
          <a:lstStyle/>
          <a:p>
            <a:pPr algn="ctr">
              <a:buNone/>
            </a:pPr>
            <a:r>
              <a:rPr lang="en-US" sz="1600" b="1" dirty="0">
                <a:solidFill>
                  <a:srgbClr val="12352B"/>
                </a:solidFill>
                <a:latin typeface="Manrope"/>
                <a:ea typeface="Manrope"/>
                <a:cs typeface="Manrope"/>
              </a:rPr>
              <a:t>10</a:t>
            </a:r>
          </a:p>
        </p:txBody>
      </p:sp>
      <p:sp>
        <p:nvSpPr>
          <p:cNvPr id="2024" name="g1 text 2024"/>
          <p:cNvSpPr txBox="1"/>
          <p:nvPr/>
        </p:nvSpPr>
        <p:spPr>
          <a:xfrm>
            <a:off x="10241280" y="2212848"/>
            <a:ext cx="1737360" cy="868680"/>
          </a:xfrm>
          <a:prstGeom prst="rect">
            <a:avLst/>
          </a:prstGeom>
          <a:noFill/>
        </p:spPr>
        <p:txBody>
          <a:bodyPr wrap="square" lIns="0" tIns="0" rIns="0" bIns="0" anchor="b">
            <a:noAutofit/>
          </a:bodyPr>
          <a:lstStyle/>
          <a:p>
            <a:pPr algn="ctr">
              <a:lnSpc>
                <a:spcPct val="100000"/>
              </a:lnSpc>
              <a:buNone/>
            </a:pPr>
            <a:r>
              <a:rPr lang="en-US" sz="1200" b="1" dirty="0">
                <a:solidFill>
                  <a:srgbClr val="FFFFFF"/>
                </a:solidFill>
                <a:latin typeface="Manrope"/>
                <a:ea typeface="Manrope"/>
                <a:cs typeface="Manrope"/>
              </a:rPr>
              <a:t>Deploying real agents</a:t>
            </a:r>
          </a:p>
        </p:txBody>
      </p:sp>
      <p:sp>
        <p:nvSpPr>
          <p:cNvPr id="2025" name="g1 shape 2025"/>
          <p:cNvSpPr/>
          <p:nvPr/>
        </p:nvSpPr>
        <p:spPr>
          <a:xfrm>
            <a:off x="5074920" y="4892040"/>
            <a:ext cx="6035040" cy="0"/>
          </a:xfrm>
          <a:prstGeom prst="line">
            <a:avLst/>
          </a:prstGeom>
          <a:noFill/>
          <a:ln w="19050">
            <a:solidFill>
              <a:srgbClr val="D5E6CD"/>
            </a:solidFill>
          </a:ln>
        </p:spPr>
      </p:sp>
      <p:sp>
        <p:nvSpPr>
          <p:cNvPr id="2026" name="g1 shape 2026"/>
          <p:cNvSpPr/>
          <p:nvPr/>
        </p:nvSpPr>
        <p:spPr>
          <a:xfrm>
            <a:off x="5074920" y="4727448"/>
            <a:ext cx="0" cy="164592"/>
          </a:xfrm>
          <a:prstGeom prst="line">
            <a:avLst/>
          </a:prstGeom>
          <a:noFill/>
          <a:ln w="19050">
            <a:solidFill>
              <a:srgbClr val="D5E6CD"/>
            </a:solidFill>
          </a:ln>
        </p:spPr>
      </p:sp>
      <p:sp>
        <p:nvSpPr>
          <p:cNvPr id="2027" name="g1 shape 2027"/>
          <p:cNvSpPr/>
          <p:nvPr/>
        </p:nvSpPr>
        <p:spPr>
          <a:xfrm>
            <a:off x="11109960" y="4727448"/>
            <a:ext cx="0" cy="164592"/>
          </a:xfrm>
          <a:prstGeom prst="line">
            <a:avLst/>
          </a:prstGeom>
          <a:noFill/>
          <a:ln w="19050">
            <a:solidFill>
              <a:srgbClr val="D5E6CD"/>
            </a:solidFill>
          </a:ln>
        </p:spPr>
      </p:sp>
      <p:sp>
        <p:nvSpPr>
          <p:cNvPr id="2028" name="g1 text 2028"/>
          <p:cNvSpPr txBox="1"/>
          <p:nvPr/>
        </p:nvSpPr>
        <p:spPr>
          <a:xfrm>
            <a:off x="4800600" y="5029200"/>
            <a:ext cx="6583680" cy="365760"/>
          </a:xfrm>
          <a:prstGeom prst="rect">
            <a:avLst/>
          </a:prstGeom>
          <a:noFill/>
        </p:spPr>
        <p:txBody>
          <a:bodyPr wrap="square" lIns="0" tIns="0" rIns="0" bIns="0" anchor="t">
            <a:noAutofit/>
          </a:bodyPr>
          <a:lstStyle/>
          <a:p>
            <a:pPr algn="ctr">
              <a:lnSpc>
                <a:spcPct val="100000"/>
              </a:lnSpc>
              <a:buNone/>
            </a:pPr>
            <a:r>
              <a:rPr lang="en-US" sz="1600" b="1" dirty="0">
                <a:solidFill>
                  <a:srgbClr val="FFFFFF"/>
                </a:solidFill>
                <a:latin typeface="Manrope"/>
                <a:ea typeface="Manrope"/>
                <a:cs typeface="Manrope"/>
              </a:rPr>
              <a:t>Stages 4–10 overlap heavily: </a:t>
            </a:r>
            <a:r>
              <a:rPr lang="en-US" sz="1600" b="0" dirty="0">
                <a:solidFill>
                  <a:srgbClr val="D5E6CD"/>
                </a:solidFill>
                <a:latin typeface="Manrope"/>
                <a:ea typeface="Manrope"/>
                <a:cs typeface="Manrope"/>
              </a:rPr>
              <a:t>start building small agents early</a:t>
            </a:r>
          </a:p>
        </p:txBody>
      </p:sp>
      <p:sp>
        <p:nvSpPr>
          <p:cNvPr id="2029" name="g1 text 2029"/>
          <p:cNvSpPr txBox="1"/>
          <p:nvPr/>
        </p:nvSpPr>
        <p:spPr>
          <a:xfrm>
            <a:off x="731520" y="5989320"/>
            <a:ext cx="10725912" cy="320040"/>
          </a:xfrm>
          <a:prstGeom prst="rect">
            <a:avLst/>
          </a:prstGeom>
          <a:noFill/>
        </p:spPr>
        <p:txBody>
          <a:bodyPr wrap="square" lIns="0" tIns="0" rIns="0" bIns="0" anchor="t">
            <a:noAutofit/>
          </a:bodyPr>
          <a:lstStyle/>
          <a:p>
            <a:pPr algn="ctr">
              <a:lnSpc>
                <a:spcPct val="100000"/>
              </a:lnSpc>
              <a:buNone/>
            </a:pPr>
            <a:r>
              <a:rPr lang="en-US" sz="1200" b="0" dirty="0">
                <a:solidFill>
                  <a:srgbClr val="FFFFFF"/>
                </a:solidFill>
                <a:latin typeface="Manrope"/>
                <a:ea typeface="Manrope"/>
                <a:cs typeface="Manrope"/>
              </a:rPr>
              <a:t>Stage 0 is only for people who have never programmed.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D1D1D"/>
        </a:solidFill>
      </p:bgPr>
    </p:bg>
    <p:spTree>
      <p:nvGrpSpPr>
        <p:cNvPr id="1" name=""/>
        <p:cNvGrpSpPr/>
        <p:nvPr/>
      </p:nvGrpSpPr>
      <p:grpSpPr>
        <a:xfrm>
          <a:off x="0" y="0"/>
          <a:ext cx="0" cy="0"/>
          <a:chOff x="0" y="0"/>
          <a:chExt cx="0" cy="0"/>
        </a:xfrm>
      </p:grpSpPr>
      <p:sp>
        <p:nvSpPr>
          <p:cNvPr id="2" name="Shape 0"/>
          <p:cNvSpPr/>
          <p:nvPr/>
        </p:nvSpPr>
        <p:spPr>
          <a:xfrm>
            <a:off x="0" y="0"/>
            <a:ext cx="5729630" cy="6858000"/>
          </a:xfrm>
          <a:prstGeom prst="rect">
            <a:avLst/>
          </a:prstGeom>
          <a:solidFill>
            <a:srgbClr val="0C4441"/>
          </a:solidFill>
          <a:ln/>
        </p:spPr>
      </p:sp>
      <p:sp>
        <p:nvSpPr>
          <p:cNvPr id="3" name="Shape 1"/>
          <p:cNvSpPr/>
          <p:nvPr/>
        </p:nvSpPr>
        <p:spPr>
          <a:xfrm>
            <a:off x="626364" y="-74066"/>
            <a:ext cx="803758" cy="753809"/>
          </a:xfrm>
          <a:prstGeom prst="rect">
            <a:avLst/>
          </a:prstGeom>
          <a:solidFill>
            <a:srgbClr val="F8FE05">
              <a:alpha val="8250"/>
            </a:srgbClr>
          </a:solidFill>
          <a:ln/>
        </p:spPr>
      </p:sp>
      <p:sp>
        <p:nvSpPr>
          <p:cNvPr id="4" name="Shape 2"/>
          <p:cNvSpPr/>
          <p:nvPr/>
        </p:nvSpPr>
        <p:spPr>
          <a:xfrm>
            <a:off x="626364" y="670598"/>
            <a:ext cx="803758" cy="753809"/>
          </a:xfrm>
          <a:prstGeom prst="rect">
            <a:avLst/>
          </a:prstGeom>
          <a:solidFill>
            <a:srgbClr val="F8FE05">
              <a:alpha val="7219"/>
            </a:srgbClr>
          </a:solidFill>
          <a:ln/>
        </p:spPr>
      </p:sp>
      <p:sp>
        <p:nvSpPr>
          <p:cNvPr id="5" name="Shape 3"/>
          <p:cNvSpPr/>
          <p:nvPr/>
        </p:nvSpPr>
        <p:spPr>
          <a:xfrm>
            <a:off x="626364" y="1415263"/>
            <a:ext cx="803758" cy="753809"/>
          </a:xfrm>
          <a:prstGeom prst="rect">
            <a:avLst/>
          </a:prstGeom>
          <a:solidFill>
            <a:srgbClr val="F8FE05">
              <a:alpha val="6188"/>
            </a:srgbClr>
          </a:solidFill>
          <a:ln/>
        </p:spPr>
      </p:sp>
      <p:sp>
        <p:nvSpPr>
          <p:cNvPr id="6" name="Shape 4"/>
          <p:cNvSpPr/>
          <p:nvPr/>
        </p:nvSpPr>
        <p:spPr>
          <a:xfrm>
            <a:off x="626364" y="2159927"/>
            <a:ext cx="803758" cy="753809"/>
          </a:xfrm>
          <a:prstGeom prst="rect">
            <a:avLst/>
          </a:prstGeom>
          <a:solidFill>
            <a:srgbClr val="F8FE05">
              <a:alpha val="5156"/>
            </a:srgbClr>
          </a:solidFill>
          <a:ln/>
        </p:spPr>
      </p:sp>
      <p:sp>
        <p:nvSpPr>
          <p:cNvPr id="7" name="Shape 5"/>
          <p:cNvSpPr/>
          <p:nvPr/>
        </p:nvSpPr>
        <p:spPr>
          <a:xfrm>
            <a:off x="626364" y="2904592"/>
            <a:ext cx="803758" cy="753809"/>
          </a:xfrm>
          <a:prstGeom prst="rect">
            <a:avLst/>
          </a:prstGeom>
          <a:solidFill>
            <a:srgbClr val="F8FE05">
              <a:alpha val="4125"/>
            </a:srgbClr>
          </a:solidFill>
          <a:ln/>
        </p:spPr>
      </p:sp>
      <p:sp>
        <p:nvSpPr>
          <p:cNvPr id="8" name="Shape 6"/>
          <p:cNvSpPr/>
          <p:nvPr/>
        </p:nvSpPr>
        <p:spPr>
          <a:xfrm>
            <a:off x="626364" y="3649256"/>
            <a:ext cx="803758" cy="753809"/>
          </a:xfrm>
          <a:prstGeom prst="rect">
            <a:avLst/>
          </a:prstGeom>
          <a:solidFill>
            <a:srgbClr val="F8FE05">
              <a:alpha val="3094"/>
            </a:srgbClr>
          </a:solidFill>
          <a:ln/>
        </p:spPr>
      </p:sp>
      <p:sp>
        <p:nvSpPr>
          <p:cNvPr id="9" name="Shape 7"/>
          <p:cNvSpPr/>
          <p:nvPr/>
        </p:nvSpPr>
        <p:spPr>
          <a:xfrm>
            <a:off x="626364" y="4393921"/>
            <a:ext cx="803758" cy="753809"/>
          </a:xfrm>
          <a:prstGeom prst="rect">
            <a:avLst/>
          </a:prstGeom>
          <a:solidFill>
            <a:srgbClr val="F8FE05">
              <a:alpha val="2063"/>
            </a:srgbClr>
          </a:solidFill>
          <a:ln/>
        </p:spPr>
      </p:sp>
      <p:sp>
        <p:nvSpPr>
          <p:cNvPr id="10" name="Shape 8"/>
          <p:cNvSpPr/>
          <p:nvPr/>
        </p:nvSpPr>
        <p:spPr>
          <a:xfrm>
            <a:off x="626364" y="5138585"/>
            <a:ext cx="803758" cy="753809"/>
          </a:xfrm>
          <a:prstGeom prst="rect">
            <a:avLst/>
          </a:prstGeom>
          <a:solidFill>
            <a:srgbClr val="F8FE05">
              <a:alpha val="1031"/>
            </a:srgbClr>
          </a:solidFill>
          <a:ln/>
        </p:spPr>
      </p:sp>
      <p:sp>
        <p:nvSpPr>
          <p:cNvPr id="11" name="Shape 9"/>
          <p:cNvSpPr/>
          <p:nvPr/>
        </p:nvSpPr>
        <p:spPr>
          <a:xfrm>
            <a:off x="1997050" y="-74066"/>
            <a:ext cx="803758" cy="427825"/>
          </a:xfrm>
          <a:prstGeom prst="rect">
            <a:avLst/>
          </a:prstGeom>
          <a:solidFill>
            <a:srgbClr val="F8FE05">
              <a:alpha val="3850"/>
            </a:srgbClr>
          </a:solidFill>
          <a:ln/>
        </p:spPr>
      </p:sp>
      <p:sp>
        <p:nvSpPr>
          <p:cNvPr id="12" name="Shape 10"/>
          <p:cNvSpPr/>
          <p:nvPr/>
        </p:nvSpPr>
        <p:spPr>
          <a:xfrm>
            <a:off x="1997050" y="344614"/>
            <a:ext cx="803758" cy="427825"/>
          </a:xfrm>
          <a:prstGeom prst="rect">
            <a:avLst/>
          </a:prstGeom>
          <a:solidFill>
            <a:srgbClr val="F8FE05">
              <a:alpha val="3369"/>
            </a:srgbClr>
          </a:solidFill>
          <a:ln/>
        </p:spPr>
      </p:sp>
      <p:sp>
        <p:nvSpPr>
          <p:cNvPr id="13" name="Shape 11"/>
          <p:cNvSpPr/>
          <p:nvPr/>
        </p:nvSpPr>
        <p:spPr>
          <a:xfrm>
            <a:off x="1997050" y="763295"/>
            <a:ext cx="803758" cy="427825"/>
          </a:xfrm>
          <a:prstGeom prst="rect">
            <a:avLst/>
          </a:prstGeom>
          <a:solidFill>
            <a:srgbClr val="F8FE05">
              <a:alpha val="2888"/>
            </a:srgbClr>
          </a:solidFill>
          <a:ln/>
        </p:spPr>
      </p:sp>
      <p:sp>
        <p:nvSpPr>
          <p:cNvPr id="14" name="Shape 12"/>
          <p:cNvSpPr/>
          <p:nvPr/>
        </p:nvSpPr>
        <p:spPr>
          <a:xfrm>
            <a:off x="1997050" y="1181976"/>
            <a:ext cx="803758" cy="427825"/>
          </a:xfrm>
          <a:prstGeom prst="rect">
            <a:avLst/>
          </a:prstGeom>
          <a:solidFill>
            <a:srgbClr val="F8FE05">
              <a:alpha val="2406"/>
            </a:srgbClr>
          </a:solidFill>
          <a:ln/>
        </p:spPr>
      </p:sp>
      <p:sp>
        <p:nvSpPr>
          <p:cNvPr id="15" name="Shape 13"/>
          <p:cNvSpPr/>
          <p:nvPr/>
        </p:nvSpPr>
        <p:spPr>
          <a:xfrm>
            <a:off x="1997050" y="1600657"/>
            <a:ext cx="803758" cy="427825"/>
          </a:xfrm>
          <a:prstGeom prst="rect">
            <a:avLst/>
          </a:prstGeom>
          <a:solidFill>
            <a:srgbClr val="F8FE05">
              <a:alpha val="1925"/>
            </a:srgbClr>
          </a:solidFill>
          <a:ln/>
        </p:spPr>
      </p:sp>
      <p:sp>
        <p:nvSpPr>
          <p:cNvPr id="16" name="Shape 14"/>
          <p:cNvSpPr/>
          <p:nvPr/>
        </p:nvSpPr>
        <p:spPr>
          <a:xfrm>
            <a:off x="1997050" y="2019338"/>
            <a:ext cx="803758" cy="427825"/>
          </a:xfrm>
          <a:prstGeom prst="rect">
            <a:avLst/>
          </a:prstGeom>
          <a:solidFill>
            <a:srgbClr val="F8FE05">
              <a:alpha val="1444"/>
            </a:srgbClr>
          </a:solidFill>
          <a:ln/>
        </p:spPr>
      </p:sp>
      <p:sp>
        <p:nvSpPr>
          <p:cNvPr id="17" name="Shape 15"/>
          <p:cNvSpPr/>
          <p:nvPr/>
        </p:nvSpPr>
        <p:spPr>
          <a:xfrm>
            <a:off x="1997050" y="2438019"/>
            <a:ext cx="803758" cy="427825"/>
          </a:xfrm>
          <a:prstGeom prst="rect">
            <a:avLst/>
          </a:prstGeom>
          <a:solidFill>
            <a:srgbClr val="F8FE05">
              <a:alpha val="963"/>
            </a:srgbClr>
          </a:solidFill>
          <a:ln/>
        </p:spPr>
      </p:sp>
      <p:sp>
        <p:nvSpPr>
          <p:cNvPr id="18" name="Shape 16"/>
          <p:cNvSpPr/>
          <p:nvPr/>
        </p:nvSpPr>
        <p:spPr>
          <a:xfrm>
            <a:off x="1997050" y="2856700"/>
            <a:ext cx="803758" cy="427825"/>
          </a:xfrm>
          <a:prstGeom prst="rect">
            <a:avLst/>
          </a:prstGeom>
          <a:solidFill>
            <a:srgbClr val="F8FE05">
              <a:alpha val="481"/>
            </a:srgbClr>
          </a:solidFill>
          <a:ln/>
        </p:spPr>
      </p:sp>
      <p:sp>
        <p:nvSpPr>
          <p:cNvPr id="19" name="Shape 17"/>
          <p:cNvSpPr/>
          <p:nvPr/>
        </p:nvSpPr>
        <p:spPr>
          <a:xfrm>
            <a:off x="1306678" y="-48463"/>
            <a:ext cx="803758" cy="572300"/>
          </a:xfrm>
          <a:prstGeom prst="rect">
            <a:avLst/>
          </a:prstGeom>
          <a:solidFill>
            <a:srgbClr val="F8FE05">
              <a:alpha val="5500"/>
            </a:srgbClr>
          </a:solidFill>
          <a:ln/>
        </p:spPr>
      </p:sp>
      <p:sp>
        <p:nvSpPr>
          <p:cNvPr id="20" name="Shape 18"/>
          <p:cNvSpPr/>
          <p:nvPr/>
        </p:nvSpPr>
        <p:spPr>
          <a:xfrm>
            <a:off x="1306678" y="514693"/>
            <a:ext cx="803758" cy="572300"/>
          </a:xfrm>
          <a:prstGeom prst="rect">
            <a:avLst/>
          </a:prstGeom>
          <a:solidFill>
            <a:srgbClr val="F8FE05">
              <a:alpha val="4813"/>
            </a:srgbClr>
          </a:solidFill>
          <a:ln/>
        </p:spPr>
      </p:sp>
      <p:sp>
        <p:nvSpPr>
          <p:cNvPr id="21" name="Shape 19"/>
          <p:cNvSpPr/>
          <p:nvPr/>
        </p:nvSpPr>
        <p:spPr>
          <a:xfrm>
            <a:off x="1306678" y="1077849"/>
            <a:ext cx="803758" cy="572300"/>
          </a:xfrm>
          <a:prstGeom prst="rect">
            <a:avLst/>
          </a:prstGeom>
          <a:solidFill>
            <a:srgbClr val="F8FE05">
              <a:alpha val="4125"/>
            </a:srgbClr>
          </a:solidFill>
          <a:ln/>
        </p:spPr>
      </p:sp>
      <p:sp>
        <p:nvSpPr>
          <p:cNvPr id="22" name="Shape 20"/>
          <p:cNvSpPr/>
          <p:nvPr/>
        </p:nvSpPr>
        <p:spPr>
          <a:xfrm>
            <a:off x="1306678" y="1641005"/>
            <a:ext cx="803758" cy="572300"/>
          </a:xfrm>
          <a:prstGeom prst="rect">
            <a:avLst/>
          </a:prstGeom>
          <a:solidFill>
            <a:srgbClr val="F8FE05">
              <a:alpha val="3438"/>
            </a:srgbClr>
          </a:solidFill>
          <a:ln/>
        </p:spPr>
      </p:sp>
      <p:sp>
        <p:nvSpPr>
          <p:cNvPr id="23" name="Shape 21"/>
          <p:cNvSpPr/>
          <p:nvPr/>
        </p:nvSpPr>
        <p:spPr>
          <a:xfrm>
            <a:off x="1306678" y="2204161"/>
            <a:ext cx="803758" cy="572300"/>
          </a:xfrm>
          <a:prstGeom prst="rect">
            <a:avLst/>
          </a:prstGeom>
          <a:solidFill>
            <a:srgbClr val="F8FE05">
              <a:alpha val="2750"/>
            </a:srgbClr>
          </a:solidFill>
          <a:ln/>
        </p:spPr>
      </p:sp>
      <p:sp>
        <p:nvSpPr>
          <p:cNvPr id="24" name="Shape 22"/>
          <p:cNvSpPr/>
          <p:nvPr/>
        </p:nvSpPr>
        <p:spPr>
          <a:xfrm>
            <a:off x="1306678" y="2767317"/>
            <a:ext cx="803758" cy="572300"/>
          </a:xfrm>
          <a:prstGeom prst="rect">
            <a:avLst/>
          </a:prstGeom>
          <a:solidFill>
            <a:srgbClr val="F8FE05">
              <a:alpha val="2063"/>
            </a:srgbClr>
          </a:solidFill>
          <a:ln/>
        </p:spPr>
      </p:sp>
      <p:sp>
        <p:nvSpPr>
          <p:cNvPr id="25" name="Shape 23"/>
          <p:cNvSpPr/>
          <p:nvPr/>
        </p:nvSpPr>
        <p:spPr>
          <a:xfrm>
            <a:off x="1306678" y="3330473"/>
            <a:ext cx="803758" cy="572300"/>
          </a:xfrm>
          <a:prstGeom prst="rect">
            <a:avLst/>
          </a:prstGeom>
          <a:solidFill>
            <a:srgbClr val="F8FE05">
              <a:alpha val="1375"/>
            </a:srgbClr>
          </a:solidFill>
          <a:ln/>
        </p:spPr>
      </p:sp>
      <p:sp>
        <p:nvSpPr>
          <p:cNvPr id="26" name="Shape 24"/>
          <p:cNvSpPr/>
          <p:nvPr/>
        </p:nvSpPr>
        <p:spPr>
          <a:xfrm>
            <a:off x="1306678" y="3893629"/>
            <a:ext cx="803758" cy="572300"/>
          </a:xfrm>
          <a:prstGeom prst="rect">
            <a:avLst/>
          </a:prstGeom>
          <a:solidFill>
            <a:srgbClr val="F8FE05">
              <a:alpha val="688"/>
            </a:srgbClr>
          </a:solidFill>
          <a:ln/>
        </p:spPr>
      </p:sp>
      <p:sp>
        <p:nvSpPr>
          <p:cNvPr id="27" name="Shape 25"/>
          <p:cNvSpPr/>
          <p:nvPr/>
        </p:nvSpPr>
        <p:spPr>
          <a:xfrm>
            <a:off x="-60350" y="-48463"/>
            <a:ext cx="803758" cy="526009"/>
          </a:xfrm>
          <a:prstGeom prst="rect">
            <a:avLst/>
          </a:prstGeom>
          <a:solidFill>
            <a:srgbClr val="F8FE05">
              <a:alpha val="5500"/>
            </a:srgbClr>
          </a:solidFill>
          <a:ln/>
        </p:spPr>
      </p:sp>
      <p:sp>
        <p:nvSpPr>
          <p:cNvPr id="28" name="Shape 26"/>
          <p:cNvSpPr/>
          <p:nvPr/>
        </p:nvSpPr>
        <p:spPr>
          <a:xfrm>
            <a:off x="-60350" y="468401"/>
            <a:ext cx="803758" cy="526009"/>
          </a:xfrm>
          <a:prstGeom prst="rect">
            <a:avLst/>
          </a:prstGeom>
          <a:solidFill>
            <a:srgbClr val="F8FE05">
              <a:alpha val="4813"/>
            </a:srgbClr>
          </a:solidFill>
          <a:ln/>
        </p:spPr>
      </p:sp>
      <p:sp>
        <p:nvSpPr>
          <p:cNvPr id="29" name="Shape 27"/>
          <p:cNvSpPr/>
          <p:nvPr/>
        </p:nvSpPr>
        <p:spPr>
          <a:xfrm>
            <a:off x="-60350" y="985266"/>
            <a:ext cx="803758" cy="526009"/>
          </a:xfrm>
          <a:prstGeom prst="rect">
            <a:avLst/>
          </a:prstGeom>
          <a:solidFill>
            <a:srgbClr val="F8FE05">
              <a:alpha val="4125"/>
            </a:srgbClr>
          </a:solidFill>
          <a:ln/>
        </p:spPr>
      </p:sp>
      <p:sp>
        <p:nvSpPr>
          <p:cNvPr id="30" name="Shape 28"/>
          <p:cNvSpPr/>
          <p:nvPr/>
        </p:nvSpPr>
        <p:spPr>
          <a:xfrm>
            <a:off x="-60350" y="1502131"/>
            <a:ext cx="803758" cy="526009"/>
          </a:xfrm>
          <a:prstGeom prst="rect">
            <a:avLst/>
          </a:prstGeom>
          <a:solidFill>
            <a:srgbClr val="F8FE05">
              <a:alpha val="3438"/>
            </a:srgbClr>
          </a:solidFill>
          <a:ln/>
        </p:spPr>
      </p:sp>
      <p:sp>
        <p:nvSpPr>
          <p:cNvPr id="31" name="Shape 29"/>
          <p:cNvSpPr/>
          <p:nvPr/>
        </p:nvSpPr>
        <p:spPr>
          <a:xfrm>
            <a:off x="-60350" y="2018995"/>
            <a:ext cx="803758" cy="526009"/>
          </a:xfrm>
          <a:prstGeom prst="rect">
            <a:avLst/>
          </a:prstGeom>
          <a:solidFill>
            <a:srgbClr val="F8FE05">
              <a:alpha val="2750"/>
            </a:srgbClr>
          </a:solidFill>
          <a:ln/>
        </p:spPr>
      </p:sp>
      <p:sp>
        <p:nvSpPr>
          <p:cNvPr id="32" name="Shape 30"/>
          <p:cNvSpPr/>
          <p:nvPr/>
        </p:nvSpPr>
        <p:spPr>
          <a:xfrm>
            <a:off x="-60350" y="2535860"/>
            <a:ext cx="803758" cy="526009"/>
          </a:xfrm>
          <a:prstGeom prst="rect">
            <a:avLst/>
          </a:prstGeom>
          <a:solidFill>
            <a:srgbClr val="F8FE05">
              <a:alpha val="2063"/>
            </a:srgbClr>
          </a:solidFill>
          <a:ln/>
        </p:spPr>
      </p:sp>
      <p:sp>
        <p:nvSpPr>
          <p:cNvPr id="33" name="Shape 31"/>
          <p:cNvSpPr/>
          <p:nvPr/>
        </p:nvSpPr>
        <p:spPr>
          <a:xfrm>
            <a:off x="-60350" y="3052724"/>
            <a:ext cx="803758" cy="526009"/>
          </a:xfrm>
          <a:prstGeom prst="rect">
            <a:avLst/>
          </a:prstGeom>
          <a:solidFill>
            <a:srgbClr val="F8FE05">
              <a:alpha val="1375"/>
            </a:srgbClr>
          </a:solidFill>
          <a:ln/>
        </p:spPr>
      </p:sp>
      <p:sp>
        <p:nvSpPr>
          <p:cNvPr id="34" name="Shape 32"/>
          <p:cNvSpPr/>
          <p:nvPr/>
        </p:nvSpPr>
        <p:spPr>
          <a:xfrm>
            <a:off x="-60350" y="3569589"/>
            <a:ext cx="803758" cy="526009"/>
          </a:xfrm>
          <a:prstGeom prst="rect">
            <a:avLst/>
          </a:prstGeom>
          <a:solidFill>
            <a:srgbClr val="F8FE05">
              <a:alpha val="688"/>
            </a:srgbClr>
          </a:solidFill>
          <a:ln/>
        </p:spPr>
      </p:sp>
      <p:sp>
        <p:nvSpPr>
          <p:cNvPr id="35" name="Shape 33"/>
          <p:cNvSpPr/>
          <p:nvPr/>
        </p:nvSpPr>
        <p:spPr>
          <a:xfrm>
            <a:off x="4975250" y="-48463"/>
            <a:ext cx="803758" cy="750722"/>
          </a:xfrm>
          <a:prstGeom prst="rect">
            <a:avLst/>
          </a:prstGeom>
          <a:solidFill>
            <a:srgbClr val="F8FE05">
              <a:alpha val="8250"/>
            </a:srgbClr>
          </a:solidFill>
          <a:ln/>
        </p:spPr>
      </p:sp>
      <p:sp>
        <p:nvSpPr>
          <p:cNvPr id="36" name="Shape 34"/>
          <p:cNvSpPr/>
          <p:nvPr/>
        </p:nvSpPr>
        <p:spPr>
          <a:xfrm>
            <a:off x="4975250" y="693115"/>
            <a:ext cx="803758" cy="750722"/>
          </a:xfrm>
          <a:prstGeom prst="rect">
            <a:avLst/>
          </a:prstGeom>
          <a:solidFill>
            <a:srgbClr val="F8FE05">
              <a:alpha val="7219"/>
            </a:srgbClr>
          </a:solidFill>
          <a:ln/>
        </p:spPr>
      </p:sp>
      <p:sp>
        <p:nvSpPr>
          <p:cNvPr id="37" name="Shape 35"/>
          <p:cNvSpPr/>
          <p:nvPr/>
        </p:nvSpPr>
        <p:spPr>
          <a:xfrm>
            <a:off x="4975250" y="1434694"/>
            <a:ext cx="803758" cy="750722"/>
          </a:xfrm>
          <a:prstGeom prst="rect">
            <a:avLst/>
          </a:prstGeom>
          <a:solidFill>
            <a:srgbClr val="F8FE05">
              <a:alpha val="6188"/>
            </a:srgbClr>
          </a:solidFill>
          <a:ln/>
        </p:spPr>
      </p:sp>
      <p:sp>
        <p:nvSpPr>
          <p:cNvPr id="38" name="Shape 36"/>
          <p:cNvSpPr/>
          <p:nvPr/>
        </p:nvSpPr>
        <p:spPr>
          <a:xfrm>
            <a:off x="4975250" y="2176272"/>
            <a:ext cx="803758" cy="750722"/>
          </a:xfrm>
          <a:prstGeom prst="rect">
            <a:avLst/>
          </a:prstGeom>
          <a:solidFill>
            <a:srgbClr val="F8FE05">
              <a:alpha val="5156"/>
            </a:srgbClr>
          </a:solidFill>
          <a:ln/>
        </p:spPr>
      </p:sp>
      <p:sp>
        <p:nvSpPr>
          <p:cNvPr id="39" name="Shape 37"/>
          <p:cNvSpPr/>
          <p:nvPr/>
        </p:nvSpPr>
        <p:spPr>
          <a:xfrm>
            <a:off x="4975250" y="2917850"/>
            <a:ext cx="803758" cy="750722"/>
          </a:xfrm>
          <a:prstGeom prst="rect">
            <a:avLst/>
          </a:prstGeom>
          <a:solidFill>
            <a:srgbClr val="F8FE05">
              <a:alpha val="4125"/>
            </a:srgbClr>
          </a:solidFill>
          <a:ln/>
        </p:spPr>
      </p:sp>
      <p:sp>
        <p:nvSpPr>
          <p:cNvPr id="40" name="Shape 38"/>
          <p:cNvSpPr/>
          <p:nvPr/>
        </p:nvSpPr>
        <p:spPr>
          <a:xfrm>
            <a:off x="4975250" y="3659429"/>
            <a:ext cx="803758" cy="750722"/>
          </a:xfrm>
          <a:prstGeom prst="rect">
            <a:avLst/>
          </a:prstGeom>
          <a:solidFill>
            <a:srgbClr val="F8FE05">
              <a:alpha val="3094"/>
            </a:srgbClr>
          </a:solidFill>
          <a:ln/>
        </p:spPr>
      </p:sp>
      <p:sp>
        <p:nvSpPr>
          <p:cNvPr id="41" name="Shape 39"/>
          <p:cNvSpPr/>
          <p:nvPr/>
        </p:nvSpPr>
        <p:spPr>
          <a:xfrm>
            <a:off x="4975250" y="4401007"/>
            <a:ext cx="803758" cy="750722"/>
          </a:xfrm>
          <a:prstGeom prst="rect">
            <a:avLst/>
          </a:prstGeom>
          <a:solidFill>
            <a:srgbClr val="F8FE05">
              <a:alpha val="2063"/>
            </a:srgbClr>
          </a:solidFill>
          <a:ln/>
        </p:spPr>
      </p:sp>
      <p:sp>
        <p:nvSpPr>
          <p:cNvPr id="42" name="Shape 40"/>
          <p:cNvSpPr/>
          <p:nvPr/>
        </p:nvSpPr>
        <p:spPr>
          <a:xfrm>
            <a:off x="4975250" y="5142586"/>
            <a:ext cx="803758" cy="750722"/>
          </a:xfrm>
          <a:prstGeom prst="rect">
            <a:avLst/>
          </a:prstGeom>
          <a:solidFill>
            <a:srgbClr val="F8FE05">
              <a:alpha val="1031"/>
            </a:srgbClr>
          </a:solidFill>
          <a:ln/>
        </p:spPr>
      </p:sp>
      <p:sp>
        <p:nvSpPr>
          <p:cNvPr id="43" name="Shape 41"/>
          <p:cNvSpPr/>
          <p:nvPr/>
        </p:nvSpPr>
        <p:spPr>
          <a:xfrm>
            <a:off x="4288536" y="-74066"/>
            <a:ext cx="803758" cy="529209"/>
          </a:xfrm>
          <a:prstGeom prst="rect">
            <a:avLst/>
          </a:prstGeom>
          <a:solidFill>
            <a:srgbClr val="F8FE05">
              <a:alpha val="5500"/>
            </a:srgbClr>
          </a:solidFill>
          <a:ln/>
        </p:spPr>
      </p:sp>
      <p:sp>
        <p:nvSpPr>
          <p:cNvPr id="44" name="Shape 42"/>
          <p:cNvSpPr/>
          <p:nvPr/>
        </p:nvSpPr>
        <p:spPr>
          <a:xfrm>
            <a:off x="4288536" y="445999"/>
            <a:ext cx="803758" cy="529209"/>
          </a:xfrm>
          <a:prstGeom prst="rect">
            <a:avLst/>
          </a:prstGeom>
          <a:solidFill>
            <a:srgbClr val="F8FE05">
              <a:alpha val="4813"/>
            </a:srgbClr>
          </a:solidFill>
          <a:ln/>
        </p:spPr>
      </p:sp>
      <p:sp>
        <p:nvSpPr>
          <p:cNvPr id="45" name="Shape 43"/>
          <p:cNvSpPr/>
          <p:nvPr/>
        </p:nvSpPr>
        <p:spPr>
          <a:xfrm>
            <a:off x="4288536" y="966064"/>
            <a:ext cx="803758" cy="529209"/>
          </a:xfrm>
          <a:prstGeom prst="rect">
            <a:avLst/>
          </a:prstGeom>
          <a:solidFill>
            <a:srgbClr val="F8FE05">
              <a:alpha val="4125"/>
            </a:srgbClr>
          </a:solidFill>
          <a:ln/>
        </p:spPr>
      </p:sp>
      <p:sp>
        <p:nvSpPr>
          <p:cNvPr id="46" name="Shape 44"/>
          <p:cNvSpPr/>
          <p:nvPr/>
        </p:nvSpPr>
        <p:spPr>
          <a:xfrm>
            <a:off x="4288536" y="1486129"/>
            <a:ext cx="803758" cy="529209"/>
          </a:xfrm>
          <a:prstGeom prst="rect">
            <a:avLst/>
          </a:prstGeom>
          <a:solidFill>
            <a:srgbClr val="F8FE05">
              <a:alpha val="3438"/>
            </a:srgbClr>
          </a:solidFill>
          <a:ln/>
        </p:spPr>
      </p:sp>
      <p:sp>
        <p:nvSpPr>
          <p:cNvPr id="47" name="Shape 45"/>
          <p:cNvSpPr/>
          <p:nvPr/>
        </p:nvSpPr>
        <p:spPr>
          <a:xfrm>
            <a:off x="4288536" y="2006194"/>
            <a:ext cx="803758" cy="529209"/>
          </a:xfrm>
          <a:prstGeom prst="rect">
            <a:avLst/>
          </a:prstGeom>
          <a:solidFill>
            <a:srgbClr val="F8FE05">
              <a:alpha val="2750"/>
            </a:srgbClr>
          </a:solidFill>
          <a:ln/>
        </p:spPr>
      </p:sp>
      <p:sp>
        <p:nvSpPr>
          <p:cNvPr id="48" name="Shape 46"/>
          <p:cNvSpPr/>
          <p:nvPr/>
        </p:nvSpPr>
        <p:spPr>
          <a:xfrm>
            <a:off x="4288536" y="2526259"/>
            <a:ext cx="803758" cy="529209"/>
          </a:xfrm>
          <a:prstGeom prst="rect">
            <a:avLst/>
          </a:prstGeom>
          <a:solidFill>
            <a:srgbClr val="F8FE05">
              <a:alpha val="2063"/>
            </a:srgbClr>
          </a:solidFill>
          <a:ln/>
        </p:spPr>
      </p:sp>
      <p:sp>
        <p:nvSpPr>
          <p:cNvPr id="49" name="Shape 47"/>
          <p:cNvSpPr/>
          <p:nvPr/>
        </p:nvSpPr>
        <p:spPr>
          <a:xfrm>
            <a:off x="4288536" y="3046324"/>
            <a:ext cx="803758" cy="529209"/>
          </a:xfrm>
          <a:prstGeom prst="rect">
            <a:avLst/>
          </a:prstGeom>
          <a:solidFill>
            <a:srgbClr val="F8FE05">
              <a:alpha val="1375"/>
            </a:srgbClr>
          </a:solidFill>
          <a:ln/>
        </p:spPr>
      </p:sp>
      <p:sp>
        <p:nvSpPr>
          <p:cNvPr id="50" name="Shape 48"/>
          <p:cNvSpPr/>
          <p:nvPr/>
        </p:nvSpPr>
        <p:spPr>
          <a:xfrm>
            <a:off x="4288536" y="3566389"/>
            <a:ext cx="803758" cy="529209"/>
          </a:xfrm>
          <a:prstGeom prst="rect">
            <a:avLst/>
          </a:prstGeom>
          <a:solidFill>
            <a:srgbClr val="F8FE05">
              <a:alpha val="688"/>
            </a:srgbClr>
          </a:solidFill>
          <a:ln/>
        </p:spPr>
      </p:sp>
      <p:sp>
        <p:nvSpPr>
          <p:cNvPr id="51" name="Shape 49"/>
          <p:cNvSpPr/>
          <p:nvPr/>
        </p:nvSpPr>
        <p:spPr>
          <a:xfrm>
            <a:off x="3597250" y="-48463"/>
            <a:ext cx="803758" cy="296380"/>
          </a:xfrm>
          <a:prstGeom prst="rect">
            <a:avLst/>
          </a:prstGeom>
          <a:solidFill>
            <a:srgbClr val="F8FE05">
              <a:alpha val="3850"/>
            </a:srgbClr>
          </a:solidFill>
          <a:ln/>
        </p:spPr>
      </p:sp>
      <p:sp>
        <p:nvSpPr>
          <p:cNvPr id="52" name="Shape 50"/>
          <p:cNvSpPr/>
          <p:nvPr/>
        </p:nvSpPr>
        <p:spPr>
          <a:xfrm>
            <a:off x="3597250" y="238773"/>
            <a:ext cx="803758" cy="296380"/>
          </a:xfrm>
          <a:prstGeom prst="rect">
            <a:avLst/>
          </a:prstGeom>
          <a:solidFill>
            <a:srgbClr val="F8FE05">
              <a:alpha val="3369"/>
            </a:srgbClr>
          </a:solidFill>
          <a:ln/>
        </p:spPr>
      </p:sp>
      <p:sp>
        <p:nvSpPr>
          <p:cNvPr id="53" name="Shape 51"/>
          <p:cNvSpPr/>
          <p:nvPr/>
        </p:nvSpPr>
        <p:spPr>
          <a:xfrm>
            <a:off x="3597250" y="526009"/>
            <a:ext cx="803758" cy="296380"/>
          </a:xfrm>
          <a:prstGeom prst="rect">
            <a:avLst/>
          </a:prstGeom>
          <a:solidFill>
            <a:srgbClr val="F8FE05">
              <a:alpha val="2888"/>
            </a:srgbClr>
          </a:solidFill>
          <a:ln/>
        </p:spPr>
      </p:sp>
      <p:sp>
        <p:nvSpPr>
          <p:cNvPr id="54" name="Shape 52"/>
          <p:cNvSpPr/>
          <p:nvPr/>
        </p:nvSpPr>
        <p:spPr>
          <a:xfrm>
            <a:off x="3597250" y="813244"/>
            <a:ext cx="803758" cy="296380"/>
          </a:xfrm>
          <a:prstGeom prst="rect">
            <a:avLst/>
          </a:prstGeom>
          <a:solidFill>
            <a:srgbClr val="F8FE05">
              <a:alpha val="2406"/>
            </a:srgbClr>
          </a:solidFill>
          <a:ln/>
        </p:spPr>
      </p:sp>
      <p:sp>
        <p:nvSpPr>
          <p:cNvPr id="55" name="Shape 53"/>
          <p:cNvSpPr/>
          <p:nvPr/>
        </p:nvSpPr>
        <p:spPr>
          <a:xfrm>
            <a:off x="3597250" y="1100480"/>
            <a:ext cx="803758" cy="296380"/>
          </a:xfrm>
          <a:prstGeom prst="rect">
            <a:avLst/>
          </a:prstGeom>
          <a:solidFill>
            <a:srgbClr val="F8FE05">
              <a:alpha val="1925"/>
            </a:srgbClr>
          </a:solidFill>
          <a:ln/>
        </p:spPr>
      </p:sp>
      <p:sp>
        <p:nvSpPr>
          <p:cNvPr id="56" name="Shape 54"/>
          <p:cNvSpPr/>
          <p:nvPr/>
        </p:nvSpPr>
        <p:spPr>
          <a:xfrm>
            <a:off x="3597250" y="1387716"/>
            <a:ext cx="803758" cy="296380"/>
          </a:xfrm>
          <a:prstGeom prst="rect">
            <a:avLst/>
          </a:prstGeom>
          <a:solidFill>
            <a:srgbClr val="F8FE05">
              <a:alpha val="1444"/>
            </a:srgbClr>
          </a:solidFill>
          <a:ln/>
        </p:spPr>
      </p:sp>
      <p:sp>
        <p:nvSpPr>
          <p:cNvPr id="57" name="Shape 55"/>
          <p:cNvSpPr/>
          <p:nvPr/>
        </p:nvSpPr>
        <p:spPr>
          <a:xfrm>
            <a:off x="3597250" y="1674952"/>
            <a:ext cx="803758" cy="296380"/>
          </a:xfrm>
          <a:prstGeom prst="rect">
            <a:avLst/>
          </a:prstGeom>
          <a:solidFill>
            <a:srgbClr val="F8FE05">
              <a:alpha val="963"/>
            </a:srgbClr>
          </a:solidFill>
          <a:ln/>
        </p:spPr>
      </p:sp>
      <p:sp>
        <p:nvSpPr>
          <p:cNvPr id="58" name="Shape 56"/>
          <p:cNvSpPr/>
          <p:nvPr/>
        </p:nvSpPr>
        <p:spPr>
          <a:xfrm>
            <a:off x="3597250" y="1962188"/>
            <a:ext cx="803758" cy="296380"/>
          </a:xfrm>
          <a:prstGeom prst="rect">
            <a:avLst/>
          </a:prstGeom>
          <a:solidFill>
            <a:srgbClr val="F8FE05">
              <a:alpha val="481"/>
            </a:srgbClr>
          </a:solidFill>
          <a:ln/>
        </p:spPr>
      </p:sp>
      <p:sp>
        <p:nvSpPr>
          <p:cNvPr id="59" name="Shape 57"/>
          <p:cNvSpPr/>
          <p:nvPr/>
        </p:nvSpPr>
        <p:spPr>
          <a:xfrm>
            <a:off x="2787091" y="849478"/>
            <a:ext cx="803758" cy="769468"/>
          </a:xfrm>
          <a:prstGeom prst="rect">
            <a:avLst/>
          </a:prstGeom>
          <a:solidFill>
            <a:srgbClr val="FFFFFF">
              <a:alpha val="688"/>
            </a:srgbClr>
          </a:solidFill>
          <a:ln/>
        </p:spPr>
      </p:sp>
      <p:sp>
        <p:nvSpPr>
          <p:cNvPr id="60" name="Shape 58"/>
          <p:cNvSpPr/>
          <p:nvPr/>
        </p:nvSpPr>
        <p:spPr>
          <a:xfrm>
            <a:off x="2787091" y="1609801"/>
            <a:ext cx="803758" cy="769468"/>
          </a:xfrm>
          <a:prstGeom prst="rect">
            <a:avLst/>
          </a:prstGeom>
          <a:solidFill>
            <a:srgbClr val="FFFFFF">
              <a:alpha val="1375"/>
            </a:srgbClr>
          </a:solidFill>
          <a:ln/>
        </p:spPr>
      </p:sp>
      <p:sp>
        <p:nvSpPr>
          <p:cNvPr id="61" name="Shape 59"/>
          <p:cNvSpPr/>
          <p:nvPr/>
        </p:nvSpPr>
        <p:spPr>
          <a:xfrm>
            <a:off x="2787091" y="2370125"/>
            <a:ext cx="803758" cy="769468"/>
          </a:xfrm>
          <a:prstGeom prst="rect">
            <a:avLst/>
          </a:prstGeom>
          <a:solidFill>
            <a:srgbClr val="FFFFFF">
              <a:alpha val="2063"/>
            </a:srgbClr>
          </a:solidFill>
          <a:ln/>
        </p:spPr>
      </p:sp>
      <p:sp>
        <p:nvSpPr>
          <p:cNvPr id="62" name="Shape 60"/>
          <p:cNvSpPr/>
          <p:nvPr/>
        </p:nvSpPr>
        <p:spPr>
          <a:xfrm>
            <a:off x="2787091" y="3130448"/>
            <a:ext cx="803758" cy="769468"/>
          </a:xfrm>
          <a:prstGeom prst="rect">
            <a:avLst/>
          </a:prstGeom>
          <a:solidFill>
            <a:srgbClr val="FFFFFF">
              <a:alpha val="2750"/>
            </a:srgbClr>
          </a:solidFill>
          <a:ln/>
        </p:spPr>
      </p:sp>
      <p:sp>
        <p:nvSpPr>
          <p:cNvPr id="63" name="Shape 61"/>
          <p:cNvSpPr/>
          <p:nvPr/>
        </p:nvSpPr>
        <p:spPr>
          <a:xfrm>
            <a:off x="2787091" y="3890772"/>
            <a:ext cx="803758" cy="769468"/>
          </a:xfrm>
          <a:prstGeom prst="rect">
            <a:avLst/>
          </a:prstGeom>
          <a:solidFill>
            <a:srgbClr val="FFFFFF">
              <a:alpha val="3438"/>
            </a:srgbClr>
          </a:solidFill>
          <a:ln/>
        </p:spPr>
      </p:sp>
      <p:sp>
        <p:nvSpPr>
          <p:cNvPr id="64" name="Shape 62"/>
          <p:cNvSpPr/>
          <p:nvPr/>
        </p:nvSpPr>
        <p:spPr>
          <a:xfrm>
            <a:off x="2787091" y="4651096"/>
            <a:ext cx="803758" cy="769468"/>
          </a:xfrm>
          <a:prstGeom prst="rect">
            <a:avLst/>
          </a:prstGeom>
          <a:solidFill>
            <a:srgbClr val="FFFFFF">
              <a:alpha val="4125"/>
            </a:srgbClr>
          </a:solidFill>
          <a:ln/>
        </p:spPr>
      </p:sp>
      <p:sp>
        <p:nvSpPr>
          <p:cNvPr id="65" name="Shape 63"/>
          <p:cNvSpPr/>
          <p:nvPr/>
        </p:nvSpPr>
        <p:spPr>
          <a:xfrm>
            <a:off x="2787091" y="5411419"/>
            <a:ext cx="803758" cy="769468"/>
          </a:xfrm>
          <a:prstGeom prst="rect">
            <a:avLst/>
          </a:prstGeom>
          <a:solidFill>
            <a:srgbClr val="FFFFFF">
              <a:alpha val="4813"/>
            </a:srgbClr>
          </a:solidFill>
          <a:ln/>
        </p:spPr>
      </p:sp>
      <p:sp>
        <p:nvSpPr>
          <p:cNvPr id="66" name="Shape 64"/>
          <p:cNvSpPr/>
          <p:nvPr/>
        </p:nvSpPr>
        <p:spPr>
          <a:xfrm>
            <a:off x="2787091" y="6171743"/>
            <a:ext cx="803758" cy="769468"/>
          </a:xfrm>
          <a:prstGeom prst="rect">
            <a:avLst/>
          </a:prstGeom>
          <a:solidFill>
            <a:srgbClr val="FFFFFF">
              <a:alpha val="5500"/>
            </a:srgbClr>
          </a:solidFill>
          <a:ln/>
        </p:spPr>
      </p:sp>
      <p:sp>
        <p:nvSpPr>
          <p:cNvPr id="67" name="Shape 65"/>
          <p:cNvSpPr/>
          <p:nvPr/>
        </p:nvSpPr>
        <p:spPr>
          <a:xfrm>
            <a:off x="1417320" y="3457346"/>
            <a:ext cx="803758" cy="443484"/>
          </a:xfrm>
          <a:prstGeom prst="rect">
            <a:avLst/>
          </a:prstGeom>
          <a:solidFill>
            <a:srgbClr val="FFFFFF">
              <a:alpha val="138"/>
            </a:srgbClr>
          </a:solidFill>
          <a:ln/>
        </p:spPr>
      </p:sp>
      <p:sp>
        <p:nvSpPr>
          <p:cNvPr id="68" name="Shape 66"/>
          <p:cNvSpPr/>
          <p:nvPr/>
        </p:nvSpPr>
        <p:spPr>
          <a:xfrm>
            <a:off x="1417320" y="3891686"/>
            <a:ext cx="803758" cy="443484"/>
          </a:xfrm>
          <a:prstGeom prst="rect">
            <a:avLst/>
          </a:prstGeom>
          <a:solidFill>
            <a:srgbClr val="FFFFFF">
              <a:alpha val="275"/>
            </a:srgbClr>
          </a:solidFill>
          <a:ln/>
        </p:spPr>
      </p:sp>
      <p:sp>
        <p:nvSpPr>
          <p:cNvPr id="69" name="Shape 67"/>
          <p:cNvSpPr/>
          <p:nvPr/>
        </p:nvSpPr>
        <p:spPr>
          <a:xfrm>
            <a:off x="1417320" y="4326026"/>
            <a:ext cx="803758" cy="443484"/>
          </a:xfrm>
          <a:prstGeom prst="rect">
            <a:avLst/>
          </a:prstGeom>
          <a:solidFill>
            <a:srgbClr val="FFFFFF">
              <a:alpha val="412"/>
            </a:srgbClr>
          </a:solidFill>
          <a:ln/>
        </p:spPr>
      </p:sp>
      <p:sp>
        <p:nvSpPr>
          <p:cNvPr id="70" name="Shape 68"/>
          <p:cNvSpPr/>
          <p:nvPr/>
        </p:nvSpPr>
        <p:spPr>
          <a:xfrm>
            <a:off x="1417320" y="4760366"/>
            <a:ext cx="803758" cy="443484"/>
          </a:xfrm>
          <a:prstGeom prst="rect">
            <a:avLst/>
          </a:prstGeom>
          <a:solidFill>
            <a:srgbClr val="FFFFFF">
              <a:alpha val="550"/>
            </a:srgbClr>
          </a:solidFill>
          <a:ln/>
        </p:spPr>
      </p:sp>
      <p:sp>
        <p:nvSpPr>
          <p:cNvPr id="71" name="Shape 69"/>
          <p:cNvSpPr/>
          <p:nvPr/>
        </p:nvSpPr>
        <p:spPr>
          <a:xfrm>
            <a:off x="1417320" y="5194706"/>
            <a:ext cx="803758" cy="443484"/>
          </a:xfrm>
          <a:prstGeom prst="rect">
            <a:avLst/>
          </a:prstGeom>
          <a:solidFill>
            <a:srgbClr val="FFFFFF">
              <a:alpha val="688"/>
            </a:srgbClr>
          </a:solidFill>
          <a:ln/>
        </p:spPr>
      </p:sp>
      <p:sp>
        <p:nvSpPr>
          <p:cNvPr id="72" name="Shape 70"/>
          <p:cNvSpPr/>
          <p:nvPr/>
        </p:nvSpPr>
        <p:spPr>
          <a:xfrm>
            <a:off x="1417320" y="5629046"/>
            <a:ext cx="803758" cy="443484"/>
          </a:xfrm>
          <a:prstGeom prst="rect">
            <a:avLst/>
          </a:prstGeom>
          <a:solidFill>
            <a:srgbClr val="FFFFFF">
              <a:alpha val="825"/>
            </a:srgbClr>
          </a:solidFill>
          <a:ln/>
        </p:spPr>
      </p:sp>
      <p:sp>
        <p:nvSpPr>
          <p:cNvPr id="73" name="Shape 71"/>
          <p:cNvSpPr/>
          <p:nvPr/>
        </p:nvSpPr>
        <p:spPr>
          <a:xfrm>
            <a:off x="1417320" y="6063386"/>
            <a:ext cx="803758" cy="443484"/>
          </a:xfrm>
          <a:prstGeom prst="rect">
            <a:avLst/>
          </a:prstGeom>
          <a:solidFill>
            <a:srgbClr val="FFFFFF">
              <a:alpha val="963"/>
            </a:srgbClr>
          </a:solidFill>
          <a:ln/>
        </p:spPr>
      </p:sp>
      <p:sp>
        <p:nvSpPr>
          <p:cNvPr id="74" name="Shape 72"/>
          <p:cNvSpPr/>
          <p:nvPr/>
        </p:nvSpPr>
        <p:spPr>
          <a:xfrm>
            <a:off x="1417320" y="6497726"/>
            <a:ext cx="803758" cy="443484"/>
          </a:xfrm>
          <a:prstGeom prst="rect">
            <a:avLst/>
          </a:prstGeom>
          <a:solidFill>
            <a:srgbClr val="FFFFFF">
              <a:alpha val="1100"/>
            </a:srgbClr>
          </a:solidFill>
          <a:ln/>
        </p:spPr>
      </p:sp>
      <p:sp>
        <p:nvSpPr>
          <p:cNvPr id="75" name="Shape 73"/>
          <p:cNvSpPr/>
          <p:nvPr/>
        </p:nvSpPr>
        <p:spPr>
          <a:xfrm>
            <a:off x="2106778" y="2276856"/>
            <a:ext cx="803758" cy="587959"/>
          </a:xfrm>
          <a:prstGeom prst="rect">
            <a:avLst/>
          </a:prstGeom>
          <a:solidFill>
            <a:srgbClr val="FFFFFF">
              <a:alpha val="344"/>
            </a:srgbClr>
          </a:solidFill>
          <a:ln/>
        </p:spPr>
      </p:sp>
      <p:sp>
        <p:nvSpPr>
          <p:cNvPr id="76" name="Shape 74"/>
          <p:cNvSpPr/>
          <p:nvPr/>
        </p:nvSpPr>
        <p:spPr>
          <a:xfrm>
            <a:off x="2106778" y="2855671"/>
            <a:ext cx="803758" cy="587959"/>
          </a:xfrm>
          <a:prstGeom prst="rect">
            <a:avLst/>
          </a:prstGeom>
          <a:solidFill>
            <a:srgbClr val="FFFFFF">
              <a:alpha val="688"/>
            </a:srgbClr>
          </a:solidFill>
          <a:ln/>
        </p:spPr>
      </p:sp>
      <p:sp>
        <p:nvSpPr>
          <p:cNvPr id="77" name="Shape 75"/>
          <p:cNvSpPr/>
          <p:nvPr/>
        </p:nvSpPr>
        <p:spPr>
          <a:xfrm>
            <a:off x="2106778" y="3434486"/>
            <a:ext cx="803758" cy="587959"/>
          </a:xfrm>
          <a:prstGeom prst="rect">
            <a:avLst/>
          </a:prstGeom>
          <a:solidFill>
            <a:srgbClr val="FFFFFF">
              <a:alpha val="1031"/>
            </a:srgbClr>
          </a:solidFill>
          <a:ln/>
        </p:spPr>
      </p:sp>
      <p:sp>
        <p:nvSpPr>
          <p:cNvPr id="78" name="Shape 76"/>
          <p:cNvSpPr/>
          <p:nvPr/>
        </p:nvSpPr>
        <p:spPr>
          <a:xfrm>
            <a:off x="2106778" y="4013302"/>
            <a:ext cx="803758" cy="587959"/>
          </a:xfrm>
          <a:prstGeom prst="rect">
            <a:avLst/>
          </a:prstGeom>
          <a:solidFill>
            <a:srgbClr val="FFFFFF">
              <a:alpha val="1375"/>
            </a:srgbClr>
          </a:solidFill>
          <a:ln/>
        </p:spPr>
      </p:sp>
      <p:sp>
        <p:nvSpPr>
          <p:cNvPr id="79" name="Shape 77"/>
          <p:cNvSpPr/>
          <p:nvPr/>
        </p:nvSpPr>
        <p:spPr>
          <a:xfrm>
            <a:off x="2106778" y="4592117"/>
            <a:ext cx="803758" cy="587959"/>
          </a:xfrm>
          <a:prstGeom prst="rect">
            <a:avLst/>
          </a:prstGeom>
          <a:solidFill>
            <a:srgbClr val="FFFFFF">
              <a:alpha val="1719"/>
            </a:srgbClr>
          </a:solidFill>
          <a:ln/>
        </p:spPr>
      </p:sp>
      <p:sp>
        <p:nvSpPr>
          <p:cNvPr id="80" name="Shape 78"/>
          <p:cNvSpPr/>
          <p:nvPr/>
        </p:nvSpPr>
        <p:spPr>
          <a:xfrm>
            <a:off x="2106778" y="5170932"/>
            <a:ext cx="803758" cy="587959"/>
          </a:xfrm>
          <a:prstGeom prst="rect">
            <a:avLst/>
          </a:prstGeom>
          <a:solidFill>
            <a:srgbClr val="FFFFFF">
              <a:alpha val="2063"/>
            </a:srgbClr>
          </a:solidFill>
          <a:ln/>
        </p:spPr>
      </p:sp>
      <p:sp>
        <p:nvSpPr>
          <p:cNvPr id="81" name="Shape 79"/>
          <p:cNvSpPr/>
          <p:nvPr/>
        </p:nvSpPr>
        <p:spPr>
          <a:xfrm>
            <a:off x="2106778" y="5749747"/>
            <a:ext cx="803758" cy="587959"/>
          </a:xfrm>
          <a:prstGeom prst="rect">
            <a:avLst/>
          </a:prstGeom>
          <a:solidFill>
            <a:srgbClr val="FFFFFF">
              <a:alpha val="2406"/>
            </a:srgbClr>
          </a:solidFill>
          <a:ln/>
        </p:spPr>
      </p:sp>
      <p:sp>
        <p:nvSpPr>
          <p:cNvPr id="82" name="Shape 80"/>
          <p:cNvSpPr/>
          <p:nvPr/>
        </p:nvSpPr>
        <p:spPr>
          <a:xfrm>
            <a:off x="2106778" y="6328562"/>
            <a:ext cx="803758" cy="587959"/>
          </a:xfrm>
          <a:prstGeom prst="rect">
            <a:avLst/>
          </a:prstGeom>
          <a:solidFill>
            <a:srgbClr val="FFFFFF">
              <a:alpha val="2750"/>
            </a:srgbClr>
          </a:solidFill>
          <a:ln/>
        </p:spPr>
      </p:sp>
      <p:sp>
        <p:nvSpPr>
          <p:cNvPr id="83" name="Shape 81"/>
          <p:cNvSpPr/>
          <p:nvPr/>
        </p:nvSpPr>
        <p:spPr>
          <a:xfrm>
            <a:off x="3459175" y="2646274"/>
            <a:ext cx="803758" cy="547840"/>
          </a:xfrm>
          <a:prstGeom prst="rect">
            <a:avLst/>
          </a:prstGeom>
          <a:solidFill>
            <a:srgbClr val="FFFFFF">
              <a:alpha val="344"/>
            </a:srgbClr>
          </a:solidFill>
          <a:ln/>
        </p:spPr>
      </p:sp>
      <p:sp>
        <p:nvSpPr>
          <p:cNvPr id="84" name="Shape 82"/>
          <p:cNvSpPr/>
          <p:nvPr/>
        </p:nvSpPr>
        <p:spPr>
          <a:xfrm>
            <a:off x="3459175" y="3184970"/>
            <a:ext cx="803758" cy="547840"/>
          </a:xfrm>
          <a:prstGeom prst="rect">
            <a:avLst/>
          </a:prstGeom>
          <a:solidFill>
            <a:srgbClr val="FFFFFF">
              <a:alpha val="688"/>
            </a:srgbClr>
          </a:solidFill>
          <a:ln/>
        </p:spPr>
      </p:sp>
      <p:sp>
        <p:nvSpPr>
          <p:cNvPr id="85" name="Shape 83"/>
          <p:cNvSpPr/>
          <p:nvPr/>
        </p:nvSpPr>
        <p:spPr>
          <a:xfrm>
            <a:off x="3459175" y="3723665"/>
            <a:ext cx="803758" cy="547840"/>
          </a:xfrm>
          <a:prstGeom prst="rect">
            <a:avLst/>
          </a:prstGeom>
          <a:solidFill>
            <a:srgbClr val="FFFFFF">
              <a:alpha val="1031"/>
            </a:srgbClr>
          </a:solidFill>
          <a:ln/>
        </p:spPr>
      </p:sp>
      <p:sp>
        <p:nvSpPr>
          <p:cNvPr id="86" name="Shape 84"/>
          <p:cNvSpPr/>
          <p:nvPr/>
        </p:nvSpPr>
        <p:spPr>
          <a:xfrm>
            <a:off x="3459175" y="4262361"/>
            <a:ext cx="803758" cy="547840"/>
          </a:xfrm>
          <a:prstGeom prst="rect">
            <a:avLst/>
          </a:prstGeom>
          <a:solidFill>
            <a:srgbClr val="FFFFFF">
              <a:alpha val="1375"/>
            </a:srgbClr>
          </a:solidFill>
          <a:ln/>
        </p:spPr>
      </p:sp>
      <p:sp>
        <p:nvSpPr>
          <p:cNvPr id="87" name="Shape 85"/>
          <p:cNvSpPr/>
          <p:nvPr/>
        </p:nvSpPr>
        <p:spPr>
          <a:xfrm>
            <a:off x="3459175" y="4801057"/>
            <a:ext cx="803758" cy="547840"/>
          </a:xfrm>
          <a:prstGeom prst="rect">
            <a:avLst/>
          </a:prstGeom>
          <a:solidFill>
            <a:srgbClr val="FFFFFF">
              <a:alpha val="1719"/>
            </a:srgbClr>
          </a:solidFill>
          <a:ln/>
        </p:spPr>
      </p:sp>
      <p:sp>
        <p:nvSpPr>
          <p:cNvPr id="88" name="Shape 86"/>
          <p:cNvSpPr/>
          <p:nvPr/>
        </p:nvSpPr>
        <p:spPr>
          <a:xfrm>
            <a:off x="3459175" y="5339753"/>
            <a:ext cx="803758" cy="547840"/>
          </a:xfrm>
          <a:prstGeom prst="rect">
            <a:avLst/>
          </a:prstGeom>
          <a:solidFill>
            <a:srgbClr val="FFFFFF">
              <a:alpha val="2063"/>
            </a:srgbClr>
          </a:solidFill>
          <a:ln/>
        </p:spPr>
      </p:sp>
      <p:sp>
        <p:nvSpPr>
          <p:cNvPr id="89" name="Shape 87"/>
          <p:cNvSpPr/>
          <p:nvPr/>
        </p:nvSpPr>
        <p:spPr>
          <a:xfrm>
            <a:off x="3459175" y="5878449"/>
            <a:ext cx="803758" cy="547840"/>
          </a:xfrm>
          <a:prstGeom prst="rect">
            <a:avLst/>
          </a:prstGeom>
          <a:solidFill>
            <a:srgbClr val="FFFFFF">
              <a:alpha val="2406"/>
            </a:srgbClr>
          </a:solidFill>
          <a:ln/>
        </p:spPr>
      </p:sp>
      <p:sp>
        <p:nvSpPr>
          <p:cNvPr id="90" name="Shape 88"/>
          <p:cNvSpPr/>
          <p:nvPr/>
        </p:nvSpPr>
        <p:spPr>
          <a:xfrm>
            <a:off x="3459175" y="6417145"/>
            <a:ext cx="803758" cy="547840"/>
          </a:xfrm>
          <a:prstGeom prst="rect">
            <a:avLst/>
          </a:prstGeom>
          <a:solidFill>
            <a:srgbClr val="FFFFFF">
              <a:alpha val="2750"/>
            </a:srgbClr>
          </a:solidFill>
          <a:ln/>
        </p:spPr>
      </p:sp>
      <p:sp>
        <p:nvSpPr>
          <p:cNvPr id="91" name="Shape 89"/>
          <p:cNvSpPr/>
          <p:nvPr/>
        </p:nvSpPr>
        <p:spPr>
          <a:xfrm>
            <a:off x="4151376" y="4484218"/>
            <a:ext cx="803758" cy="319126"/>
          </a:xfrm>
          <a:prstGeom prst="rect">
            <a:avLst/>
          </a:prstGeom>
          <a:solidFill>
            <a:srgbClr val="FFFFFF">
              <a:alpha val="138"/>
            </a:srgbClr>
          </a:solidFill>
          <a:ln/>
        </p:spPr>
      </p:sp>
      <p:sp>
        <p:nvSpPr>
          <p:cNvPr id="92" name="Shape 90"/>
          <p:cNvSpPr/>
          <p:nvPr/>
        </p:nvSpPr>
        <p:spPr>
          <a:xfrm>
            <a:off x="4151376" y="4794199"/>
            <a:ext cx="803758" cy="319126"/>
          </a:xfrm>
          <a:prstGeom prst="rect">
            <a:avLst/>
          </a:prstGeom>
          <a:solidFill>
            <a:srgbClr val="FFFFFF">
              <a:alpha val="275"/>
            </a:srgbClr>
          </a:solidFill>
          <a:ln/>
        </p:spPr>
      </p:sp>
      <p:sp>
        <p:nvSpPr>
          <p:cNvPr id="93" name="Shape 91"/>
          <p:cNvSpPr/>
          <p:nvPr/>
        </p:nvSpPr>
        <p:spPr>
          <a:xfrm>
            <a:off x="4151376" y="5104181"/>
            <a:ext cx="803758" cy="319126"/>
          </a:xfrm>
          <a:prstGeom prst="rect">
            <a:avLst/>
          </a:prstGeom>
          <a:solidFill>
            <a:srgbClr val="FFFFFF">
              <a:alpha val="412"/>
            </a:srgbClr>
          </a:solidFill>
          <a:ln/>
        </p:spPr>
      </p:sp>
      <p:sp>
        <p:nvSpPr>
          <p:cNvPr id="94" name="Shape 92"/>
          <p:cNvSpPr/>
          <p:nvPr/>
        </p:nvSpPr>
        <p:spPr>
          <a:xfrm>
            <a:off x="4151376" y="5414162"/>
            <a:ext cx="803758" cy="319126"/>
          </a:xfrm>
          <a:prstGeom prst="rect">
            <a:avLst/>
          </a:prstGeom>
          <a:solidFill>
            <a:srgbClr val="FFFFFF">
              <a:alpha val="550"/>
            </a:srgbClr>
          </a:solidFill>
          <a:ln/>
        </p:spPr>
      </p:sp>
      <p:sp>
        <p:nvSpPr>
          <p:cNvPr id="95" name="Shape 93"/>
          <p:cNvSpPr/>
          <p:nvPr/>
        </p:nvSpPr>
        <p:spPr>
          <a:xfrm>
            <a:off x="4151376" y="5724144"/>
            <a:ext cx="803758" cy="319126"/>
          </a:xfrm>
          <a:prstGeom prst="rect">
            <a:avLst/>
          </a:prstGeom>
          <a:solidFill>
            <a:srgbClr val="FFFFFF">
              <a:alpha val="688"/>
            </a:srgbClr>
          </a:solidFill>
          <a:ln/>
        </p:spPr>
      </p:sp>
      <p:sp>
        <p:nvSpPr>
          <p:cNvPr id="96" name="Shape 94"/>
          <p:cNvSpPr/>
          <p:nvPr/>
        </p:nvSpPr>
        <p:spPr>
          <a:xfrm>
            <a:off x="4151376" y="6034126"/>
            <a:ext cx="803758" cy="319126"/>
          </a:xfrm>
          <a:prstGeom prst="rect">
            <a:avLst/>
          </a:prstGeom>
          <a:solidFill>
            <a:srgbClr val="FFFFFF">
              <a:alpha val="825"/>
            </a:srgbClr>
          </a:solidFill>
          <a:ln/>
        </p:spPr>
      </p:sp>
      <p:sp>
        <p:nvSpPr>
          <p:cNvPr id="97" name="Shape 95"/>
          <p:cNvSpPr/>
          <p:nvPr/>
        </p:nvSpPr>
        <p:spPr>
          <a:xfrm>
            <a:off x="4151376" y="6344107"/>
            <a:ext cx="803758" cy="319126"/>
          </a:xfrm>
          <a:prstGeom prst="rect">
            <a:avLst/>
          </a:prstGeom>
          <a:solidFill>
            <a:srgbClr val="FFFFFF">
              <a:alpha val="963"/>
            </a:srgbClr>
          </a:solidFill>
          <a:ln/>
        </p:spPr>
      </p:sp>
      <p:sp>
        <p:nvSpPr>
          <p:cNvPr id="98" name="Shape 96"/>
          <p:cNvSpPr/>
          <p:nvPr/>
        </p:nvSpPr>
        <p:spPr>
          <a:xfrm>
            <a:off x="4151376" y="6654089"/>
            <a:ext cx="803758" cy="319126"/>
          </a:xfrm>
          <a:prstGeom prst="rect">
            <a:avLst/>
          </a:prstGeom>
          <a:solidFill>
            <a:srgbClr val="FFFFFF">
              <a:alpha val="1100"/>
            </a:srgbClr>
          </a:solidFill>
          <a:ln/>
        </p:spPr>
      </p:sp>
      <p:sp>
        <p:nvSpPr>
          <p:cNvPr id="101" name="Shape 99"/>
          <p:cNvSpPr/>
          <p:nvPr/>
        </p:nvSpPr>
        <p:spPr>
          <a:xfrm>
            <a:off x="0" y="873252"/>
            <a:ext cx="12191695" cy="0"/>
          </a:xfrm>
          <a:prstGeom prst="line">
            <a:avLst/>
          </a:prstGeom>
          <a:noFill/>
          <a:ln w="2540">
            <a:solidFill>
              <a:srgbClr val="D0CFCF">
                <a:alpha val="60000"/>
              </a:srgbClr>
            </a:solidFill>
            <a:prstDash val="solid"/>
          </a:ln>
        </p:spPr>
      </p:sp>
      <p:sp>
        <p:nvSpPr>
          <p:cNvPr id="104" name="Text 102"/>
          <p:cNvSpPr/>
          <p:nvPr/>
        </p:nvSpPr>
        <p:spPr>
          <a:xfrm>
            <a:off x="6214262" y="1143000"/>
            <a:ext cx="5729630" cy="822960"/>
          </a:xfrm>
          <a:prstGeom prst="rect">
            <a:avLst/>
          </a:prstGeom>
          <a:noFill/>
          <a:ln/>
        </p:spPr>
        <p:txBody>
          <a:bodyPr wrap="square" rtlCol="0" anchor="t"/>
          <a:lstStyle/>
          <a:p>
            <a:pPr indent="0" marL="0">
              <a:lnSpc>
                <a:spcPct val="90000"/>
              </a:lnSpc>
              <a:buNone/>
            </a:pPr>
            <a:r>
              <a:rPr lang="en-US" sz="4400" spc="-150" kern="0" dirty="0">
                <a:solidFill>
                  <a:srgbClr val="FFFFFF"/>
                </a:solidFill>
                <a:latin typeface="Manrope" pitchFamily="34" charset="0"/>
                <a:ea typeface="Manrope" pitchFamily="34" charset="-122"/>
                <a:cs typeface="Manrope" pitchFamily="34" charset="-120"/>
              </a:rPr>
              <a:t>References</a:t>
            </a:r>
            <a:endParaRPr lang="en-US" sz="1800" dirty="0"/>
          </a:p>
        </p:txBody>
      </p:sp>
      <p:sp>
        <p:nvSpPr>
          <p:cNvPr id="105" name="Text 103"/>
          <p:cNvSpPr/>
          <p:nvPr/>
        </p:nvSpPr>
        <p:spPr>
          <a:xfrm>
            <a:off x="6745529" y="2057400"/>
            <a:ext cx="4937760" cy="548640"/>
          </a:xfrm>
          <a:prstGeom prst="rect">
            <a:avLst/>
          </a:prstGeom>
          <a:noFill/>
          <a:ln/>
        </p:spPr>
        <p:txBody>
          <a:bodyPr wrap="square" rtlCol="0" anchor="t"/>
          <a:lstStyle/>
          <a:p>
            <a:pPr indent="0" marL="0">
              <a:lnSpc>
                <a:spcPct val="125000"/>
              </a:lnSpc>
              <a:spcAft>
                <a:spcPts val="600"/>
              </a:spcAft>
              <a:buNone/>
            </a:pPr>
            <a:r>
              <a:rPr lang="en-US" sz="1400" dirty="0">
                <a:solidFill>
                  <a:srgbClr val="FFFFFF"/>
                </a:solidFill>
                <a:latin typeface="Manrope" pitchFamily="34" charset="0"/>
                <a:ea typeface="Manrope" pitchFamily="34" charset="-122"/>
                <a:cs typeface="Manrope" pitchFamily="34" charset="-120"/>
              </a:rPr>
              <a:t>42 core sources by stage. All 79, with URLs, are in the speaker notes.</a:t>
            </a:r>
            <a:endParaRPr lang="en-US" sz="1600" dirty="0"/>
          </a:p>
        </p:txBody>
      </p:sp>
      <p:sp>
        <p:nvSpPr>
          <p:cNvPr id="107" name="Shape 105"/>
          <p:cNvSpPr/>
          <p:nvPr/>
        </p:nvSpPr>
        <p:spPr>
          <a:xfrm>
            <a:off x="11835994" y="1750162"/>
            <a:ext cx="803758" cy="657454"/>
          </a:xfrm>
          <a:prstGeom prst="rect">
            <a:avLst/>
          </a:prstGeom>
          <a:solidFill>
            <a:srgbClr val="FFFFFF">
              <a:alpha val="688"/>
            </a:srgbClr>
          </a:solidFill>
          <a:ln/>
        </p:spPr>
      </p:sp>
      <p:sp>
        <p:nvSpPr>
          <p:cNvPr id="108" name="Shape 106"/>
          <p:cNvSpPr/>
          <p:nvPr/>
        </p:nvSpPr>
        <p:spPr>
          <a:xfrm>
            <a:off x="11835994" y="2398471"/>
            <a:ext cx="803758" cy="657454"/>
          </a:xfrm>
          <a:prstGeom prst="rect">
            <a:avLst/>
          </a:prstGeom>
          <a:solidFill>
            <a:srgbClr val="FFFFFF">
              <a:alpha val="1375"/>
            </a:srgbClr>
          </a:solidFill>
          <a:ln/>
        </p:spPr>
      </p:sp>
      <p:sp>
        <p:nvSpPr>
          <p:cNvPr id="109" name="Shape 107"/>
          <p:cNvSpPr/>
          <p:nvPr/>
        </p:nvSpPr>
        <p:spPr>
          <a:xfrm>
            <a:off x="11835994" y="3046781"/>
            <a:ext cx="803758" cy="657454"/>
          </a:xfrm>
          <a:prstGeom prst="rect">
            <a:avLst/>
          </a:prstGeom>
          <a:solidFill>
            <a:srgbClr val="FFFFFF">
              <a:alpha val="2063"/>
            </a:srgbClr>
          </a:solidFill>
          <a:ln/>
        </p:spPr>
      </p:sp>
      <p:sp>
        <p:nvSpPr>
          <p:cNvPr id="110" name="Shape 108"/>
          <p:cNvSpPr/>
          <p:nvPr/>
        </p:nvSpPr>
        <p:spPr>
          <a:xfrm>
            <a:off x="11835994" y="3695090"/>
            <a:ext cx="803758" cy="657454"/>
          </a:xfrm>
          <a:prstGeom prst="rect">
            <a:avLst/>
          </a:prstGeom>
          <a:solidFill>
            <a:srgbClr val="FFFFFF">
              <a:alpha val="2750"/>
            </a:srgbClr>
          </a:solidFill>
          <a:ln/>
        </p:spPr>
      </p:sp>
      <p:sp>
        <p:nvSpPr>
          <p:cNvPr id="111" name="Shape 109"/>
          <p:cNvSpPr/>
          <p:nvPr/>
        </p:nvSpPr>
        <p:spPr>
          <a:xfrm>
            <a:off x="11835994" y="4343400"/>
            <a:ext cx="803758" cy="657454"/>
          </a:xfrm>
          <a:prstGeom prst="rect">
            <a:avLst/>
          </a:prstGeom>
          <a:solidFill>
            <a:srgbClr val="FFFFFF">
              <a:alpha val="3438"/>
            </a:srgbClr>
          </a:solidFill>
          <a:ln/>
        </p:spPr>
      </p:sp>
      <p:sp>
        <p:nvSpPr>
          <p:cNvPr id="112" name="Shape 110"/>
          <p:cNvSpPr/>
          <p:nvPr/>
        </p:nvSpPr>
        <p:spPr>
          <a:xfrm>
            <a:off x="11835994" y="4991710"/>
            <a:ext cx="803758" cy="657454"/>
          </a:xfrm>
          <a:prstGeom prst="rect">
            <a:avLst/>
          </a:prstGeom>
          <a:solidFill>
            <a:srgbClr val="FFFFFF">
              <a:alpha val="4125"/>
            </a:srgbClr>
          </a:solidFill>
          <a:ln/>
        </p:spPr>
      </p:sp>
      <p:sp>
        <p:nvSpPr>
          <p:cNvPr id="113" name="Shape 111"/>
          <p:cNvSpPr/>
          <p:nvPr/>
        </p:nvSpPr>
        <p:spPr>
          <a:xfrm>
            <a:off x="11835994" y="5640019"/>
            <a:ext cx="803758" cy="657454"/>
          </a:xfrm>
          <a:prstGeom prst="rect">
            <a:avLst/>
          </a:prstGeom>
          <a:solidFill>
            <a:srgbClr val="FFFFFF">
              <a:alpha val="4813"/>
            </a:srgbClr>
          </a:solidFill>
          <a:ln/>
        </p:spPr>
      </p:sp>
      <p:sp>
        <p:nvSpPr>
          <p:cNvPr id="114" name="Shape 112"/>
          <p:cNvSpPr/>
          <p:nvPr/>
        </p:nvSpPr>
        <p:spPr>
          <a:xfrm>
            <a:off x="11835994" y="6288329"/>
            <a:ext cx="803758" cy="657454"/>
          </a:xfrm>
          <a:prstGeom prst="rect">
            <a:avLst/>
          </a:prstGeom>
          <a:solidFill>
            <a:srgbClr val="FFFFFF">
              <a:alpha val="5500"/>
            </a:srgbClr>
          </a:solidFill>
          <a:ln/>
        </p:spPr>
      </p:sp>
      <p:sp>
        <p:nvSpPr>
          <p:cNvPr id="115" name="Shape 113"/>
          <p:cNvSpPr/>
          <p:nvPr/>
        </p:nvSpPr>
        <p:spPr>
          <a:xfrm>
            <a:off x="10465308" y="4358030"/>
            <a:ext cx="803758" cy="331356"/>
          </a:xfrm>
          <a:prstGeom prst="rect">
            <a:avLst/>
          </a:prstGeom>
          <a:solidFill>
            <a:srgbClr val="FFFFFF">
              <a:alpha val="138"/>
            </a:srgbClr>
          </a:solidFill>
          <a:ln/>
        </p:spPr>
      </p:sp>
      <p:sp>
        <p:nvSpPr>
          <p:cNvPr id="116" name="Shape 114"/>
          <p:cNvSpPr/>
          <p:nvPr/>
        </p:nvSpPr>
        <p:spPr>
          <a:xfrm>
            <a:off x="10465308" y="4680242"/>
            <a:ext cx="803758" cy="331356"/>
          </a:xfrm>
          <a:prstGeom prst="rect">
            <a:avLst/>
          </a:prstGeom>
          <a:solidFill>
            <a:srgbClr val="FFFFFF">
              <a:alpha val="275"/>
            </a:srgbClr>
          </a:solidFill>
          <a:ln/>
        </p:spPr>
      </p:sp>
      <p:sp>
        <p:nvSpPr>
          <p:cNvPr id="117" name="Shape 115"/>
          <p:cNvSpPr/>
          <p:nvPr/>
        </p:nvSpPr>
        <p:spPr>
          <a:xfrm>
            <a:off x="10465308" y="5002454"/>
            <a:ext cx="803758" cy="331356"/>
          </a:xfrm>
          <a:prstGeom prst="rect">
            <a:avLst/>
          </a:prstGeom>
          <a:solidFill>
            <a:srgbClr val="FFFFFF">
              <a:alpha val="412"/>
            </a:srgbClr>
          </a:solidFill>
          <a:ln/>
        </p:spPr>
      </p:sp>
      <p:sp>
        <p:nvSpPr>
          <p:cNvPr id="118" name="Shape 116"/>
          <p:cNvSpPr/>
          <p:nvPr/>
        </p:nvSpPr>
        <p:spPr>
          <a:xfrm>
            <a:off x="10465308" y="5324666"/>
            <a:ext cx="803758" cy="331356"/>
          </a:xfrm>
          <a:prstGeom prst="rect">
            <a:avLst/>
          </a:prstGeom>
          <a:solidFill>
            <a:srgbClr val="FFFFFF">
              <a:alpha val="550"/>
            </a:srgbClr>
          </a:solidFill>
          <a:ln/>
        </p:spPr>
      </p:sp>
      <p:sp>
        <p:nvSpPr>
          <p:cNvPr id="119" name="Shape 117"/>
          <p:cNvSpPr/>
          <p:nvPr/>
        </p:nvSpPr>
        <p:spPr>
          <a:xfrm>
            <a:off x="10465308" y="5646877"/>
            <a:ext cx="803758" cy="331356"/>
          </a:xfrm>
          <a:prstGeom prst="rect">
            <a:avLst/>
          </a:prstGeom>
          <a:solidFill>
            <a:srgbClr val="FFFFFF">
              <a:alpha val="688"/>
            </a:srgbClr>
          </a:solidFill>
          <a:ln/>
        </p:spPr>
      </p:sp>
      <p:sp>
        <p:nvSpPr>
          <p:cNvPr id="120" name="Shape 118"/>
          <p:cNvSpPr/>
          <p:nvPr/>
        </p:nvSpPr>
        <p:spPr>
          <a:xfrm>
            <a:off x="10465308" y="5969089"/>
            <a:ext cx="803758" cy="331356"/>
          </a:xfrm>
          <a:prstGeom prst="rect">
            <a:avLst/>
          </a:prstGeom>
          <a:solidFill>
            <a:srgbClr val="FFFFFF">
              <a:alpha val="825"/>
            </a:srgbClr>
          </a:solidFill>
          <a:ln/>
        </p:spPr>
      </p:sp>
      <p:sp>
        <p:nvSpPr>
          <p:cNvPr id="121" name="Shape 119"/>
          <p:cNvSpPr/>
          <p:nvPr/>
        </p:nvSpPr>
        <p:spPr>
          <a:xfrm>
            <a:off x="10465308" y="6291301"/>
            <a:ext cx="803758" cy="331356"/>
          </a:xfrm>
          <a:prstGeom prst="rect">
            <a:avLst/>
          </a:prstGeom>
          <a:solidFill>
            <a:srgbClr val="FFFFFF">
              <a:alpha val="963"/>
            </a:srgbClr>
          </a:solidFill>
          <a:ln/>
        </p:spPr>
      </p:sp>
      <p:sp>
        <p:nvSpPr>
          <p:cNvPr id="122" name="Shape 120"/>
          <p:cNvSpPr/>
          <p:nvPr/>
        </p:nvSpPr>
        <p:spPr>
          <a:xfrm>
            <a:off x="10465308" y="6613512"/>
            <a:ext cx="803758" cy="331356"/>
          </a:xfrm>
          <a:prstGeom prst="rect">
            <a:avLst/>
          </a:prstGeom>
          <a:solidFill>
            <a:srgbClr val="FFFFFF">
              <a:alpha val="1100"/>
            </a:srgbClr>
          </a:solidFill>
          <a:ln/>
        </p:spPr>
      </p:sp>
      <p:sp>
        <p:nvSpPr>
          <p:cNvPr id="123" name="Shape 121"/>
          <p:cNvSpPr/>
          <p:nvPr/>
        </p:nvSpPr>
        <p:spPr>
          <a:xfrm>
            <a:off x="11155680" y="3177540"/>
            <a:ext cx="803758" cy="482117"/>
          </a:xfrm>
          <a:prstGeom prst="rect">
            <a:avLst/>
          </a:prstGeom>
          <a:solidFill>
            <a:srgbClr val="FFFFFF">
              <a:alpha val="344"/>
            </a:srgbClr>
          </a:solidFill>
          <a:ln/>
        </p:spPr>
      </p:sp>
      <p:sp>
        <p:nvSpPr>
          <p:cNvPr id="124" name="Shape 122"/>
          <p:cNvSpPr/>
          <p:nvPr/>
        </p:nvSpPr>
        <p:spPr>
          <a:xfrm>
            <a:off x="11155680" y="3650513"/>
            <a:ext cx="803758" cy="482117"/>
          </a:xfrm>
          <a:prstGeom prst="rect">
            <a:avLst/>
          </a:prstGeom>
          <a:solidFill>
            <a:srgbClr val="FFFFFF">
              <a:alpha val="688"/>
            </a:srgbClr>
          </a:solidFill>
          <a:ln/>
        </p:spPr>
      </p:sp>
      <p:sp>
        <p:nvSpPr>
          <p:cNvPr id="125" name="Shape 123"/>
          <p:cNvSpPr/>
          <p:nvPr/>
        </p:nvSpPr>
        <p:spPr>
          <a:xfrm>
            <a:off x="11155680" y="4123487"/>
            <a:ext cx="803758" cy="482117"/>
          </a:xfrm>
          <a:prstGeom prst="rect">
            <a:avLst/>
          </a:prstGeom>
          <a:solidFill>
            <a:srgbClr val="FFFFFF">
              <a:alpha val="1031"/>
            </a:srgbClr>
          </a:solidFill>
          <a:ln/>
        </p:spPr>
      </p:sp>
      <p:sp>
        <p:nvSpPr>
          <p:cNvPr id="126" name="Shape 124"/>
          <p:cNvSpPr/>
          <p:nvPr/>
        </p:nvSpPr>
        <p:spPr>
          <a:xfrm>
            <a:off x="11155680" y="4596460"/>
            <a:ext cx="803758" cy="482117"/>
          </a:xfrm>
          <a:prstGeom prst="rect">
            <a:avLst/>
          </a:prstGeom>
          <a:solidFill>
            <a:srgbClr val="FFFFFF">
              <a:alpha val="1375"/>
            </a:srgbClr>
          </a:solidFill>
          <a:ln/>
        </p:spPr>
      </p:sp>
      <p:sp>
        <p:nvSpPr>
          <p:cNvPr id="127" name="Shape 125"/>
          <p:cNvSpPr/>
          <p:nvPr/>
        </p:nvSpPr>
        <p:spPr>
          <a:xfrm>
            <a:off x="11155680" y="5069434"/>
            <a:ext cx="803758" cy="482117"/>
          </a:xfrm>
          <a:prstGeom prst="rect">
            <a:avLst/>
          </a:prstGeom>
          <a:solidFill>
            <a:srgbClr val="FFFFFF">
              <a:alpha val="1719"/>
            </a:srgbClr>
          </a:solidFill>
          <a:ln/>
        </p:spPr>
      </p:sp>
      <p:sp>
        <p:nvSpPr>
          <p:cNvPr id="128" name="Shape 126"/>
          <p:cNvSpPr/>
          <p:nvPr/>
        </p:nvSpPr>
        <p:spPr>
          <a:xfrm>
            <a:off x="11155680" y="5542407"/>
            <a:ext cx="803758" cy="482117"/>
          </a:xfrm>
          <a:prstGeom prst="rect">
            <a:avLst/>
          </a:prstGeom>
          <a:solidFill>
            <a:srgbClr val="FFFFFF">
              <a:alpha val="2063"/>
            </a:srgbClr>
          </a:solidFill>
          <a:ln/>
        </p:spPr>
      </p:sp>
      <p:sp>
        <p:nvSpPr>
          <p:cNvPr id="129" name="Shape 127"/>
          <p:cNvSpPr/>
          <p:nvPr/>
        </p:nvSpPr>
        <p:spPr>
          <a:xfrm>
            <a:off x="11155680" y="6015380"/>
            <a:ext cx="803758" cy="482117"/>
          </a:xfrm>
          <a:prstGeom prst="rect">
            <a:avLst/>
          </a:prstGeom>
          <a:solidFill>
            <a:srgbClr val="FFFFFF">
              <a:alpha val="2406"/>
            </a:srgbClr>
          </a:solidFill>
          <a:ln/>
        </p:spPr>
      </p:sp>
      <p:sp>
        <p:nvSpPr>
          <p:cNvPr id="130" name="Shape 128"/>
          <p:cNvSpPr/>
          <p:nvPr/>
        </p:nvSpPr>
        <p:spPr>
          <a:xfrm>
            <a:off x="11155680" y="6488354"/>
            <a:ext cx="803758" cy="482117"/>
          </a:xfrm>
          <a:prstGeom prst="rect">
            <a:avLst/>
          </a:prstGeom>
          <a:solidFill>
            <a:srgbClr val="FFFFFF">
              <a:alpha val="2750"/>
            </a:srgbClr>
          </a:solidFill>
          <a:ln/>
        </p:spPr>
      </p:sp>
      <p:sp>
        <p:nvSpPr>
          <p:cNvPr id="131" name="Shape 129"/>
          <p:cNvSpPr/>
          <p:nvPr/>
        </p:nvSpPr>
        <p:spPr>
          <a:xfrm>
            <a:off x="6339535" y="2093976"/>
            <a:ext cx="351130" cy="351130"/>
          </a:xfrm>
          <a:prstGeom prst="ellipse">
            <a:avLst/>
          </a:prstGeom>
          <a:ln w="15875">
            <a:solidFill>
              <a:srgbClr val="9FEF9C"/>
            </a:solidFill>
            <a:prstDash val="solid"/>
          </a:ln>
        </p:spPr>
      </p:sp>
      <p:sp>
        <p:nvSpPr>
          <p:cNvPr id="132" name="Shape 130"/>
          <p:cNvSpPr/>
          <p:nvPr/>
        </p:nvSpPr>
        <p:spPr>
          <a:xfrm>
            <a:off x="6455408" y="2209190"/>
            <a:ext cx="119384" cy="119384"/>
          </a:xfrm>
          <a:prstGeom prst="ellipse">
            <a:avLst/>
          </a:prstGeom>
          <a:solidFill>
            <a:srgbClr val="9FEF9C"/>
          </a:solidFill>
          <a:ln/>
        </p:spPr>
      </p:sp>
      <p:sp>
        <p:nvSpPr>
          <p:cNvPr id="2001" name="g1 text 2001"/>
          <p:cNvSpPr txBox="1"/>
          <p:nvPr/>
        </p:nvSpPr>
        <p:spPr>
          <a:xfrm>
            <a:off x="548640" y="1188720"/>
            <a:ext cx="4754880" cy="5303520"/>
          </a:xfrm>
          <a:prstGeom prst="rect">
            <a:avLst/>
          </a:prstGeom>
          <a:noFill/>
        </p:spPr>
        <p:txBody>
          <a:bodyPr wrap="square" lIns="0" tIns="0" rIns="0" bIns="0" anchor="t">
            <a:noAutofit/>
          </a:bodyPr>
          <a:lstStyle/>
          <a:p>
            <a:pPr algn="l">
              <a:lnSpc>
                <a:spcPct val="100000"/>
              </a:lnSpc>
              <a:buNone/>
            </a:pPr>
            <a:r>
              <a:rPr lang="en-US" sz="1800" b="1" dirty="0">
                <a:solidFill>
                  <a:srgbClr val="FCFF9B"/>
                </a:solidFill>
                <a:latin typeface="Manrope"/>
                <a:ea typeface="Manrope"/>
                <a:cs typeface="Manrope"/>
              </a:rPr>
              <a:t>Stage 1 · Foundations</a:t>
            </a:r>
          </a:p>
          <a:p>
            <a:pPr algn="l">
              <a:lnSpc>
                <a:spcPct val="100000"/>
              </a:lnSpc>
              <a:buNone/>
            </a:pPr>
            <a:r>
              <a:rPr lang="en-US" sz="1600" b="0" dirty="0">
                <a:solidFill>
                  <a:srgbClr val="FFFFFF"/>
                </a:solidFill>
                <a:latin typeface="Manrope"/>
                <a:ea typeface="Manrope"/>
                <a:cs typeface="Manrope"/>
              </a:rPr>
              <a:t>3Blue1Brown Linear Algebra · Python Tutorial · Kaggle Learn · Coursera Math for ML · Coursera ML Specialization · Deep Learning book</a:t>
            </a:r>
          </a:p>
          <a:p>
            <a:pPr algn="l">
              <a:lnSpc>
                <a:spcPct val="100000"/>
              </a:lnSpc>
              <a:buNone/>
            </a:pPr>
            <a:r>
              <a:rPr lang="en-US" sz="500" b="0" dirty="0">
                <a:solidFill>
                  <a:srgbClr val="FFFFFF"/>
                </a:solidFill>
                <a:latin typeface="Manrope"/>
                <a:ea typeface="Manrope"/>
                <a:cs typeface="Manrope"/>
              </a:rPr>
              <a:t> </a:t>
            </a:r>
          </a:p>
          <a:p>
            <a:pPr algn="l">
              <a:lnSpc>
                <a:spcPct val="100000"/>
              </a:lnSpc>
              <a:buNone/>
            </a:pPr>
            <a:r>
              <a:rPr lang="en-US" sz="1800" b="1" dirty="0">
                <a:solidFill>
                  <a:srgbClr val="FCFF9B"/>
                </a:solidFill>
                <a:latin typeface="Manrope"/>
                <a:ea typeface="Manrope"/>
                <a:cs typeface="Manrope"/>
              </a:rPr>
              <a:t>Stage 2 · Deep learning</a:t>
            </a:r>
          </a:p>
          <a:p>
            <a:pPr algn="l">
              <a:lnSpc>
                <a:spcPct val="100000"/>
              </a:lnSpc>
              <a:buNone/>
            </a:pPr>
            <a:r>
              <a:rPr lang="en-US" sz="1600" b="0" dirty="0">
                <a:solidFill>
                  <a:srgbClr val="FFFFFF"/>
                </a:solidFill>
                <a:latin typeface="Manrope"/>
                <a:ea typeface="Manrope"/>
                <a:cs typeface="Manrope"/>
              </a:rPr>
              <a:t>3Blue1Brown Neural Networks · fast.ai · Karpathy Zero to Hero · Dive into Deep Learning</a:t>
            </a:r>
          </a:p>
          <a:p>
            <a:pPr algn="l">
              <a:lnSpc>
                <a:spcPct val="100000"/>
              </a:lnSpc>
              <a:buNone/>
            </a:pPr>
            <a:r>
              <a:rPr lang="en-US" sz="500" b="0" dirty="0">
                <a:solidFill>
                  <a:srgbClr val="FFFFFF"/>
                </a:solidFill>
                <a:latin typeface="Manrope"/>
                <a:ea typeface="Manrope"/>
                <a:cs typeface="Manrope"/>
              </a:rPr>
              <a:t> </a:t>
            </a:r>
          </a:p>
          <a:p>
            <a:pPr algn="l">
              <a:lnSpc>
                <a:spcPct val="100000"/>
              </a:lnSpc>
              <a:buNone/>
            </a:pPr>
            <a:r>
              <a:rPr lang="en-US" sz="1800" b="1" dirty="0">
                <a:solidFill>
                  <a:srgbClr val="FCFF9B"/>
                </a:solidFill>
                <a:latin typeface="Manrope"/>
                <a:ea typeface="Manrope"/>
                <a:cs typeface="Manrope"/>
              </a:rPr>
              <a:t>Stage 3 · LLMs</a:t>
            </a:r>
          </a:p>
          <a:p>
            <a:pPr algn="l">
              <a:lnSpc>
                <a:spcPct val="100000"/>
              </a:lnSpc>
              <a:buNone/>
            </a:pPr>
            <a:r>
              <a:rPr lang="en-US" sz="1600" b="0" dirty="0">
                <a:solidFill>
                  <a:srgbClr val="FFFFFF"/>
                </a:solidFill>
                <a:latin typeface="Manrope"/>
                <a:ea typeface="Manrope"/>
                <a:cs typeface="Manrope"/>
              </a:rPr>
              <a:t>Vaswani et al. 2017 · Illustrated Transformer · HF LLM Course · Stanford CS224N · Huyen, AI Engineering</a:t>
            </a:r>
          </a:p>
          <a:p>
            <a:pPr algn="l">
              <a:lnSpc>
                <a:spcPct val="100000"/>
              </a:lnSpc>
              <a:buNone/>
            </a:pPr>
            <a:r>
              <a:rPr lang="en-US" sz="500" b="0" dirty="0">
                <a:solidFill>
                  <a:srgbClr val="FFFFFF"/>
                </a:solidFill>
                <a:latin typeface="Manrope"/>
                <a:ea typeface="Manrope"/>
                <a:cs typeface="Manrope"/>
              </a:rPr>
              <a:t> </a:t>
            </a:r>
          </a:p>
          <a:p>
            <a:pPr algn="l">
              <a:lnSpc>
                <a:spcPct val="100000"/>
              </a:lnSpc>
              <a:buNone/>
            </a:pPr>
            <a:r>
              <a:rPr lang="en-US" sz="1800" b="1" dirty="0">
                <a:solidFill>
                  <a:srgbClr val="FCFF9B"/>
                </a:solidFill>
                <a:latin typeface="Manrope"/>
                <a:ea typeface="Manrope"/>
                <a:cs typeface="Manrope"/>
              </a:rPr>
              <a:t>Stage 4 · Prompting</a:t>
            </a:r>
          </a:p>
          <a:p>
            <a:pPr algn="l">
              <a:lnSpc>
                <a:spcPct val="100000"/>
              </a:lnSpc>
              <a:buNone/>
            </a:pPr>
            <a:r>
              <a:rPr lang="en-US" sz="1600" b="0" dirty="0">
                <a:solidFill>
                  <a:srgbClr val="FFFFFF"/>
                </a:solidFill>
                <a:latin typeface="Manrope"/>
                <a:ea typeface="Manrope"/>
                <a:cs typeface="Manrope"/>
              </a:rPr>
              <a:t>DAIR.AI Prompt Guide · Anthropic prompt engineering · Anthropic courses</a:t>
            </a:r>
          </a:p>
          <a:p>
            <a:pPr algn="l">
              <a:lnSpc>
                <a:spcPct val="100000"/>
              </a:lnSpc>
              <a:buNone/>
            </a:pPr>
            <a:r>
              <a:rPr lang="en-US" sz="500" b="0" dirty="0">
                <a:solidFill>
                  <a:srgbClr val="FFFFFF"/>
                </a:solidFill>
                <a:latin typeface="Manrope"/>
                <a:ea typeface="Manrope"/>
                <a:cs typeface="Manrope"/>
              </a:rPr>
              <a:t> </a:t>
            </a:r>
          </a:p>
          <a:p>
            <a:pPr algn="l">
              <a:lnSpc>
                <a:spcPct val="100000"/>
              </a:lnSpc>
              <a:buNone/>
            </a:pPr>
            <a:r>
              <a:rPr lang="en-US" sz="1800" b="1" dirty="0">
                <a:solidFill>
                  <a:srgbClr val="FCFF9B"/>
                </a:solidFill>
                <a:latin typeface="Manrope"/>
                <a:ea typeface="Manrope"/>
                <a:cs typeface="Manrope"/>
              </a:rPr>
              <a:t>Stage 5 · RAG</a:t>
            </a:r>
          </a:p>
          <a:p>
            <a:pPr algn="l">
              <a:lnSpc>
                <a:spcPct val="100000"/>
              </a:lnSpc>
              <a:buNone/>
            </a:pPr>
            <a:r>
              <a:rPr lang="en-US" sz="1600" b="0" dirty="0">
                <a:solidFill>
                  <a:srgbClr val="FFFFFF"/>
                </a:solidFill>
                <a:latin typeface="Manrope"/>
                <a:ea typeface="Manrope"/>
                <a:cs typeface="Manrope"/>
              </a:rPr>
              <a:t>Lewis et al. 2020 · Sentence Transformers · LlamaIndex · Ragas</a:t>
            </a:r>
          </a:p>
        </p:txBody>
      </p:sp>
      <p:sp>
        <p:nvSpPr>
          <p:cNvPr id="2002" name="g1 text 2002"/>
          <p:cNvSpPr txBox="1"/>
          <p:nvPr/>
        </p:nvSpPr>
        <p:spPr>
          <a:xfrm>
            <a:off x="6263640" y="2788920"/>
            <a:ext cx="2697480" cy="3703320"/>
          </a:xfrm>
          <a:prstGeom prst="rect">
            <a:avLst/>
          </a:prstGeom>
          <a:noFill/>
        </p:spPr>
        <p:txBody>
          <a:bodyPr wrap="square" lIns="0" tIns="0" rIns="0" bIns="0" anchor="t">
            <a:noAutofit/>
          </a:bodyPr>
          <a:lstStyle/>
          <a:p>
            <a:pPr algn="l">
              <a:lnSpc>
                <a:spcPct val="100000"/>
              </a:lnSpc>
              <a:buNone/>
            </a:pPr>
            <a:r>
              <a:rPr lang="en-US" sz="1500" b="1" dirty="0">
                <a:solidFill>
                  <a:srgbClr val="D5E6CD"/>
                </a:solidFill>
                <a:latin typeface="Manrope"/>
                <a:ea typeface="Manrope"/>
                <a:cs typeface="Manrope"/>
              </a:rPr>
              <a:t>Stage 6 · Tools</a:t>
            </a:r>
          </a:p>
          <a:p>
            <a:pPr algn="l">
              <a:lnSpc>
                <a:spcPct val="100000"/>
              </a:lnSpc>
              <a:buNone/>
            </a:pPr>
            <a:r>
              <a:rPr lang="en-US" sz="1400" b="0" dirty="0">
                <a:solidFill>
                  <a:srgbClr val="FFFFFF"/>
                </a:solidFill>
                <a:latin typeface="Manrope"/>
                <a:ea typeface="Manrope"/>
                <a:cs typeface="Manrope"/>
              </a:rPr>
              <a:t>OpenAI function calling · Anthropic, Writing tools for agents</a:t>
            </a:r>
          </a:p>
          <a:p>
            <a:pPr algn="l">
              <a:lnSpc>
                <a:spcPct val="100000"/>
              </a:lnSpc>
              <a:buNone/>
            </a:pPr>
            <a:r>
              <a:rPr lang="en-US" sz="500" b="0" dirty="0">
                <a:solidFill>
                  <a:srgbClr val="FFFFFF"/>
                </a:solidFill>
                <a:latin typeface="Manrope"/>
                <a:ea typeface="Manrope"/>
                <a:cs typeface="Manrope"/>
              </a:rPr>
              <a:t> </a:t>
            </a:r>
          </a:p>
          <a:p>
            <a:pPr algn="l">
              <a:lnSpc>
                <a:spcPct val="100000"/>
              </a:lnSpc>
              <a:buNone/>
            </a:pPr>
            <a:r>
              <a:rPr lang="en-US" sz="1500" b="1" dirty="0">
                <a:solidFill>
                  <a:srgbClr val="D5E6CD"/>
                </a:solidFill>
                <a:latin typeface="Manrope"/>
                <a:ea typeface="Manrope"/>
                <a:cs typeface="Manrope"/>
              </a:rPr>
              <a:t>Stage 7 · Architectures</a:t>
            </a:r>
          </a:p>
          <a:p>
            <a:pPr algn="l">
              <a:lnSpc>
                <a:spcPct val="100000"/>
              </a:lnSpc>
              <a:buNone/>
            </a:pPr>
            <a:r>
              <a:rPr lang="en-US" sz="1400" b="0" dirty="0">
                <a:solidFill>
                  <a:srgbClr val="FFFFFF"/>
                </a:solidFill>
                <a:latin typeface="Manrope"/>
                <a:ea typeface="Manrope"/>
                <a:cs typeface="Manrope"/>
              </a:rPr>
              <a:t>Anthropic, Building effective agents · Weng 2023 · ReAct · HF AI Agents Course</a:t>
            </a:r>
          </a:p>
          <a:p>
            <a:pPr algn="l">
              <a:lnSpc>
                <a:spcPct val="100000"/>
              </a:lnSpc>
              <a:buNone/>
            </a:pPr>
            <a:r>
              <a:rPr lang="en-US" sz="500" b="0" dirty="0">
                <a:solidFill>
                  <a:srgbClr val="FFFFFF"/>
                </a:solidFill>
                <a:latin typeface="Manrope"/>
                <a:ea typeface="Manrope"/>
                <a:cs typeface="Manrope"/>
              </a:rPr>
              <a:t> </a:t>
            </a:r>
          </a:p>
          <a:p>
            <a:pPr algn="l">
              <a:lnSpc>
                <a:spcPct val="100000"/>
              </a:lnSpc>
              <a:buNone/>
            </a:pPr>
            <a:r>
              <a:rPr lang="en-US" sz="1500" b="1" dirty="0">
                <a:solidFill>
                  <a:srgbClr val="D5E6CD"/>
                </a:solidFill>
                <a:latin typeface="Manrope"/>
                <a:ea typeface="Manrope"/>
                <a:cs typeface="Manrope"/>
              </a:rPr>
              <a:t>Stage 8 · Frameworks</a:t>
            </a:r>
          </a:p>
          <a:p>
            <a:pPr algn="l">
              <a:lnSpc>
                <a:spcPct val="100000"/>
              </a:lnSpc>
              <a:buNone/>
            </a:pPr>
            <a:r>
              <a:rPr lang="en-US" sz="1400" b="0" dirty="0">
                <a:solidFill>
                  <a:srgbClr val="FFFFFF"/>
                </a:solidFill>
                <a:latin typeface="Manrope"/>
                <a:ea typeface="Manrope"/>
                <a:cs typeface="Manrope"/>
              </a:rPr>
              <a:t>LangGraph · DLAI LangGraph course · AutoGen · CrewAI · DLAI crewAI course · OpenAI Agents SDK · MCP · HF MCP Course · DLAI short courses</a:t>
            </a:r>
          </a:p>
        </p:txBody>
      </p:sp>
      <p:sp>
        <p:nvSpPr>
          <p:cNvPr id="2003" name="g1 text 2003"/>
          <p:cNvSpPr txBox="1"/>
          <p:nvPr/>
        </p:nvSpPr>
        <p:spPr>
          <a:xfrm>
            <a:off x="9189720" y="2788920"/>
            <a:ext cx="2651760" cy="3703320"/>
          </a:xfrm>
          <a:prstGeom prst="rect">
            <a:avLst/>
          </a:prstGeom>
          <a:noFill/>
        </p:spPr>
        <p:txBody>
          <a:bodyPr wrap="square" lIns="0" tIns="0" rIns="0" bIns="0" anchor="t">
            <a:noAutofit/>
          </a:bodyPr>
          <a:lstStyle/>
          <a:p>
            <a:pPr algn="l">
              <a:lnSpc>
                <a:spcPct val="100000"/>
              </a:lnSpc>
              <a:buNone/>
            </a:pPr>
            <a:r>
              <a:rPr lang="en-US" sz="1500" b="1" dirty="0">
                <a:solidFill>
                  <a:srgbClr val="D5E6CD"/>
                </a:solidFill>
                <a:latin typeface="Manrope"/>
                <a:ea typeface="Manrope"/>
                <a:cs typeface="Manrope"/>
              </a:rPr>
              <a:t>Stage 9 · Evaluation</a:t>
            </a:r>
          </a:p>
          <a:p>
            <a:pPr algn="l">
              <a:lnSpc>
                <a:spcPct val="100000"/>
              </a:lnSpc>
              <a:buNone/>
            </a:pPr>
            <a:r>
              <a:rPr lang="en-US" sz="1400" b="0" dirty="0">
                <a:solidFill>
                  <a:srgbClr val="FFFFFF"/>
                </a:solidFill>
                <a:latin typeface="Manrope"/>
                <a:ea typeface="Manrope"/>
                <a:cs typeface="Manrope"/>
              </a:rPr>
              <a:t>OWASP LLM Top 10 (2025) · Inspect (UK AISI) · Langfuse</a:t>
            </a:r>
          </a:p>
          <a:p>
            <a:pPr algn="l">
              <a:lnSpc>
                <a:spcPct val="100000"/>
              </a:lnSpc>
              <a:buNone/>
            </a:pPr>
            <a:r>
              <a:rPr lang="en-US" sz="500" b="0" dirty="0">
                <a:solidFill>
                  <a:srgbClr val="FFFFFF"/>
                </a:solidFill>
                <a:latin typeface="Manrope"/>
                <a:ea typeface="Manrope"/>
                <a:cs typeface="Manrope"/>
              </a:rPr>
              <a:t> </a:t>
            </a:r>
          </a:p>
          <a:p>
            <a:pPr algn="l">
              <a:lnSpc>
                <a:spcPct val="100000"/>
              </a:lnSpc>
              <a:buNone/>
            </a:pPr>
            <a:r>
              <a:rPr lang="en-US" sz="1500" b="1" dirty="0">
                <a:solidFill>
                  <a:srgbClr val="D5E6CD"/>
                </a:solidFill>
                <a:latin typeface="Manrope"/>
                <a:ea typeface="Manrope"/>
                <a:cs typeface="Manrope"/>
              </a:rPr>
              <a:t>Stage 10 · Deployment</a:t>
            </a:r>
          </a:p>
          <a:p>
            <a:pPr algn="l">
              <a:lnSpc>
                <a:spcPct val="100000"/>
              </a:lnSpc>
              <a:buNone/>
            </a:pPr>
            <a:r>
              <a:rPr lang="en-US" sz="1400" b="0" dirty="0">
                <a:solidFill>
                  <a:srgbClr val="FFFFFF"/>
                </a:solidFill>
                <a:latin typeface="Manrope"/>
                <a:ea typeface="Manrope"/>
                <a:cs typeface="Manrope"/>
              </a:rPr>
              <a:t>FastAPI · Docker</a:t>
            </a:r>
          </a:p>
          <a:p>
            <a:pPr algn="l">
              <a:lnSpc>
                <a:spcPct val="100000"/>
              </a:lnSpc>
              <a:buNone/>
            </a:pPr>
            <a:r>
              <a:rPr lang="en-US" sz="500" b="0" dirty="0">
                <a:solidFill>
                  <a:srgbClr val="FFFFFF"/>
                </a:solidFill>
                <a:latin typeface="Manrope"/>
                <a:ea typeface="Manrope"/>
                <a:cs typeface="Manrope"/>
              </a:rPr>
              <a:t> </a:t>
            </a:r>
          </a:p>
          <a:p>
            <a:pPr algn="l">
              <a:lnSpc>
                <a:spcPct val="100000"/>
              </a:lnSpc>
              <a:buNone/>
            </a:pPr>
            <a:r>
              <a:rPr lang="en-US" sz="1500" b="1" dirty="0">
                <a:solidFill>
                  <a:srgbClr val="D5E6CD"/>
                </a:solidFill>
                <a:latin typeface="Manrope"/>
                <a:ea typeface="Manrope"/>
                <a:cs typeface="Manrope"/>
              </a:rPr>
              <a:t>Addendum (37 more)</a:t>
            </a:r>
          </a:p>
          <a:p>
            <a:pPr algn="l">
              <a:lnSpc>
                <a:spcPct val="100000"/>
              </a:lnSpc>
              <a:buNone/>
            </a:pPr>
            <a:r>
              <a:rPr lang="en-US" sz="1400" b="0" dirty="0">
                <a:solidFill>
                  <a:srgbClr val="FFFFFF"/>
                </a:solidFill>
                <a:latin typeface="Manrope"/>
                <a:ea typeface="Manrope"/>
                <a:cs typeface="Manrope"/>
              </a:rPr>
              <a:t>Stage 0 resources, Wikipedia definitions, arXiv papers (LoRA, Tree of Thoughts, Reflexion, Generative Agents, Toolformer, API-Bank, ChemCrow, SWE-bench), tool docs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D1D1D"/>
        </a:solidFill>
      </p:bgPr>
    </p:bg>
    <p:spTree>
      <p:nvGrpSpPr>
        <p:cNvPr id="1" name=""/>
        <p:cNvGrpSpPr/>
        <p:nvPr/>
      </p:nvGrpSpPr>
      <p:grpSpPr>
        <a:xfrm>
          <a:off x="0" y="0"/>
          <a:ext cx="0" cy="0"/>
          <a:chOff x="0" y="0"/>
          <a:chExt cx="0" cy="0"/>
        </a:xfrm>
      </p:grpSpPr>
      <p:sp>
        <p:nvSpPr>
          <p:cNvPr id="2" name="Shape 0"/>
          <p:cNvSpPr/>
          <p:nvPr/>
        </p:nvSpPr>
        <p:spPr>
          <a:xfrm>
            <a:off x="0" y="0"/>
            <a:ext cx="5729630" cy="6858000"/>
          </a:xfrm>
          <a:prstGeom prst="rect">
            <a:avLst/>
          </a:prstGeom>
          <a:solidFill>
            <a:srgbClr val="0C4441"/>
          </a:solidFill>
          <a:ln/>
        </p:spPr>
      </p:sp>
      <p:sp>
        <p:nvSpPr>
          <p:cNvPr id="3" name="Shape 1"/>
          <p:cNvSpPr/>
          <p:nvPr/>
        </p:nvSpPr>
        <p:spPr>
          <a:xfrm>
            <a:off x="626364" y="-74066"/>
            <a:ext cx="803758" cy="753809"/>
          </a:xfrm>
          <a:prstGeom prst="rect">
            <a:avLst/>
          </a:prstGeom>
          <a:solidFill>
            <a:srgbClr val="F8FE05">
              <a:alpha val="8250"/>
            </a:srgbClr>
          </a:solidFill>
          <a:ln/>
        </p:spPr>
      </p:sp>
      <p:sp>
        <p:nvSpPr>
          <p:cNvPr id="4" name="Shape 2"/>
          <p:cNvSpPr/>
          <p:nvPr/>
        </p:nvSpPr>
        <p:spPr>
          <a:xfrm>
            <a:off x="626364" y="670598"/>
            <a:ext cx="803758" cy="753809"/>
          </a:xfrm>
          <a:prstGeom prst="rect">
            <a:avLst/>
          </a:prstGeom>
          <a:solidFill>
            <a:srgbClr val="F8FE05">
              <a:alpha val="7219"/>
            </a:srgbClr>
          </a:solidFill>
          <a:ln/>
        </p:spPr>
      </p:sp>
      <p:sp>
        <p:nvSpPr>
          <p:cNvPr id="5" name="Shape 3"/>
          <p:cNvSpPr/>
          <p:nvPr/>
        </p:nvSpPr>
        <p:spPr>
          <a:xfrm>
            <a:off x="626364" y="1415263"/>
            <a:ext cx="803758" cy="753809"/>
          </a:xfrm>
          <a:prstGeom prst="rect">
            <a:avLst/>
          </a:prstGeom>
          <a:solidFill>
            <a:srgbClr val="F8FE05">
              <a:alpha val="6188"/>
            </a:srgbClr>
          </a:solidFill>
          <a:ln/>
        </p:spPr>
      </p:sp>
      <p:sp>
        <p:nvSpPr>
          <p:cNvPr id="6" name="Shape 4"/>
          <p:cNvSpPr/>
          <p:nvPr/>
        </p:nvSpPr>
        <p:spPr>
          <a:xfrm>
            <a:off x="626364" y="2159927"/>
            <a:ext cx="803758" cy="753809"/>
          </a:xfrm>
          <a:prstGeom prst="rect">
            <a:avLst/>
          </a:prstGeom>
          <a:solidFill>
            <a:srgbClr val="F8FE05">
              <a:alpha val="5156"/>
            </a:srgbClr>
          </a:solidFill>
          <a:ln/>
        </p:spPr>
      </p:sp>
      <p:sp>
        <p:nvSpPr>
          <p:cNvPr id="7" name="Shape 5"/>
          <p:cNvSpPr/>
          <p:nvPr/>
        </p:nvSpPr>
        <p:spPr>
          <a:xfrm>
            <a:off x="626364" y="2904592"/>
            <a:ext cx="803758" cy="753809"/>
          </a:xfrm>
          <a:prstGeom prst="rect">
            <a:avLst/>
          </a:prstGeom>
          <a:solidFill>
            <a:srgbClr val="F8FE05">
              <a:alpha val="4125"/>
            </a:srgbClr>
          </a:solidFill>
          <a:ln/>
        </p:spPr>
      </p:sp>
      <p:sp>
        <p:nvSpPr>
          <p:cNvPr id="8" name="Shape 6"/>
          <p:cNvSpPr/>
          <p:nvPr/>
        </p:nvSpPr>
        <p:spPr>
          <a:xfrm>
            <a:off x="626364" y="3649256"/>
            <a:ext cx="803758" cy="753809"/>
          </a:xfrm>
          <a:prstGeom prst="rect">
            <a:avLst/>
          </a:prstGeom>
          <a:solidFill>
            <a:srgbClr val="F8FE05">
              <a:alpha val="3094"/>
            </a:srgbClr>
          </a:solidFill>
          <a:ln/>
        </p:spPr>
      </p:sp>
      <p:sp>
        <p:nvSpPr>
          <p:cNvPr id="9" name="Shape 7"/>
          <p:cNvSpPr/>
          <p:nvPr/>
        </p:nvSpPr>
        <p:spPr>
          <a:xfrm>
            <a:off x="626364" y="4393921"/>
            <a:ext cx="803758" cy="753809"/>
          </a:xfrm>
          <a:prstGeom prst="rect">
            <a:avLst/>
          </a:prstGeom>
          <a:solidFill>
            <a:srgbClr val="F8FE05">
              <a:alpha val="2063"/>
            </a:srgbClr>
          </a:solidFill>
          <a:ln/>
        </p:spPr>
      </p:sp>
      <p:sp>
        <p:nvSpPr>
          <p:cNvPr id="10" name="Shape 8"/>
          <p:cNvSpPr/>
          <p:nvPr/>
        </p:nvSpPr>
        <p:spPr>
          <a:xfrm>
            <a:off x="626364" y="5138585"/>
            <a:ext cx="803758" cy="753809"/>
          </a:xfrm>
          <a:prstGeom prst="rect">
            <a:avLst/>
          </a:prstGeom>
          <a:solidFill>
            <a:srgbClr val="F8FE05">
              <a:alpha val="1031"/>
            </a:srgbClr>
          </a:solidFill>
          <a:ln/>
        </p:spPr>
      </p:sp>
      <p:sp>
        <p:nvSpPr>
          <p:cNvPr id="11" name="Shape 9"/>
          <p:cNvSpPr/>
          <p:nvPr/>
        </p:nvSpPr>
        <p:spPr>
          <a:xfrm>
            <a:off x="1997050" y="-74066"/>
            <a:ext cx="803758" cy="427825"/>
          </a:xfrm>
          <a:prstGeom prst="rect">
            <a:avLst/>
          </a:prstGeom>
          <a:solidFill>
            <a:srgbClr val="F8FE05">
              <a:alpha val="3850"/>
            </a:srgbClr>
          </a:solidFill>
          <a:ln/>
        </p:spPr>
      </p:sp>
      <p:sp>
        <p:nvSpPr>
          <p:cNvPr id="12" name="Shape 10"/>
          <p:cNvSpPr/>
          <p:nvPr/>
        </p:nvSpPr>
        <p:spPr>
          <a:xfrm>
            <a:off x="1997050" y="344614"/>
            <a:ext cx="803758" cy="427825"/>
          </a:xfrm>
          <a:prstGeom prst="rect">
            <a:avLst/>
          </a:prstGeom>
          <a:solidFill>
            <a:srgbClr val="F8FE05">
              <a:alpha val="3369"/>
            </a:srgbClr>
          </a:solidFill>
          <a:ln/>
        </p:spPr>
      </p:sp>
      <p:sp>
        <p:nvSpPr>
          <p:cNvPr id="13" name="Shape 11"/>
          <p:cNvSpPr/>
          <p:nvPr/>
        </p:nvSpPr>
        <p:spPr>
          <a:xfrm>
            <a:off x="1997050" y="763295"/>
            <a:ext cx="803758" cy="427825"/>
          </a:xfrm>
          <a:prstGeom prst="rect">
            <a:avLst/>
          </a:prstGeom>
          <a:solidFill>
            <a:srgbClr val="F8FE05">
              <a:alpha val="2888"/>
            </a:srgbClr>
          </a:solidFill>
          <a:ln/>
        </p:spPr>
      </p:sp>
      <p:sp>
        <p:nvSpPr>
          <p:cNvPr id="14" name="Shape 12"/>
          <p:cNvSpPr/>
          <p:nvPr/>
        </p:nvSpPr>
        <p:spPr>
          <a:xfrm>
            <a:off x="1997050" y="1181976"/>
            <a:ext cx="803758" cy="427825"/>
          </a:xfrm>
          <a:prstGeom prst="rect">
            <a:avLst/>
          </a:prstGeom>
          <a:solidFill>
            <a:srgbClr val="F8FE05">
              <a:alpha val="2406"/>
            </a:srgbClr>
          </a:solidFill>
          <a:ln/>
        </p:spPr>
      </p:sp>
      <p:sp>
        <p:nvSpPr>
          <p:cNvPr id="15" name="Shape 13"/>
          <p:cNvSpPr/>
          <p:nvPr/>
        </p:nvSpPr>
        <p:spPr>
          <a:xfrm>
            <a:off x="1997050" y="1600657"/>
            <a:ext cx="803758" cy="427825"/>
          </a:xfrm>
          <a:prstGeom prst="rect">
            <a:avLst/>
          </a:prstGeom>
          <a:solidFill>
            <a:srgbClr val="F8FE05">
              <a:alpha val="1925"/>
            </a:srgbClr>
          </a:solidFill>
          <a:ln/>
        </p:spPr>
      </p:sp>
      <p:sp>
        <p:nvSpPr>
          <p:cNvPr id="16" name="Shape 14"/>
          <p:cNvSpPr/>
          <p:nvPr/>
        </p:nvSpPr>
        <p:spPr>
          <a:xfrm>
            <a:off x="1997050" y="2019338"/>
            <a:ext cx="803758" cy="427825"/>
          </a:xfrm>
          <a:prstGeom prst="rect">
            <a:avLst/>
          </a:prstGeom>
          <a:solidFill>
            <a:srgbClr val="F8FE05">
              <a:alpha val="1444"/>
            </a:srgbClr>
          </a:solidFill>
          <a:ln/>
        </p:spPr>
      </p:sp>
      <p:sp>
        <p:nvSpPr>
          <p:cNvPr id="17" name="Shape 15"/>
          <p:cNvSpPr/>
          <p:nvPr/>
        </p:nvSpPr>
        <p:spPr>
          <a:xfrm>
            <a:off x="1997050" y="2438019"/>
            <a:ext cx="803758" cy="427825"/>
          </a:xfrm>
          <a:prstGeom prst="rect">
            <a:avLst/>
          </a:prstGeom>
          <a:solidFill>
            <a:srgbClr val="F8FE05">
              <a:alpha val="963"/>
            </a:srgbClr>
          </a:solidFill>
          <a:ln/>
        </p:spPr>
      </p:sp>
      <p:sp>
        <p:nvSpPr>
          <p:cNvPr id="18" name="Shape 16"/>
          <p:cNvSpPr/>
          <p:nvPr/>
        </p:nvSpPr>
        <p:spPr>
          <a:xfrm>
            <a:off x="1997050" y="2856700"/>
            <a:ext cx="803758" cy="427825"/>
          </a:xfrm>
          <a:prstGeom prst="rect">
            <a:avLst/>
          </a:prstGeom>
          <a:solidFill>
            <a:srgbClr val="F8FE05">
              <a:alpha val="481"/>
            </a:srgbClr>
          </a:solidFill>
          <a:ln/>
        </p:spPr>
      </p:sp>
      <p:sp>
        <p:nvSpPr>
          <p:cNvPr id="19" name="Shape 17"/>
          <p:cNvSpPr/>
          <p:nvPr/>
        </p:nvSpPr>
        <p:spPr>
          <a:xfrm>
            <a:off x="1306678" y="-48463"/>
            <a:ext cx="803758" cy="572300"/>
          </a:xfrm>
          <a:prstGeom prst="rect">
            <a:avLst/>
          </a:prstGeom>
          <a:solidFill>
            <a:srgbClr val="F8FE05">
              <a:alpha val="5500"/>
            </a:srgbClr>
          </a:solidFill>
          <a:ln/>
        </p:spPr>
      </p:sp>
      <p:sp>
        <p:nvSpPr>
          <p:cNvPr id="20" name="Shape 18"/>
          <p:cNvSpPr/>
          <p:nvPr/>
        </p:nvSpPr>
        <p:spPr>
          <a:xfrm>
            <a:off x="1306678" y="514693"/>
            <a:ext cx="803758" cy="572300"/>
          </a:xfrm>
          <a:prstGeom prst="rect">
            <a:avLst/>
          </a:prstGeom>
          <a:solidFill>
            <a:srgbClr val="F8FE05">
              <a:alpha val="4813"/>
            </a:srgbClr>
          </a:solidFill>
          <a:ln/>
        </p:spPr>
      </p:sp>
      <p:sp>
        <p:nvSpPr>
          <p:cNvPr id="21" name="Shape 19"/>
          <p:cNvSpPr/>
          <p:nvPr/>
        </p:nvSpPr>
        <p:spPr>
          <a:xfrm>
            <a:off x="1306678" y="1077849"/>
            <a:ext cx="803758" cy="572300"/>
          </a:xfrm>
          <a:prstGeom prst="rect">
            <a:avLst/>
          </a:prstGeom>
          <a:solidFill>
            <a:srgbClr val="F8FE05">
              <a:alpha val="4125"/>
            </a:srgbClr>
          </a:solidFill>
          <a:ln/>
        </p:spPr>
      </p:sp>
      <p:sp>
        <p:nvSpPr>
          <p:cNvPr id="22" name="Shape 20"/>
          <p:cNvSpPr/>
          <p:nvPr/>
        </p:nvSpPr>
        <p:spPr>
          <a:xfrm>
            <a:off x="1306678" y="1641005"/>
            <a:ext cx="803758" cy="572300"/>
          </a:xfrm>
          <a:prstGeom prst="rect">
            <a:avLst/>
          </a:prstGeom>
          <a:solidFill>
            <a:srgbClr val="F8FE05">
              <a:alpha val="3438"/>
            </a:srgbClr>
          </a:solidFill>
          <a:ln/>
        </p:spPr>
      </p:sp>
      <p:sp>
        <p:nvSpPr>
          <p:cNvPr id="23" name="Shape 21"/>
          <p:cNvSpPr/>
          <p:nvPr/>
        </p:nvSpPr>
        <p:spPr>
          <a:xfrm>
            <a:off x="1306678" y="2204161"/>
            <a:ext cx="803758" cy="572300"/>
          </a:xfrm>
          <a:prstGeom prst="rect">
            <a:avLst/>
          </a:prstGeom>
          <a:solidFill>
            <a:srgbClr val="F8FE05">
              <a:alpha val="2750"/>
            </a:srgbClr>
          </a:solidFill>
          <a:ln/>
        </p:spPr>
      </p:sp>
      <p:sp>
        <p:nvSpPr>
          <p:cNvPr id="24" name="Shape 22"/>
          <p:cNvSpPr/>
          <p:nvPr/>
        </p:nvSpPr>
        <p:spPr>
          <a:xfrm>
            <a:off x="1306678" y="2767317"/>
            <a:ext cx="803758" cy="572300"/>
          </a:xfrm>
          <a:prstGeom prst="rect">
            <a:avLst/>
          </a:prstGeom>
          <a:solidFill>
            <a:srgbClr val="F8FE05">
              <a:alpha val="2063"/>
            </a:srgbClr>
          </a:solidFill>
          <a:ln/>
        </p:spPr>
      </p:sp>
      <p:sp>
        <p:nvSpPr>
          <p:cNvPr id="25" name="Shape 23"/>
          <p:cNvSpPr/>
          <p:nvPr/>
        </p:nvSpPr>
        <p:spPr>
          <a:xfrm>
            <a:off x="1306678" y="3330473"/>
            <a:ext cx="803758" cy="572300"/>
          </a:xfrm>
          <a:prstGeom prst="rect">
            <a:avLst/>
          </a:prstGeom>
          <a:solidFill>
            <a:srgbClr val="F8FE05">
              <a:alpha val="1375"/>
            </a:srgbClr>
          </a:solidFill>
          <a:ln/>
        </p:spPr>
      </p:sp>
      <p:sp>
        <p:nvSpPr>
          <p:cNvPr id="26" name="Shape 24"/>
          <p:cNvSpPr/>
          <p:nvPr/>
        </p:nvSpPr>
        <p:spPr>
          <a:xfrm>
            <a:off x="1306678" y="3893629"/>
            <a:ext cx="803758" cy="572300"/>
          </a:xfrm>
          <a:prstGeom prst="rect">
            <a:avLst/>
          </a:prstGeom>
          <a:solidFill>
            <a:srgbClr val="F8FE05">
              <a:alpha val="688"/>
            </a:srgbClr>
          </a:solidFill>
          <a:ln/>
        </p:spPr>
      </p:sp>
      <p:sp>
        <p:nvSpPr>
          <p:cNvPr id="27" name="Shape 25"/>
          <p:cNvSpPr/>
          <p:nvPr/>
        </p:nvSpPr>
        <p:spPr>
          <a:xfrm>
            <a:off x="-60350" y="-48463"/>
            <a:ext cx="803758" cy="526009"/>
          </a:xfrm>
          <a:prstGeom prst="rect">
            <a:avLst/>
          </a:prstGeom>
          <a:solidFill>
            <a:srgbClr val="F8FE05">
              <a:alpha val="5500"/>
            </a:srgbClr>
          </a:solidFill>
          <a:ln/>
        </p:spPr>
      </p:sp>
      <p:sp>
        <p:nvSpPr>
          <p:cNvPr id="28" name="Shape 26"/>
          <p:cNvSpPr/>
          <p:nvPr/>
        </p:nvSpPr>
        <p:spPr>
          <a:xfrm>
            <a:off x="-60350" y="468401"/>
            <a:ext cx="803758" cy="526009"/>
          </a:xfrm>
          <a:prstGeom prst="rect">
            <a:avLst/>
          </a:prstGeom>
          <a:solidFill>
            <a:srgbClr val="F8FE05">
              <a:alpha val="4813"/>
            </a:srgbClr>
          </a:solidFill>
          <a:ln/>
        </p:spPr>
      </p:sp>
      <p:sp>
        <p:nvSpPr>
          <p:cNvPr id="29" name="Shape 27"/>
          <p:cNvSpPr/>
          <p:nvPr/>
        </p:nvSpPr>
        <p:spPr>
          <a:xfrm>
            <a:off x="-60350" y="985266"/>
            <a:ext cx="803758" cy="526009"/>
          </a:xfrm>
          <a:prstGeom prst="rect">
            <a:avLst/>
          </a:prstGeom>
          <a:solidFill>
            <a:srgbClr val="F8FE05">
              <a:alpha val="4125"/>
            </a:srgbClr>
          </a:solidFill>
          <a:ln/>
        </p:spPr>
      </p:sp>
      <p:sp>
        <p:nvSpPr>
          <p:cNvPr id="30" name="Shape 28"/>
          <p:cNvSpPr/>
          <p:nvPr/>
        </p:nvSpPr>
        <p:spPr>
          <a:xfrm>
            <a:off x="-60350" y="1502131"/>
            <a:ext cx="803758" cy="526009"/>
          </a:xfrm>
          <a:prstGeom prst="rect">
            <a:avLst/>
          </a:prstGeom>
          <a:solidFill>
            <a:srgbClr val="F8FE05">
              <a:alpha val="3438"/>
            </a:srgbClr>
          </a:solidFill>
          <a:ln/>
        </p:spPr>
      </p:sp>
      <p:sp>
        <p:nvSpPr>
          <p:cNvPr id="31" name="Shape 29"/>
          <p:cNvSpPr/>
          <p:nvPr/>
        </p:nvSpPr>
        <p:spPr>
          <a:xfrm>
            <a:off x="-60350" y="2018995"/>
            <a:ext cx="803758" cy="526009"/>
          </a:xfrm>
          <a:prstGeom prst="rect">
            <a:avLst/>
          </a:prstGeom>
          <a:solidFill>
            <a:srgbClr val="F8FE05">
              <a:alpha val="2750"/>
            </a:srgbClr>
          </a:solidFill>
          <a:ln/>
        </p:spPr>
      </p:sp>
      <p:sp>
        <p:nvSpPr>
          <p:cNvPr id="32" name="Shape 30"/>
          <p:cNvSpPr/>
          <p:nvPr/>
        </p:nvSpPr>
        <p:spPr>
          <a:xfrm>
            <a:off x="-60350" y="2535860"/>
            <a:ext cx="803758" cy="526009"/>
          </a:xfrm>
          <a:prstGeom prst="rect">
            <a:avLst/>
          </a:prstGeom>
          <a:solidFill>
            <a:srgbClr val="F8FE05">
              <a:alpha val="2063"/>
            </a:srgbClr>
          </a:solidFill>
          <a:ln/>
        </p:spPr>
      </p:sp>
      <p:sp>
        <p:nvSpPr>
          <p:cNvPr id="33" name="Shape 31"/>
          <p:cNvSpPr/>
          <p:nvPr/>
        </p:nvSpPr>
        <p:spPr>
          <a:xfrm>
            <a:off x="-60350" y="3052724"/>
            <a:ext cx="803758" cy="526009"/>
          </a:xfrm>
          <a:prstGeom prst="rect">
            <a:avLst/>
          </a:prstGeom>
          <a:solidFill>
            <a:srgbClr val="F8FE05">
              <a:alpha val="1375"/>
            </a:srgbClr>
          </a:solidFill>
          <a:ln/>
        </p:spPr>
      </p:sp>
      <p:sp>
        <p:nvSpPr>
          <p:cNvPr id="34" name="Shape 32"/>
          <p:cNvSpPr/>
          <p:nvPr/>
        </p:nvSpPr>
        <p:spPr>
          <a:xfrm>
            <a:off x="-60350" y="3569589"/>
            <a:ext cx="803758" cy="526009"/>
          </a:xfrm>
          <a:prstGeom prst="rect">
            <a:avLst/>
          </a:prstGeom>
          <a:solidFill>
            <a:srgbClr val="F8FE05">
              <a:alpha val="688"/>
            </a:srgbClr>
          </a:solidFill>
          <a:ln/>
        </p:spPr>
      </p:sp>
      <p:sp>
        <p:nvSpPr>
          <p:cNvPr id="35" name="Shape 33"/>
          <p:cNvSpPr/>
          <p:nvPr/>
        </p:nvSpPr>
        <p:spPr>
          <a:xfrm>
            <a:off x="4975250" y="-48463"/>
            <a:ext cx="803758" cy="750722"/>
          </a:xfrm>
          <a:prstGeom prst="rect">
            <a:avLst/>
          </a:prstGeom>
          <a:solidFill>
            <a:srgbClr val="F8FE05">
              <a:alpha val="8250"/>
            </a:srgbClr>
          </a:solidFill>
          <a:ln/>
        </p:spPr>
      </p:sp>
      <p:sp>
        <p:nvSpPr>
          <p:cNvPr id="36" name="Shape 34"/>
          <p:cNvSpPr/>
          <p:nvPr/>
        </p:nvSpPr>
        <p:spPr>
          <a:xfrm>
            <a:off x="4975250" y="693115"/>
            <a:ext cx="803758" cy="750722"/>
          </a:xfrm>
          <a:prstGeom prst="rect">
            <a:avLst/>
          </a:prstGeom>
          <a:solidFill>
            <a:srgbClr val="F8FE05">
              <a:alpha val="7219"/>
            </a:srgbClr>
          </a:solidFill>
          <a:ln/>
        </p:spPr>
      </p:sp>
      <p:sp>
        <p:nvSpPr>
          <p:cNvPr id="37" name="Shape 35"/>
          <p:cNvSpPr/>
          <p:nvPr/>
        </p:nvSpPr>
        <p:spPr>
          <a:xfrm>
            <a:off x="4975250" y="1434694"/>
            <a:ext cx="803758" cy="750722"/>
          </a:xfrm>
          <a:prstGeom prst="rect">
            <a:avLst/>
          </a:prstGeom>
          <a:solidFill>
            <a:srgbClr val="F8FE05">
              <a:alpha val="6188"/>
            </a:srgbClr>
          </a:solidFill>
          <a:ln/>
        </p:spPr>
      </p:sp>
      <p:sp>
        <p:nvSpPr>
          <p:cNvPr id="38" name="Shape 36"/>
          <p:cNvSpPr/>
          <p:nvPr/>
        </p:nvSpPr>
        <p:spPr>
          <a:xfrm>
            <a:off x="4975250" y="2176272"/>
            <a:ext cx="803758" cy="750722"/>
          </a:xfrm>
          <a:prstGeom prst="rect">
            <a:avLst/>
          </a:prstGeom>
          <a:solidFill>
            <a:srgbClr val="F8FE05">
              <a:alpha val="5156"/>
            </a:srgbClr>
          </a:solidFill>
          <a:ln/>
        </p:spPr>
      </p:sp>
      <p:sp>
        <p:nvSpPr>
          <p:cNvPr id="39" name="Shape 37"/>
          <p:cNvSpPr/>
          <p:nvPr/>
        </p:nvSpPr>
        <p:spPr>
          <a:xfrm>
            <a:off x="4975250" y="2917850"/>
            <a:ext cx="803758" cy="750722"/>
          </a:xfrm>
          <a:prstGeom prst="rect">
            <a:avLst/>
          </a:prstGeom>
          <a:solidFill>
            <a:srgbClr val="F8FE05">
              <a:alpha val="4125"/>
            </a:srgbClr>
          </a:solidFill>
          <a:ln/>
        </p:spPr>
      </p:sp>
      <p:sp>
        <p:nvSpPr>
          <p:cNvPr id="40" name="Shape 38"/>
          <p:cNvSpPr/>
          <p:nvPr/>
        </p:nvSpPr>
        <p:spPr>
          <a:xfrm>
            <a:off x="4975250" y="3659429"/>
            <a:ext cx="803758" cy="750722"/>
          </a:xfrm>
          <a:prstGeom prst="rect">
            <a:avLst/>
          </a:prstGeom>
          <a:solidFill>
            <a:srgbClr val="F8FE05">
              <a:alpha val="3094"/>
            </a:srgbClr>
          </a:solidFill>
          <a:ln/>
        </p:spPr>
      </p:sp>
      <p:sp>
        <p:nvSpPr>
          <p:cNvPr id="41" name="Shape 39"/>
          <p:cNvSpPr/>
          <p:nvPr/>
        </p:nvSpPr>
        <p:spPr>
          <a:xfrm>
            <a:off x="4975250" y="4401007"/>
            <a:ext cx="803758" cy="750722"/>
          </a:xfrm>
          <a:prstGeom prst="rect">
            <a:avLst/>
          </a:prstGeom>
          <a:solidFill>
            <a:srgbClr val="F8FE05">
              <a:alpha val="2063"/>
            </a:srgbClr>
          </a:solidFill>
          <a:ln/>
        </p:spPr>
      </p:sp>
      <p:sp>
        <p:nvSpPr>
          <p:cNvPr id="42" name="Shape 40"/>
          <p:cNvSpPr/>
          <p:nvPr/>
        </p:nvSpPr>
        <p:spPr>
          <a:xfrm>
            <a:off x="4975250" y="5142586"/>
            <a:ext cx="803758" cy="750722"/>
          </a:xfrm>
          <a:prstGeom prst="rect">
            <a:avLst/>
          </a:prstGeom>
          <a:solidFill>
            <a:srgbClr val="F8FE05">
              <a:alpha val="1031"/>
            </a:srgbClr>
          </a:solidFill>
          <a:ln/>
        </p:spPr>
      </p:sp>
      <p:sp>
        <p:nvSpPr>
          <p:cNvPr id="43" name="Shape 41"/>
          <p:cNvSpPr/>
          <p:nvPr/>
        </p:nvSpPr>
        <p:spPr>
          <a:xfrm>
            <a:off x="4288536" y="-74066"/>
            <a:ext cx="803758" cy="529209"/>
          </a:xfrm>
          <a:prstGeom prst="rect">
            <a:avLst/>
          </a:prstGeom>
          <a:solidFill>
            <a:srgbClr val="F8FE05">
              <a:alpha val="5500"/>
            </a:srgbClr>
          </a:solidFill>
          <a:ln/>
        </p:spPr>
      </p:sp>
      <p:sp>
        <p:nvSpPr>
          <p:cNvPr id="44" name="Shape 42"/>
          <p:cNvSpPr/>
          <p:nvPr/>
        </p:nvSpPr>
        <p:spPr>
          <a:xfrm>
            <a:off x="4288536" y="445999"/>
            <a:ext cx="803758" cy="529209"/>
          </a:xfrm>
          <a:prstGeom prst="rect">
            <a:avLst/>
          </a:prstGeom>
          <a:solidFill>
            <a:srgbClr val="F8FE05">
              <a:alpha val="4813"/>
            </a:srgbClr>
          </a:solidFill>
          <a:ln/>
        </p:spPr>
      </p:sp>
      <p:sp>
        <p:nvSpPr>
          <p:cNvPr id="45" name="Shape 43"/>
          <p:cNvSpPr/>
          <p:nvPr/>
        </p:nvSpPr>
        <p:spPr>
          <a:xfrm>
            <a:off x="4288536" y="966064"/>
            <a:ext cx="803758" cy="529209"/>
          </a:xfrm>
          <a:prstGeom prst="rect">
            <a:avLst/>
          </a:prstGeom>
          <a:solidFill>
            <a:srgbClr val="F8FE05">
              <a:alpha val="4125"/>
            </a:srgbClr>
          </a:solidFill>
          <a:ln/>
        </p:spPr>
      </p:sp>
      <p:sp>
        <p:nvSpPr>
          <p:cNvPr id="46" name="Shape 44"/>
          <p:cNvSpPr/>
          <p:nvPr/>
        </p:nvSpPr>
        <p:spPr>
          <a:xfrm>
            <a:off x="4288536" y="1486129"/>
            <a:ext cx="803758" cy="529209"/>
          </a:xfrm>
          <a:prstGeom prst="rect">
            <a:avLst/>
          </a:prstGeom>
          <a:solidFill>
            <a:srgbClr val="F8FE05">
              <a:alpha val="3438"/>
            </a:srgbClr>
          </a:solidFill>
          <a:ln/>
        </p:spPr>
      </p:sp>
      <p:sp>
        <p:nvSpPr>
          <p:cNvPr id="47" name="Shape 45"/>
          <p:cNvSpPr/>
          <p:nvPr/>
        </p:nvSpPr>
        <p:spPr>
          <a:xfrm>
            <a:off x="4288536" y="2006194"/>
            <a:ext cx="803758" cy="529209"/>
          </a:xfrm>
          <a:prstGeom prst="rect">
            <a:avLst/>
          </a:prstGeom>
          <a:solidFill>
            <a:srgbClr val="F8FE05">
              <a:alpha val="2750"/>
            </a:srgbClr>
          </a:solidFill>
          <a:ln/>
        </p:spPr>
      </p:sp>
      <p:sp>
        <p:nvSpPr>
          <p:cNvPr id="48" name="Shape 46"/>
          <p:cNvSpPr/>
          <p:nvPr/>
        </p:nvSpPr>
        <p:spPr>
          <a:xfrm>
            <a:off x="4288536" y="2526259"/>
            <a:ext cx="803758" cy="529209"/>
          </a:xfrm>
          <a:prstGeom prst="rect">
            <a:avLst/>
          </a:prstGeom>
          <a:solidFill>
            <a:srgbClr val="F8FE05">
              <a:alpha val="2063"/>
            </a:srgbClr>
          </a:solidFill>
          <a:ln/>
        </p:spPr>
      </p:sp>
      <p:sp>
        <p:nvSpPr>
          <p:cNvPr id="49" name="Shape 47"/>
          <p:cNvSpPr/>
          <p:nvPr/>
        </p:nvSpPr>
        <p:spPr>
          <a:xfrm>
            <a:off x="4288536" y="3046324"/>
            <a:ext cx="803758" cy="529209"/>
          </a:xfrm>
          <a:prstGeom prst="rect">
            <a:avLst/>
          </a:prstGeom>
          <a:solidFill>
            <a:srgbClr val="F8FE05">
              <a:alpha val="1375"/>
            </a:srgbClr>
          </a:solidFill>
          <a:ln/>
        </p:spPr>
      </p:sp>
      <p:sp>
        <p:nvSpPr>
          <p:cNvPr id="50" name="Shape 48"/>
          <p:cNvSpPr/>
          <p:nvPr/>
        </p:nvSpPr>
        <p:spPr>
          <a:xfrm>
            <a:off x="4288536" y="3566389"/>
            <a:ext cx="803758" cy="529209"/>
          </a:xfrm>
          <a:prstGeom prst="rect">
            <a:avLst/>
          </a:prstGeom>
          <a:solidFill>
            <a:srgbClr val="F8FE05">
              <a:alpha val="688"/>
            </a:srgbClr>
          </a:solidFill>
          <a:ln/>
        </p:spPr>
      </p:sp>
      <p:sp>
        <p:nvSpPr>
          <p:cNvPr id="51" name="Shape 49"/>
          <p:cNvSpPr/>
          <p:nvPr/>
        </p:nvSpPr>
        <p:spPr>
          <a:xfrm>
            <a:off x="3597250" y="-48463"/>
            <a:ext cx="803758" cy="296380"/>
          </a:xfrm>
          <a:prstGeom prst="rect">
            <a:avLst/>
          </a:prstGeom>
          <a:solidFill>
            <a:srgbClr val="F8FE05">
              <a:alpha val="3850"/>
            </a:srgbClr>
          </a:solidFill>
          <a:ln/>
        </p:spPr>
      </p:sp>
      <p:sp>
        <p:nvSpPr>
          <p:cNvPr id="52" name="Shape 50"/>
          <p:cNvSpPr/>
          <p:nvPr/>
        </p:nvSpPr>
        <p:spPr>
          <a:xfrm>
            <a:off x="3597250" y="238773"/>
            <a:ext cx="803758" cy="296380"/>
          </a:xfrm>
          <a:prstGeom prst="rect">
            <a:avLst/>
          </a:prstGeom>
          <a:solidFill>
            <a:srgbClr val="F8FE05">
              <a:alpha val="3369"/>
            </a:srgbClr>
          </a:solidFill>
          <a:ln/>
        </p:spPr>
      </p:sp>
      <p:sp>
        <p:nvSpPr>
          <p:cNvPr id="53" name="Shape 51"/>
          <p:cNvSpPr/>
          <p:nvPr/>
        </p:nvSpPr>
        <p:spPr>
          <a:xfrm>
            <a:off x="3597250" y="526009"/>
            <a:ext cx="803758" cy="296380"/>
          </a:xfrm>
          <a:prstGeom prst="rect">
            <a:avLst/>
          </a:prstGeom>
          <a:solidFill>
            <a:srgbClr val="F8FE05">
              <a:alpha val="2888"/>
            </a:srgbClr>
          </a:solidFill>
          <a:ln/>
        </p:spPr>
      </p:sp>
      <p:sp>
        <p:nvSpPr>
          <p:cNvPr id="54" name="Shape 52"/>
          <p:cNvSpPr/>
          <p:nvPr/>
        </p:nvSpPr>
        <p:spPr>
          <a:xfrm>
            <a:off x="3597250" y="813244"/>
            <a:ext cx="803758" cy="296380"/>
          </a:xfrm>
          <a:prstGeom prst="rect">
            <a:avLst/>
          </a:prstGeom>
          <a:solidFill>
            <a:srgbClr val="F8FE05">
              <a:alpha val="2406"/>
            </a:srgbClr>
          </a:solidFill>
          <a:ln/>
        </p:spPr>
      </p:sp>
      <p:sp>
        <p:nvSpPr>
          <p:cNvPr id="55" name="Shape 53"/>
          <p:cNvSpPr/>
          <p:nvPr/>
        </p:nvSpPr>
        <p:spPr>
          <a:xfrm>
            <a:off x="3597250" y="1100480"/>
            <a:ext cx="803758" cy="296380"/>
          </a:xfrm>
          <a:prstGeom prst="rect">
            <a:avLst/>
          </a:prstGeom>
          <a:solidFill>
            <a:srgbClr val="F8FE05">
              <a:alpha val="1925"/>
            </a:srgbClr>
          </a:solidFill>
          <a:ln/>
        </p:spPr>
      </p:sp>
      <p:sp>
        <p:nvSpPr>
          <p:cNvPr id="56" name="Shape 54"/>
          <p:cNvSpPr/>
          <p:nvPr/>
        </p:nvSpPr>
        <p:spPr>
          <a:xfrm>
            <a:off x="3597250" y="1387716"/>
            <a:ext cx="803758" cy="296380"/>
          </a:xfrm>
          <a:prstGeom prst="rect">
            <a:avLst/>
          </a:prstGeom>
          <a:solidFill>
            <a:srgbClr val="F8FE05">
              <a:alpha val="1444"/>
            </a:srgbClr>
          </a:solidFill>
          <a:ln/>
        </p:spPr>
      </p:sp>
      <p:sp>
        <p:nvSpPr>
          <p:cNvPr id="57" name="Shape 55"/>
          <p:cNvSpPr/>
          <p:nvPr/>
        </p:nvSpPr>
        <p:spPr>
          <a:xfrm>
            <a:off x="3597250" y="1674952"/>
            <a:ext cx="803758" cy="296380"/>
          </a:xfrm>
          <a:prstGeom prst="rect">
            <a:avLst/>
          </a:prstGeom>
          <a:solidFill>
            <a:srgbClr val="F8FE05">
              <a:alpha val="963"/>
            </a:srgbClr>
          </a:solidFill>
          <a:ln/>
        </p:spPr>
      </p:sp>
      <p:sp>
        <p:nvSpPr>
          <p:cNvPr id="58" name="Shape 56"/>
          <p:cNvSpPr/>
          <p:nvPr/>
        </p:nvSpPr>
        <p:spPr>
          <a:xfrm>
            <a:off x="3597250" y="1962188"/>
            <a:ext cx="803758" cy="296380"/>
          </a:xfrm>
          <a:prstGeom prst="rect">
            <a:avLst/>
          </a:prstGeom>
          <a:solidFill>
            <a:srgbClr val="F8FE05">
              <a:alpha val="481"/>
            </a:srgbClr>
          </a:solidFill>
          <a:ln/>
        </p:spPr>
      </p:sp>
      <p:sp>
        <p:nvSpPr>
          <p:cNvPr id="59" name="Shape 57"/>
          <p:cNvSpPr/>
          <p:nvPr/>
        </p:nvSpPr>
        <p:spPr>
          <a:xfrm>
            <a:off x="2787091" y="849478"/>
            <a:ext cx="803758" cy="769468"/>
          </a:xfrm>
          <a:prstGeom prst="rect">
            <a:avLst/>
          </a:prstGeom>
          <a:solidFill>
            <a:srgbClr val="FFFFFF">
              <a:alpha val="688"/>
            </a:srgbClr>
          </a:solidFill>
          <a:ln/>
        </p:spPr>
      </p:sp>
      <p:sp>
        <p:nvSpPr>
          <p:cNvPr id="60" name="Shape 58"/>
          <p:cNvSpPr/>
          <p:nvPr/>
        </p:nvSpPr>
        <p:spPr>
          <a:xfrm>
            <a:off x="2787091" y="1609801"/>
            <a:ext cx="803758" cy="769468"/>
          </a:xfrm>
          <a:prstGeom prst="rect">
            <a:avLst/>
          </a:prstGeom>
          <a:solidFill>
            <a:srgbClr val="FFFFFF">
              <a:alpha val="1375"/>
            </a:srgbClr>
          </a:solidFill>
          <a:ln/>
        </p:spPr>
      </p:sp>
      <p:sp>
        <p:nvSpPr>
          <p:cNvPr id="61" name="Shape 59"/>
          <p:cNvSpPr/>
          <p:nvPr/>
        </p:nvSpPr>
        <p:spPr>
          <a:xfrm>
            <a:off x="2787091" y="2370125"/>
            <a:ext cx="803758" cy="769468"/>
          </a:xfrm>
          <a:prstGeom prst="rect">
            <a:avLst/>
          </a:prstGeom>
          <a:solidFill>
            <a:srgbClr val="FFFFFF">
              <a:alpha val="2063"/>
            </a:srgbClr>
          </a:solidFill>
          <a:ln/>
        </p:spPr>
      </p:sp>
      <p:sp>
        <p:nvSpPr>
          <p:cNvPr id="62" name="Shape 60"/>
          <p:cNvSpPr/>
          <p:nvPr/>
        </p:nvSpPr>
        <p:spPr>
          <a:xfrm>
            <a:off x="2787091" y="3130448"/>
            <a:ext cx="803758" cy="769468"/>
          </a:xfrm>
          <a:prstGeom prst="rect">
            <a:avLst/>
          </a:prstGeom>
          <a:solidFill>
            <a:srgbClr val="FFFFFF">
              <a:alpha val="2750"/>
            </a:srgbClr>
          </a:solidFill>
          <a:ln/>
        </p:spPr>
      </p:sp>
      <p:sp>
        <p:nvSpPr>
          <p:cNvPr id="63" name="Shape 61"/>
          <p:cNvSpPr/>
          <p:nvPr/>
        </p:nvSpPr>
        <p:spPr>
          <a:xfrm>
            <a:off x="2787091" y="3890772"/>
            <a:ext cx="803758" cy="769468"/>
          </a:xfrm>
          <a:prstGeom prst="rect">
            <a:avLst/>
          </a:prstGeom>
          <a:solidFill>
            <a:srgbClr val="FFFFFF">
              <a:alpha val="3438"/>
            </a:srgbClr>
          </a:solidFill>
          <a:ln/>
        </p:spPr>
      </p:sp>
      <p:sp>
        <p:nvSpPr>
          <p:cNvPr id="64" name="Shape 62"/>
          <p:cNvSpPr/>
          <p:nvPr/>
        </p:nvSpPr>
        <p:spPr>
          <a:xfrm>
            <a:off x="2787091" y="4651096"/>
            <a:ext cx="803758" cy="769468"/>
          </a:xfrm>
          <a:prstGeom prst="rect">
            <a:avLst/>
          </a:prstGeom>
          <a:solidFill>
            <a:srgbClr val="FFFFFF">
              <a:alpha val="4125"/>
            </a:srgbClr>
          </a:solidFill>
          <a:ln/>
        </p:spPr>
      </p:sp>
      <p:sp>
        <p:nvSpPr>
          <p:cNvPr id="65" name="Shape 63"/>
          <p:cNvSpPr/>
          <p:nvPr/>
        </p:nvSpPr>
        <p:spPr>
          <a:xfrm>
            <a:off x="2787091" y="5411419"/>
            <a:ext cx="803758" cy="769468"/>
          </a:xfrm>
          <a:prstGeom prst="rect">
            <a:avLst/>
          </a:prstGeom>
          <a:solidFill>
            <a:srgbClr val="FFFFFF">
              <a:alpha val="4813"/>
            </a:srgbClr>
          </a:solidFill>
          <a:ln/>
        </p:spPr>
      </p:sp>
      <p:sp>
        <p:nvSpPr>
          <p:cNvPr id="66" name="Shape 64"/>
          <p:cNvSpPr/>
          <p:nvPr/>
        </p:nvSpPr>
        <p:spPr>
          <a:xfrm>
            <a:off x="2787091" y="6171743"/>
            <a:ext cx="803758" cy="769468"/>
          </a:xfrm>
          <a:prstGeom prst="rect">
            <a:avLst/>
          </a:prstGeom>
          <a:solidFill>
            <a:srgbClr val="FFFFFF">
              <a:alpha val="5500"/>
            </a:srgbClr>
          </a:solidFill>
          <a:ln/>
        </p:spPr>
      </p:sp>
      <p:sp>
        <p:nvSpPr>
          <p:cNvPr id="67" name="Shape 65"/>
          <p:cNvSpPr/>
          <p:nvPr/>
        </p:nvSpPr>
        <p:spPr>
          <a:xfrm>
            <a:off x="1417320" y="3457346"/>
            <a:ext cx="803758" cy="443484"/>
          </a:xfrm>
          <a:prstGeom prst="rect">
            <a:avLst/>
          </a:prstGeom>
          <a:solidFill>
            <a:srgbClr val="FFFFFF">
              <a:alpha val="138"/>
            </a:srgbClr>
          </a:solidFill>
          <a:ln/>
        </p:spPr>
      </p:sp>
      <p:sp>
        <p:nvSpPr>
          <p:cNvPr id="68" name="Shape 66"/>
          <p:cNvSpPr/>
          <p:nvPr/>
        </p:nvSpPr>
        <p:spPr>
          <a:xfrm>
            <a:off x="1417320" y="3891686"/>
            <a:ext cx="803758" cy="443484"/>
          </a:xfrm>
          <a:prstGeom prst="rect">
            <a:avLst/>
          </a:prstGeom>
          <a:solidFill>
            <a:srgbClr val="FFFFFF">
              <a:alpha val="275"/>
            </a:srgbClr>
          </a:solidFill>
          <a:ln/>
        </p:spPr>
      </p:sp>
      <p:sp>
        <p:nvSpPr>
          <p:cNvPr id="69" name="Shape 67"/>
          <p:cNvSpPr/>
          <p:nvPr/>
        </p:nvSpPr>
        <p:spPr>
          <a:xfrm>
            <a:off x="1417320" y="4326026"/>
            <a:ext cx="803758" cy="443484"/>
          </a:xfrm>
          <a:prstGeom prst="rect">
            <a:avLst/>
          </a:prstGeom>
          <a:solidFill>
            <a:srgbClr val="FFFFFF">
              <a:alpha val="412"/>
            </a:srgbClr>
          </a:solidFill>
          <a:ln/>
        </p:spPr>
      </p:sp>
      <p:sp>
        <p:nvSpPr>
          <p:cNvPr id="70" name="Shape 68"/>
          <p:cNvSpPr/>
          <p:nvPr/>
        </p:nvSpPr>
        <p:spPr>
          <a:xfrm>
            <a:off x="1417320" y="4760366"/>
            <a:ext cx="803758" cy="443484"/>
          </a:xfrm>
          <a:prstGeom prst="rect">
            <a:avLst/>
          </a:prstGeom>
          <a:solidFill>
            <a:srgbClr val="FFFFFF">
              <a:alpha val="550"/>
            </a:srgbClr>
          </a:solidFill>
          <a:ln/>
        </p:spPr>
      </p:sp>
      <p:sp>
        <p:nvSpPr>
          <p:cNvPr id="71" name="Shape 69"/>
          <p:cNvSpPr/>
          <p:nvPr/>
        </p:nvSpPr>
        <p:spPr>
          <a:xfrm>
            <a:off x="1417320" y="5194706"/>
            <a:ext cx="803758" cy="443484"/>
          </a:xfrm>
          <a:prstGeom prst="rect">
            <a:avLst/>
          </a:prstGeom>
          <a:solidFill>
            <a:srgbClr val="FFFFFF">
              <a:alpha val="688"/>
            </a:srgbClr>
          </a:solidFill>
          <a:ln/>
        </p:spPr>
      </p:sp>
      <p:sp>
        <p:nvSpPr>
          <p:cNvPr id="72" name="Shape 70"/>
          <p:cNvSpPr/>
          <p:nvPr/>
        </p:nvSpPr>
        <p:spPr>
          <a:xfrm>
            <a:off x="1417320" y="5629046"/>
            <a:ext cx="803758" cy="443484"/>
          </a:xfrm>
          <a:prstGeom prst="rect">
            <a:avLst/>
          </a:prstGeom>
          <a:solidFill>
            <a:srgbClr val="FFFFFF">
              <a:alpha val="825"/>
            </a:srgbClr>
          </a:solidFill>
          <a:ln/>
        </p:spPr>
      </p:sp>
      <p:sp>
        <p:nvSpPr>
          <p:cNvPr id="73" name="Shape 71"/>
          <p:cNvSpPr/>
          <p:nvPr/>
        </p:nvSpPr>
        <p:spPr>
          <a:xfrm>
            <a:off x="1417320" y="6063386"/>
            <a:ext cx="803758" cy="443484"/>
          </a:xfrm>
          <a:prstGeom prst="rect">
            <a:avLst/>
          </a:prstGeom>
          <a:solidFill>
            <a:srgbClr val="FFFFFF">
              <a:alpha val="963"/>
            </a:srgbClr>
          </a:solidFill>
          <a:ln/>
        </p:spPr>
      </p:sp>
      <p:sp>
        <p:nvSpPr>
          <p:cNvPr id="74" name="Shape 72"/>
          <p:cNvSpPr/>
          <p:nvPr/>
        </p:nvSpPr>
        <p:spPr>
          <a:xfrm>
            <a:off x="1417320" y="6497726"/>
            <a:ext cx="803758" cy="443484"/>
          </a:xfrm>
          <a:prstGeom prst="rect">
            <a:avLst/>
          </a:prstGeom>
          <a:solidFill>
            <a:srgbClr val="FFFFFF">
              <a:alpha val="1100"/>
            </a:srgbClr>
          </a:solidFill>
          <a:ln/>
        </p:spPr>
      </p:sp>
      <p:sp>
        <p:nvSpPr>
          <p:cNvPr id="75" name="Shape 73"/>
          <p:cNvSpPr/>
          <p:nvPr/>
        </p:nvSpPr>
        <p:spPr>
          <a:xfrm>
            <a:off x="2106778" y="2276856"/>
            <a:ext cx="803758" cy="587959"/>
          </a:xfrm>
          <a:prstGeom prst="rect">
            <a:avLst/>
          </a:prstGeom>
          <a:solidFill>
            <a:srgbClr val="FFFFFF">
              <a:alpha val="344"/>
            </a:srgbClr>
          </a:solidFill>
          <a:ln/>
        </p:spPr>
      </p:sp>
      <p:sp>
        <p:nvSpPr>
          <p:cNvPr id="76" name="Shape 74"/>
          <p:cNvSpPr/>
          <p:nvPr/>
        </p:nvSpPr>
        <p:spPr>
          <a:xfrm>
            <a:off x="2106778" y="2855671"/>
            <a:ext cx="803758" cy="587959"/>
          </a:xfrm>
          <a:prstGeom prst="rect">
            <a:avLst/>
          </a:prstGeom>
          <a:solidFill>
            <a:srgbClr val="FFFFFF">
              <a:alpha val="688"/>
            </a:srgbClr>
          </a:solidFill>
          <a:ln/>
        </p:spPr>
      </p:sp>
      <p:sp>
        <p:nvSpPr>
          <p:cNvPr id="77" name="Shape 75"/>
          <p:cNvSpPr/>
          <p:nvPr/>
        </p:nvSpPr>
        <p:spPr>
          <a:xfrm>
            <a:off x="2106778" y="3434486"/>
            <a:ext cx="803758" cy="587959"/>
          </a:xfrm>
          <a:prstGeom prst="rect">
            <a:avLst/>
          </a:prstGeom>
          <a:solidFill>
            <a:srgbClr val="FFFFFF">
              <a:alpha val="1031"/>
            </a:srgbClr>
          </a:solidFill>
          <a:ln/>
        </p:spPr>
      </p:sp>
      <p:sp>
        <p:nvSpPr>
          <p:cNvPr id="78" name="Shape 76"/>
          <p:cNvSpPr/>
          <p:nvPr/>
        </p:nvSpPr>
        <p:spPr>
          <a:xfrm>
            <a:off x="2106778" y="4013302"/>
            <a:ext cx="803758" cy="587959"/>
          </a:xfrm>
          <a:prstGeom prst="rect">
            <a:avLst/>
          </a:prstGeom>
          <a:solidFill>
            <a:srgbClr val="FFFFFF">
              <a:alpha val="1375"/>
            </a:srgbClr>
          </a:solidFill>
          <a:ln/>
        </p:spPr>
      </p:sp>
      <p:sp>
        <p:nvSpPr>
          <p:cNvPr id="79" name="Shape 77"/>
          <p:cNvSpPr/>
          <p:nvPr/>
        </p:nvSpPr>
        <p:spPr>
          <a:xfrm>
            <a:off x="2106778" y="4592117"/>
            <a:ext cx="803758" cy="587959"/>
          </a:xfrm>
          <a:prstGeom prst="rect">
            <a:avLst/>
          </a:prstGeom>
          <a:solidFill>
            <a:srgbClr val="FFFFFF">
              <a:alpha val="1719"/>
            </a:srgbClr>
          </a:solidFill>
          <a:ln/>
        </p:spPr>
      </p:sp>
      <p:sp>
        <p:nvSpPr>
          <p:cNvPr id="80" name="Shape 78"/>
          <p:cNvSpPr/>
          <p:nvPr/>
        </p:nvSpPr>
        <p:spPr>
          <a:xfrm>
            <a:off x="2106778" y="5170932"/>
            <a:ext cx="803758" cy="587959"/>
          </a:xfrm>
          <a:prstGeom prst="rect">
            <a:avLst/>
          </a:prstGeom>
          <a:solidFill>
            <a:srgbClr val="FFFFFF">
              <a:alpha val="2063"/>
            </a:srgbClr>
          </a:solidFill>
          <a:ln/>
        </p:spPr>
      </p:sp>
      <p:sp>
        <p:nvSpPr>
          <p:cNvPr id="81" name="Shape 79"/>
          <p:cNvSpPr/>
          <p:nvPr/>
        </p:nvSpPr>
        <p:spPr>
          <a:xfrm>
            <a:off x="2106778" y="5749747"/>
            <a:ext cx="803758" cy="587959"/>
          </a:xfrm>
          <a:prstGeom prst="rect">
            <a:avLst/>
          </a:prstGeom>
          <a:solidFill>
            <a:srgbClr val="FFFFFF">
              <a:alpha val="2406"/>
            </a:srgbClr>
          </a:solidFill>
          <a:ln/>
        </p:spPr>
      </p:sp>
      <p:sp>
        <p:nvSpPr>
          <p:cNvPr id="82" name="Shape 80"/>
          <p:cNvSpPr/>
          <p:nvPr/>
        </p:nvSpPr>
        <p:spPr>
          <a:xfrm>
            <a:off x="2106778" y="6328562"/>
            <a:ext cx="803758" cy="587959"/>
          </a:xfrm>
          <a:prstGeom prst="rect">
            <a:avLst/>
          </a:prstGeom>
          <a:solidFill>
            <a:srgbClr val="FFFFFF">
              <a:alpha val="2750"/>
            </a:srgbClr>
          </a:solidFill>
          <a:ln/>
        </p:spPr>
      </p:sp>
      <p:sp>
        <p:nvSpPr>
          <p:cNvPr id="83" name="Shape 81"/>
          <p:cNvSpPr/>
          <p:nvPr/>
        </p:nvSpPr>
        <p:spPr>
          <a:xfrm>
            <a:off x="3459175" y="2646274"/>
            <a:ext cx="803758" cy="547840"/>
          </a:xfrm>
          <a:prstGeom prst="rect">
            <a:avLst/>
          </a:prstGeom>
          <a:solidFill>
            <a:srgbClr val="FFFFFF">
              <a:alpha val="344"/>
            </a:srgbClr>
          </a:solidFill>
          <a:ln/>
        </p:spPr>
      </p:sp>
      <p:sp>
        <p:nvSpPr>
          <p:cNvPr id="84" name="Shape 82"/>
          <p:cNvSpPr/>
          <p:nvPr/>
        </p:nvSpPr>
        <p:spPr>
          <a:xfrm>
            <a:off x="3459175" y="3184970"/>
            <a:ext cx="803758" cy="547840"/>
          </a:xfrm>
          <a:prstGeom prst="rect">
            <a:avLst/>
          </a:prstGeom>
          <a:solidFill>
            <a:srgbClr val="FFFFFF">
              <a:alpha val="688"/>
            </a:srgbClr>
          </a:solidFill>
          <a:ln/>
        </p:spPr>
      </p:sp>
      <p:sp>
        <p:nvSpPr>
          <p:cNvPr id="85" name="Shape 83"/>
          <p:cNvSpPr/>
          <p:nvPr/>
        </p:nvSpPr>
        <p:spPr>
          <a:xfrm>
            <a:off x="3459175" y="3723665"/>
            <a:ext cx="803758" cy="547840"/>
          </a:xfrm>
          <a:prstGeom prst="rect">
            <a:avLst/>
          </a:prstGeom>
          <a:solidFill>
            <a:srgbClr val="FFFFFF">
              <a:alpha val="1031"/>
            </a:srgbClr>
          </a:solidFill>
          <a:ln/>
        </p:spPr>
      </p:sp>
      <p:sp>
        <p:nvSpPr>
          <p:cNvPr id="86" name="Shape 84"/>
          <p:cNvSpPr/>
          <p:nvPr/>
        </p:nvSpPr>
        <p:spPr>
          <a:xfrm>
            <a:off x="3459175" y="4262361"/>
            <a:ext cx="803758" cy="547840"/>
          </a:xfrm>
          <a:prstGeom prst="rect">
            <a:avLst/>
          </a:prstGeom>
          <a:solidFill>
            <a:srgbClr val="FFFFFF">
              <a:alpha val="1375"/>
            </a:srgbClr>
          </a:solidFill>
          <a:ln/>
        </p:spPr>
      </p:sp>
      <p:sp>
        <p:nvSpPr>
          <p:cNvPr id="87" name="Shape 85"/>
          <p:cNvSpPr/>
          <p:nvPr/>
        </p:nvSpPr>
        <p:spPr>
          <a:xfrm>
            <a:off x="3459175" y="4801057"/>
            <a:ext cx="803758" cy="547840"/>
          </a:xfrm>
          <a:prstGeom prst="rect">
            <a:avLst/>
          </a:prstGeom>
          <a:solidFill>
            <a:srgbClr val="FFFFFF">
              <a:alpha val="1719"/>
            </a:srgbClr>
          </a:solidFill>
          <a:ln/>
        </p:spPr>
      </p:sp>
      <p:sp>
        <p:nvSpPr>
          <p:cNvPr id="88" name="Shape 86"/>
          <p:cNvSpPr/>
          <p:nvPr/>
        </p:nvSpPr>
        <p:spPr>
          <a:xfrm>
            <a:off x="3459175" y="5339753"/>
            <a:ext cx="803758" cy="547840"/>
          </a:xfrm>
          <a:prstGeom prst="rect">
            <a:avLst/>
          </a:prstGeom>
          <a:solidFill>
            <a:srgbClr val="FFFFFF">
              <a:alpha val="2063"/>
            </a:srgbClr>
          </a:solidFill>
          <a:ln/>
        </p:spPr>
      </p:sp>
      <p:sp>
        <p:nvSpPr>
          <p:cNvPr id="89" name="Shape 87"/>
          <p:cNvSpPr/>
          <p:nvPr/>
        </p:nvSpPr>
        <p:spPr>
          <a:xfrm>
            <a:off x="3459175" y="5878449"/>
            <a:ext cx="803758" cy="547840"/>
          </a:xfrm>
          <a:prstGeom prst="rect">
            <a:avLst/>
          </a:prstGeom>
          <a:solidFill>
            <a:srgbClr val="FFFFFF">
              <a:alpha val="2406"/>
            </a:srgbClr>
          </a:solidFill>
          <a:ln/>
        </p:spPr>
      </p:sp>
      <p:sp>
        <p:nvSpPr>
          <p:cNvPr id="90" name="Shape 88"/>
          <p:cNvSpPr/>
          <p:nvPr/>
        </p:nvSpPr>
        <p:spPr>
          <a:xfrm>
            <a:off x="3459175" y="6417145"/>
            <a:ext cx="803758" cy="547840"/>
          </a:xfrm>
          <a:prstGeom prst="rect">
            <a:avLst/>
          </a:prstGeom>
          <a:solidFill>
            <a:srgbClr val="FFFFFF">
              <a:alpha val="2750"/>
            </a:srgbClr>
          </a:solidFill>
          <a:ln/>
        </p:spPr>
      </p:sp>
      <p:sp>
        <p:nvSpPr>
          <p:cNvPr id="91" name="Shape 89"/>
          <p:cNvSpPr/>
          <p:nvPr/>
        </p:nvSpPr>
        <p:spPr>
          <a:xfrm>
            <a:off x="4151376" y="4484218"/>
            <a:ext cx="803758" cy="319126"/>
          </a:xfrm>
          <a:prstGeom prst="rect">
            <a:avLst/>
          </a:prstGeom>
          <a:solidFill>
            <a:srgbClr val="FFFFFF">
              <a:alpha val="138"/>
            </a:srgbClr>
          </a:solidFill>
          <a:ln/>
        </p:spPr>
      </p:sp>
      <p:sp>
        <p:nvSpPr>
          <p:cNvPr id="92" name="Shape 90"/>
          <p:cNvSpPr/>
          <p:nvPr/>
        </p:nvSpPr>
        <p:spPr>
          <a:xfrm>
            <a:off x="4151376" y="4794199"/>
            <a:ext cx="803758" cy="319126"/>
          </a:xfrm>
          <a:prstGeom prst="rect">
            <a:avLst/>
          </a:prstGeom>
          <a:solidFill>
            <a:srgbClr val="FFFFFF">
              <a:alpha val="275"/>
            </a:srgbClr>
          </a:solidFill>
          <a:ln/>
        </p:spPr>
      </p:sp>
      <p:sp>
        <p:nvSpPr>
          <p:cNvPr id="93" name="Shape 91"/>
          <p:cNvSpPr/>
          <p:nvPr/>
        </p:nvSpPr>
        <p:spPr>
          <a:xfrm>
            <a:off x="4151376" y="5104181"/>
            <a:ext cx="803758" cy="319126"/>
          </a:xfrm>
          <a:prstGeom prst="rect">
            <a:avLst/>
          </a:prstGeom>
          <a:solidFill>
            <a:srgbClr val="FFFFFF">
              <a:alpha val="412"/>
            </a:srgbClr>
          </a:solidFill>
          <a:ln/>
        </p:spPr>
      </p:sp>
      <p:sp>
        <p:nvSpPr>
          <p:cNvPr id="94" name="Shape 92"/>
          <p:cNvSpPr/>
          <p:nvPr/>
        </p:nvSpPr>
        <p:spPr>
          <a:xfrm>
            <a:off x="4151376" y="5414162"/>
            <a:ext cx="803758" cy="319126"/>
          </a:xfrm>
          <a:prstGeom prst="rect">
            <a:avLst/>
          </a:prstGeom>
          <a:solidFill>
            <a:srgbClr val="FFFFFF">
              <a:alpha val="550"/>
            </a:srgbClr>
          </a:solidFill>
          <a:ln/>
        </p:spPr>
      </p:sp>
      <p:sp>
        <p:nvSpPr>
          <p:cNvPr id="95" name="Shape 93"/>
          <p:cNvSpPr/>
          <p:nvPr/>
        </p:nvSpPr>
        <p:spPr>
          <a:xfrm>
            <a:off x="4151376" y="5724144"/>
            <a:ext cx="803758" cy="319126"/>
          </a:xfrm>
          <a:prstGeom prst="rect">
            <a:avLst/>
          </a:prstGeom>
          <a:solidFill>
            <a:srgbClr val="FFFFFF">
              <a:alpha val="688"/>
            </a:srgbClr>
          </a:solidFill>
          <a:ln/>
        </p:spPr>
      </p:sp>
      <p:sp>
        <p:nvSpPr>
          <p:cNvPr id="96" name="Shape 94"/>
          <p:cNvSpPr/>
          <p:nvPr/>
        </p:nvSpPr>
        <p:spPr>
          <a:xfrm>
            <a:off x="4151376" y="6034126"/>
            <a:ext cx="803758" cy="319126"/>
          </a:xfrm>
          <a:prstGeom prst="rect">
            <a:avLst/>
          </a:prstGeom>
          <a:solidFill>
            <a:srgbClr val="FFFFFF">
              <a:alpha val="825"/>
            </a:srgbClr>
          </a:solidFill>
          <a:ln/>
        </p:spPr>
      </p:sp>
      <p:sp>
        <p:nvSpPr>
          <p:cNvPr id="97" name="Shape 95"/>
          <p:cNvSpPr/>
          <p:nvPr/>
        </p:nvSpPr>
        <p:spPr>
          <a:xfrm>
            <a:off x="4151376" y="6344107"/>
            <a:ext cx="803758" cy="319126"/>
          </a:xfrm>
          <a:prstGeom prst="rect">
            <a:avLst/>
          </a:prstGeom>
          <a:solidFill>
            <a:srgbClr val="FFFFFF">
              <a:alpha val="963"/>
            </a:srgbClr>
          </a:solidFill>
          <a:ln/>
        </p:spPr>
      </p:sp>
      <p:sp>
        <p:nvSpPr>
          <p:cNvPr id="98" name="Shape 96"/>
          <p:cNvSpPr/>
          <p:nvPr/>
        </p:nvSpPr>
        <p:spPr>
          <a:xfrm>
            <a:off x="4151376" y="6654089"/>
            <a:ext cx="803758" cy="319126"/>
          </a:xfrm>
          <a:prstGeom prst="rect">
            <a:avLst/>
          </a:prstGeom>
          <a:solidFill>
            <a:srgbClr val="FFFFFF">
              <a:alpha val="1100"/>
            </a:srgbClr>
          </a:solidFill>
          <a:ln/>
        </p:spPr>
      </p:sp>
      <p:sp>
        <p:nvSpPr>
          <p:cNvPr id="101" name="Shape 99"/>
          <p:cNvSpPr/>
          <p:nvPr/>
        </p:nvSpPr>
        <p:spPr>
          <a:xfrm>
            <a:off x="0" y="873252"/>
            <a:ext cx="12191695" cy="0"/>
          </a:xfrm>
          <a:prstGeom prst="line">
            <a:avLst/>
          </a:prstGeom>
          <a:noFill/>
          <a:ln w="2540">
            <a:solidFill>
              <a:srgbClr val="D0CFCF">
                <a:alpha val="60000"/>
              </a:srgbClr>
            </a:solidFill>
            <a:prstDash val="solid"/>
          </a:ln>
        </p:spPr>
      </p:sp>
      <p:sp>
        <p:nvSpPr>
          <p:cNvPr id="104" name="Text 102"/>
          <p:cNvSpPr/>
          <p:nvPr/>
        </p:nvSpPr>
        <p:spPr>
          <a:xfrm>
            <a:off x="6214262" y="1051560"/>
            <a:ext cx="5729630" cy="1554480"/>
          </a:xfrm>
          <a:prstGeom prst="rect">
            <a:avLst/>
          </a:prstGeom>
          <a:noFill/>
          <a:ln/>
        </p:spPr>
        <p:txBody>
          <a:bodyPr wrap="square" rtlCol="0" anchor="t"/>
          <a:lstStyle/>
          <a:p>
            <a:pPr indent="0" marL="0">
              <a:lnSpc>
                <a:spcPct val="90000"/>
              </a:lnSpc>
              <a:buNone/>
            </a:pPr>
            <a:r>
              <a:rPr lang="en-US" sz="3600" spc="-150" kern="0" dirty="0">
                <a:solidFill>
                  <a:srgbClr val="FFFFFF"/>
                </a:solidFill>
                <a:latin typeface="Manrope" pitchFamily="34" charset="0"/>
                <a:ea typeface="Manrope" pitchFamily="34" charset="-122"/>
                <a:cs typeface="Manrope" pitchFamily="34" charset="-120"/>
              </a:rPr>
              <a:t>Stage 2: deep learning </a:t>
            </a:r>
            <a:r>
              <a:rPr lang="en-US" sz="3600" spc="-150" kern="0" dirty="0">
                <a:solidFill>
                  <a:srgbClr val="D5E6CD"/>
                </a:solidFill>
                <a:latin typeface="Manrope" pitchFamily="34" charset="0"/>
                <a:ea typeface="Manrope" pitchFamily="34" charset="-122"/>
                <a:cs typeface="Manrope" pitchFamily="34" charset="-120"/>
              </a:rPr>
              <a:t>shows how LLMs are trained</a:t>
            </a:r>
            <a:endParaRPr lang="en-US" sz="1800" dirty="0"/>
          </a:p>
        </p:txBody>
      </p:sp>
      <p:sp>
        <p:nvSpPr>
          <p:cNvPr id="105" name="Shape 103"/>
          <p:cNvSpPr/>
          <p:nvPr/>
        </p:nvSpPr>
        <p:spPr>
          <a:xfrm>
            <a:off x="11835994" y="1750162"/>
            <a:ext cx="803758" cy="657454"/>
          </a:xfrm>
          <a:prstGeom prst="rect">
            <a:avLst/>
          </a:prstGeom>
          <a:solidFill>
            <a:srgbClr val="FFFFFF">
              <a:alpha val="688"/>
            </a:srgbClr>
          </a:solidFill>
          <a:ln/>
        </p:spPr>
      </p:sp>
      <p:sp>
        <p:nvSpPr>
          <p:cNvPr id="106" name="Shape 104"/>
          <p:cNvSpPr/>
          <p:nvPr/>
        </p:nvSpPr>
        <p:spPr>
          <a:xfrm>
            <a:off x="11835994" y="2398471"/>
            <a:ext cx="803758" cy="657454"/>
          </a:xfrm>
          <a:prstGeom prst="rect">
            <a:avLst/>
          </a:prstGeom>
          <a:solidFill>
            <a:srgbClr val="FFFFFF">
              <a:alpha val="1375"/>
            </a:srgbClr>
          </a:solidFill>
          <a:ln/>
        </p:spPr>
      </p:sp>
      <p:sp>
        <p:nvSpPr>
          <p:cNvPr id="107" name="Shape 105"/>
          <p:cNvSpPr/>
          <p:nvPr/>
        </p:nvSpPr>
        <p:spPr>
          <a:xfrm>
            <a:off x="11835994" y="3046781"/>
            <a:ext cx="803758" cy="657454"/>
          </a:xfrm>
          <a:prstGeom prst="rect">
            <a:avLst/>
          </a:prstGeom>
          <a:solidFill>
            <a:srgbClr val="FFFFFF">
              <a:alpha val="2063"/>
            </a:srgbClr>
          </a:solidFill>
          <a:ln/>
        </p:spPr>
      </p:sp>
      <p:sp>
        <p:nvSpPr>
          <p:cNvPr id="108" name="Shape 106"/>
          <p:cNvSpPr/>
          <p:nvPr/>
        </p:nvSpPr>
        <p:spPr>
          <a:xfrm>
            <a:off x="11835994" y="3695090"/>
            <a:ext cx="803758" cy="657454"/>
          </a:xfrm>
          <a:prstGeom prst="rect">
            <a:avLst/>
          </a:prstGeom>
          <a:solidFill>
            <a:srgbClr val="FFFFFF">
              <a:alpha val="2750"/>
            </a:srgbClr>
          </a:solidFill>
          <a:ln/>
        </p:spPr>
      </p:sp>
      <p:sp>
        <p:nvSpPr>
          <p:cNvPr id="109" name="Shape 107"/>
          <p:cNvSpPr/>
          <p:nvPr/>
        </p:nvSpPr>
        <p:spPr>
          <a:xfrm>
            <a:off x="11835994" y="4343400"/>
            <a:ext cx="803758" cy="657454"/>
          </a:xfrm>
          <a:prstGeom prst="rect">
            <a:avLst/>
          </a:prstGeom>
          <a:solidFill>
            <a:srgbClr val="FFFFFF">
              <a:alpha val="3438"/>
            </a:srgbClr>
          </a:solidFill>
          <a:ln/>
        </p:spPr>
      </p:sp>
      <p:sp>
        <p:nvSpPr>
          <p:cNvPr id="110" name="Shape 108"/>
          <p:cNvSpPr/>
          <p:nvPr/>
        </p:nvSpPr>
        <p:spPr>
          <a:xfrm>
            <a:off x="11835994" y="4991710"/>
            <a:ext cx="803758" cy="657454"/>
          </a:xfrm>
          <a:prstGeom prst="rect">
            <a:avLst/>
          </a:prstGeom>
          <a:solidFill>
            <a:srgbClr val="FFFFFF">
              <a:alpha val="4125"/>
            </a:srgbClr>
          </a:solidFill>
          <a:ln/>
        </p:spPr>
      </p:sp>
      <p:sp>
        <p:nvSpPr>
          <p:cNvPr id="111" name="Shape 109"/>
          <p:cNvSpPr/>
          <p:nvPr/>
        </p:nvSpPr>
        <p:spPr>
          <a:xfrm>
            <a:off x="11835994" y="5640019"/>
            <a:ext cx="803758" cy="657454"/>
          </a:xfrm>
          <a:prstGeom prst="rect">
            <a:avLst/>
          </a:prstGeom>
          <a:solidFill>
            <a:srgbClr val="FFFFFF">
              <a:alpha val="4813"/>
            </a:srgbClr>
          </a:solidFill>
          <a:ln/>
        </p:spPr>
      </p:sp>
      <p:sp>
        <p:nvSpPr>
          <p:cNvPr id="112" name="Shape 110"/>
          <p:cNvSpPr/>
          <p:nvPr/>
        </p:nvSpPr>
        <p:spPr>
          <a:xfrm>
            <a:off x="11835994" y="6288329"/>
            <a:ext cx="803758" cy="657454"/>
          </a:xfrm>
          <a:prstGeom prst="rect">
            <a:avLst/>
          </a:prstGeom>
          <a:solidFill>
            <a:srgbClr val="FFFFFF">
              <a:alpha val="5500"/>
            </a:srgbClr>
          </a:solidFill>
          <a:ln/>
        </p:spPr>
      </p:sp>
      <p:sp>
        <p:nvSpPr>
          <p:cNvPr id="113" name="Shape 111"/>
          <p:cNvSpPr/>
          <p:nvPr/>
        </p:nvSpPr>
        <p:spPr>
          <a:xfrm>
            <a:off x="10465308" y="4358030"/>
            <a:ext cx="803758" cy="331356"/>
          </a:xfrm>
          <a:prstGeom prst="rect">
            <a:avLst/>
          </a:prstGeom>
          <a:solidFill>
            <a:srgbClr val="FFFFFF">
              <a:alpha val="138"/>
            </a:srgbClr>
          </a:solidFill>
          <a:ln/>
        </p:spPr>
      </p:sp>
      <p:sp>
        <p:nvSpPr>
          <p:cNvPr id="114" name="Shape 112"/>
          <p:cNvSpPr/>
          <p:nvPr/>
        </p:nvSpPr>
        <p:spPr>
          <a:xfrm>
            <a:off x="10465308" y="4680242"/>
            <a:ext cx="803758" cy="331356"/>
          </a:xfrm>
          <a:prstGeom prst="rect">
            <a:avLst/>
          </a:prstGeom>
          <a:solidFill>
            <a:srgbClr val="FFFFFF">
              <a:alpha val="275"/>
            </a:srgbClr>
          </a:solidFill>
          <a:ln/>
        </p:spPr>
      </p:sp>
      <p:sp>
        <p:nvSpPr>
          <p:cNvPr id="115" name="Shape 113"/>
          <p:cNvSpPr/>
          <p:nvPr/>
        </p:nvSpPr>
        <p:spPr>
          <a:xfrm>
            <a:off x="10465308" y="5002454"/>
            <a:ext cx="803758" cy="331356"/>
          </a:xfrm>
          <a:prstGeom prst="rect">
            <a:avLst/>
          </a:prstGeom>
          <a:solidFill>
            <a:srgbClr val="FFFFFF">
              <a:alpha val="412"/>
            </a:srgbClr>
          </a:solidFill>
          <a:ln/>
        </p:spPr>
      </p:sp>
      <p:sp>
        <p:nvSpPr>
          <p:cNvPr id="116" name="Shape 114"/>
          <p:cNvSpPr/>
          <p:nvPr/>
        </p:nvSpPr>
        <p:spPr>
          <a:xfrm>
            <a:off x="10465308" y="5324666"/>
            <a:ext cx="803758" cy="331356"/>
          </a:xfrm>
          <a:prstGeom prst="rect">
            <a:avLst/>
          </a:prstGeom>
          <a:solidFill>
            <a:srgbClr val="FFFFFF">
              <a:alpha val="550"/>
            </a:srgbClr>
          </a:solidFill>
          <a:ln/>
        </p:spPr>
      </p:sp>
      <p:sp>
        <p:nvSpPr>
          <p:cNvPr id="117" name="Shape 115"/>
          <p:cNvSpPr/>
          <p:nvPr/>
        </p:nvSpPr>
        <p:spPr>
          <a:xfrm>
            <a:off x="10465308" y="5646877"/>
            <a:ext cx="803758" cy="331356"/>
          </a:xfrm>
          <a:prstGeom prst="rect">
            <a:avLst/>
          </a:prstGeom>
          <a:solidFill>
            <a:srgbClr val="FFFFFF">
              <a:alpha val="688"/>
            </a:srgbClr>
          </a:solidFill>
          <a:ln/>
        </p:spPr>
      </p:sp>
      <p:sp>
        <p:nvSpPr>
          <p:cNvPr id="118" name="Shape 116"/>
          <p:cNvSpPr/>
          <p:nvPr/>
        </p:nvSpPr>
        <p:spPr>
          <a:xfrm>
            <a:off x="10465308" y="5969089"/>
            <a:ext cx="803758" cy="331356"/>
          </a:xfrm>
          <a:prstGeom prst="rect">
            <a:avLst/>
          </a:prstGeom>
          <a:solidFill>
            <a:srgbClr val="FFFFFF">
              <a:alpha val="825"/>
            </a:srgbClr>
          </a:solidFill>
          <a:ln/>
        </p:spPr>
      </p:sp>
      <p:sp>
        <p:nvSpPr>
          <p:cNvPr id="119" name="Shape 117"/>
          <p:cNvSpPr/>
          <p:nvPr/>
        </p:nvSpPr>
        <p:spPr>
          <a:xfrm>
            <a:off x="10465308" y="6291301"/>
            <a:ext cx="803758" cy="331356"/>
          </a:xfrm>
          <a:prstGeom prst="rect">
            <a:avLst/>
          </a:prstGeom>
          <a:solidFill>
            <a:srgbClr val="FFFFFF">
              <a:alpha val="963"/>
            </a:srgbClr>
          </a:solidFill>
          <a:ln/>
        </p:spPr>
      </p:sp>
      <p:sp>
        <p:nvSpPr>
          <p:cNvPr id="120" name="Shape 118"/>
          <p:cNvSpPr/>
          <p:nvPr/>
        </p:nvSpPr>
        <p:spPr>
          <a:xfrm>
            <a:off x="10465308" y="6613512"/>
            <a:ext cx="803758" cy="331356"/>
          </a:xfrm>
          <a:prstGeom prst="rect">
            <a:avLst/>
          </a:prstGeom>
          <a:solidFill>
            <a:srgbClr val="FFFFFF">
              <a:alpha val="1100"/>
            </a:srgbClr>
          </a:solidFill>
          <a:ln/>
        </p:spPr>
      </p:sp>
      <p:sp>
        <p:nvSpPr>
          <p:cNvPr id="121" name="Shape 119"/>
          <p:cNvSpPr/>
          <p:nvPr/>
        </p:nvSpPr>
        <p:spPr>
          <a:xfrm>
            <a:off x="11155680" y="3177540"/>
            <a:ext cx="803758" cy="482117"/>
          </a:xfrm>
          <a:prstGeom prst="rect">
            <a:avLst/>
          </a:prstGeom>
          <a:solidFill>
            <a:srgbClr val="FFFFFF">
              <a:alpha val="344"/>
            </a:srgbClr>
          </a:solidFill>
          <a:ln/>
        </p:spPr>
      </p:sp>
      <p:sp>
        <p:nvSpPr>
          <p:cNvPr id="122" name="Shape 120"/>
          <p:cNvSpPr/>
          <p:nvPr/>
        </p:nvSpPr>
        <p:spPr>
          <a:xfrm>
            <a:off x="11155680" y="3650513"/>
            <a:ext cx="803758" cy="482117"/>
          </a:xfrm>
          <a:prstGeom prst="rect">
            <a:avLst/>
          </a:prstGeom>
          <a:solidFill>
            <a:srgbClr val="FFFFFF">
              <a:alpha val="688"/>
            </a:srgbClr>
          </a:solidFill>
          <a:ln/>
        </p:spPr>
      </p:sp>
      <p:sp>
        <p:nvSpPr>
          <p:cNvPr id="123" name="Shape 121"/>
          <p:cNvSpPr/>
          <p:nvPr/>
        </p:nvSpPr>
        <p:spPr>
          <a:xfrm>
            <a:off x="11155680" y="4123487"/>
            <a:ext cx="803758" cy="482117"/>
          </a:xfrm>
          <a:prstGeom prst="rect">
            <a:avLst/>
          </a:prstGeom>
          <a:solidFill>
            <a:srgbClr val="FFFFFF">
              <a:alpha val="1031"/>
            </a:srgbClr>
          </a:solidFill>
          <a:ln/>
        </p:spPr>
      </p:sp>
      <p:sp>
        <p:nvSpPr>
          <p:cNvPr id="124" name="Shape 122"/>
          <p:cNvSpPr/>
          <p:nvPr/>
        </p:nvSpPr>
        <p:spPr>
          <a:xfrm>
            <a:off x="11155680" y="4596460"/>
            <a:ext cx="803758" cy="482117"/>
          </a:xfrm>
          <a:prstGeom prst="rect">
            <a:avLst/>
          </a:prstGeom>
          <a:solidFill>
            <a:srgbClr val="FFFFFF">
              <a:alpha val="1375"/>
            </a:srgbClr>
          </a:solidFill>
          <a:ln/>
        </p:spPr>
      </p:sp>
      <p:sp>
        <p:nvSpPr>
          <p:cNvPr id="125" name="Shape 123"/>
          <p:cNvSpPr/>
          <p:nvPr/>
        </p:nvSpPr>
        <p:spPr>
          <a:xfrm>
            <a:off x="11155680" y="5069434"/>
            <a:ext cx="803758" cy="482117"/>
          </a:xfrm>
          <a:prstGeom prst="rect">
            <a:avLst/>
          </a:prstGeom>
          <a:solidFill>
            <a:srgbClr val="FFFFFF">
              <a:alpha val="1719"/>
            </a:srgbClr>
          </a:solidFill>
          <a:ln/>
        </p:spPr>
      </p:sp>
      <p:sp>
        <p:nvSpPr>
          <p:cNvPr id="126" name="Shape 124"/>
          <p:cNvSpPr/>
          <p:nvPr/>
        </p:nvSpPr>
        <p:spPr>
          <a:xfrm>
            <a:off x="11155680" y="5542407"/>
            <a:ext cx="803758" cy="482117"/>
          </a:xfrm>
          <a:prstGeom prst="rect">
            <a:avLst/>
          </a:prstGeom>
          <a:solidFill>
            <a:srgbClr val="FFFFFF">
              <a:alpha val="2063"/>
            </a:srgbClr>
          </a:solidFill>
          <a:ln/>
        </p:spPr>
      </p:sp>
      <p:sp>
        <p:nvSpPr>
          <p:cNvPr id="127" name="Shape 125"/>
          <p:cNvSpPr/>
          <p:nvPr/>
        </p:nvSpPr>
        <p:spPr>
          <a:xfrm>
            <a:off x="11155680" y="6015380"/>
            <a:ext cx="803758" cy="482117"/>
          </a:xfrm>
          <a:prstGeom prst="rect">
            <a:avLst/>
          </a:prstGeom>
          <a:solidFill>
            <a:srgbClr val="FFFFFF">
              <a:alpha val="2406"/>
            </a:srgbClr>
          </a:solidFill>
          <a:ln/>
        </p:spPr>
      </p:sp>
      <p:sp>
        <p:nvSpPr>
          <p:cNvPr id="128" name="Shape 126"/>
          <p:cNvSpPr/>
          <p:nvPr/>
        </p:nvSpPr>
        <p:spPr>
          <a:xfrm>
            <a:off x="11155680" y="6488354"/>
            <a:ext cx="803758" cy="482117"/>
          </a:xfrm>
          <a:prstGeom prst="rect">
            <a:avLst/>
          </a:prstGeom>
          <a:solidFill>
            <a:srgbClr val="FFFFFF">
              <a:alpha val="2750"/>
            </a:srgbClr>
          </a:solidFill>
          <a:ln/>
        </p:spPr>
      </p:sp>
      <p:sp>
        <p:nvSpPr>
          <p:cNvPr id="129" name="Text 127"/>
          <p:cNvSpPr/>
          <p:nvPr/>
        </p:nvSpPr>
        <p:spPr>
          <a:xfrm>
            <a:off x="7291426" y="2738628"/>
            <a:ext cx="4480560" cy="339241"/>
          </a:xfrm>
          <a:prstGeom prst="rect">
            <a:avLst/>
          </a:prstGeom>
          <a:noFill/>
          <a:ln/>
        </p:spPr>
        <p:txBody>
          <a:bodyPr wrap="square" rtlCol="0" anchor="t"/>
          <a:lstStyle/>
          <a:p>
            <a:pPr indent="0" marL="0">
              <a:lnSpc>
                <a:spcPct val="125000"/>
              </a:lnSpc>
              <a:spcAft>
                <a:spcPts val="600"/>
              </a:spcAft>
              <a:buNone/>
            </a:pPr>
            <a:r>
              <a:rPr lang="en-US" sz="1800" dirty="0">
                <a:solidFill>
                  <a:srgbClr val="D5E6CD"/>
                </a:solidFill>
                <a:latin typeface="Manrope" pitchFamily="34" charset="0"/>
                <a:ea typeface="Manrope" pitchFamily="34" charset="-122"/>
                <a:cs typeface="Manrope" pitchFamily="34" charset="-120"/>
              </a:rPr>
              <a:t>Building blocks</a:t>
            </a:r>
            <a:endParaRPr lang="en-US" sz="1800" dirty="0"/>
          </a:p>
        </p:txBody>
      </p:sp>
      <p:sp>
        <p:nvSpPr>
          <p:cNvPr id="130" name="Text 128"/>
          <p:cNvSpPr/>
          <p:nvPr/>
        </p:nvSpPr>
        <p:spPr>
          <a:xfrm>
            <a:off x="7291426" y="3082442"/>
            <a:ext cx="4480560" cy="777240"/>
          </a:xfrm>
          <a:prstGeom prst="rect">
            <a:avLst/>
          </a:prstGeom>
          <a:noFill/>
          <a:ln/>
        </p:spPr>
        <p:txBody>
          <a:bodyPr wrap="square" rtlCol="0" anchor="t"/>
          <a:lstStyle/>
          <a:p>
            <a:pPr indent="0" marL="0">
              <a:lnSpc>
                <a:spcPct val="125000"/>
              </a:lnSpc>
              <a:spcAft>
                <a:spcPts val="600"/>
              </a:spcAft>
              <a:buNone/>
            </a:pPr>
            <a:r>
              <a:rPr lang="en-US" sz="1400" dirty="0">
                <a:solidFill>
                  <a:srgbClr val="FFFFFF"/>
                </a:solidFill>
                <a:latin typeface="Manrope" pitchFamily="34" charset="0"/>
                <a:ea typeface="Manrope" pitchFamily="34" charset="-122"/>
                <a:cs typeface="Manrope" pitchFamily="34" charset="-120"/>
              </a:rPr>
              <a:t>Neurons and MLPs, activation functions, PyTorch tensors and training loops.</a:t>
            </a:r>
            <a:endParaRPr lang="en-US" sz="1200" dirty="0"/>
          </a:p>
        </p:txBody>
      </p:sp>
      <p:sp>
        <p:nvSpPr>
          <p:cNvPr id="131" name="Shape 129"/>
          <p:cNvSpPr/>
          <p:nvPr/>
        </p:nvSpPr>
        <p:spPr>
          <a:xfrm>
            <a:off x="6790334" y="2808122"/>
            <a:ext cx="275234" cy="366674"/>
          </a:xfrm>
          <a:prstGeom prst="ellipse">
            <a:avLst/>
          </a:prstGeom>
          <a:ln w="15875">
            <a:solidFill>
              <a:srgbClr val="9FEF9C"/>
            </a:solidFill>
            <a:prstDash val="solid"/>
          </a:ln>
        </p:spPr>
      </p:sp>
      <p:sp>
        <p:nvSpPr>
          <p:cNvPr id="132" name="Shape 130"/>
          <p:cNvSpPr/>
          <p:nvPr/>
        </p:nvSpPr>
        <p:spPr>
          <a:xfrm>
            <a:off x="6881162" y="2929125"/>
            <a:ext cx="93580" cy="124669"/>
          </a:xfrm>
          <a:prstGeom prst="ellipse">
            <a:avLst/>
          </a:prstGeom>
          <a:solidFill>
            <a:srgbClr val="9FEF9C"/>
          </a:solidFill>
          <a:ln/>
        </p:spPr>
      </p:sp>
      <p:sp>
        <p:nvSpPr>
          <p:cNvPr id="133" name="Text 131"/>
          <p:cNvSpPr/>
          <p:nvPr/>
        </p:nvSpPr>
        <p:spPr>
          <a:xfrm>
            <a:off x="7291426" y="3901745"/>
            <a:ext cx="4480560" cy="339241"/>
          </a:xfrm>
          <a:prstGeom prst="rect">
            <a:avLst/>
          </a:prstGeom>
          <a:noFill/>
          <a:ln/>
        </p:spPr>
        <p:txBody>
          <a:bodyPr wrap="square" rtlCol="0" anchor="t"/>
          <a:lstStyle/>
          <a:p>
            <a:pPr indent="0" marL="0">
              <a:lnSpc>
                <a:spcPct val="125000"/>
              </a:lnSpc>
              <a:spcAft>
                <a:spcPts val="600"/>
              </a:spcAft>
              <a:buNone/>
            </a:pPr>
            <a:r>
              <a:rPr lang="en-US" sz="1800" dirty="0">
                <a:solidFill>
                  <a:srgbClr val="D5E6CD"/>
                </a:solidFill>
                <a:latin typeface="Manrope" pitchFamily="34" charset="0"/>
                <a:ea typeface="Manrope" pitchFamily="34" charset="-122"/>
                <a:cs typeface="Manrope" pitchFamily="34" charset="-120"/>
              </a:rPr>
              <a:t>Training</a:t>
            </a:r>
            <a:endParaRPr lang="en-US" sz="1800" dirty="0"/>
          </a:p>
        </p:txBody>
      </p:sp>
      <p:sp>
        <p:nvSpPr>
          <p:cNvPr id="134" name="Text 132"/>
          <p:cNvSpPr/>
          <p:nvPr/>
        </p:nvSpPr>
        <p:spPr>
          <a:xfrm>
            <a:off x="7291426" y="4245559"/>
            <a:ext cx="4480560" cy="777240"/>
          </a:xfrm>
          <a:prstGeom prst="rect">
            <a:avLst/>
          </a:prstGeom>
          <a:noFill/>
          <a:ln/>
        </p:spPr>
        <p:txBody>
          <a:bodyPr wrap="square" rtlCol="0" anchor="t"/>
          <a:lstStyle/>
          <a:p>
            <a:pPr indent="0" marL="0">
              <a:lnSpc>
                <a:spcPct val="125000"/>
              </a:lnSpc>
              <a:spcAft>
                <a:spcPts val="600"/>
              </a:spcAft>
              <a:buNone/>
            </a:pPr>
            <a:r>
              <a:rPr lang="en-US" sz="1400" dirty="0">
                <a:solidFill>
                  <a:srgbClr val="FFFFFF"/>
                </a:solidFill>
                <a:latin typeface="Manrope" pitchFamily="34" charset="0"/>
                <a:ea typeface="Manrope" pitchFamily="34" charset="-122"/>
                <a:cs typeface="Manrope" pitchFamily="34" charset="-120"/>
              </a:rPr>
              <a:t>Backpropagation, cross-entropy loss, SGD/Adam, and regularization (weight decay, dropout).</a:t>
            </a:r>
            <a:endParaRPr lang="en-US" sz="1200" dirty="0"/>
          </a:p>
        </p:txBody>
      </p:sp>
      <p:sp>
        <p:nvSpPr>
          <p:cNvPr id="135" name="Shape 133"/>
          <p:cNvSpPr/>
          <p:nvPr/>
        </p:nvSpPr>
        <p:spPr>
          <a:xfrm>
            <a:off x="6730898" y="3945636"/>
            <a:ext cx="410566" cy="410566"/>
          </a:xfrm>
          <a:prstGeom prst="ellipse">
            <a:avLst/>
          </a:prstGeom>
          <a:ln w="15875">
            <a:solidFill>
              <a:srgbClr val="9FEF9C"/>
            </a:solidFill>
            <a:prstDash val="solid"/>
          </a:ln>
        </p:spPr>
      </p:sp>
      <p:sp>
        <p:nvSpPr>
          <p:cNvPr id="136" name="Shape 134"/>
          <p:cNvSpPr/>
          <p:nvPr/>
        </p:nvSpPr>
        <p:spPr>
          <a:xfrm>
            <a:off x="6866385" y="4081123"/>
            <a:ext cx="139592" cy="139592"/>
          </a:xfrm>
          <a:prstGeom prst="ellipse">
            <a:avLst/>
          </a:prstGeom>
          <a:solidFill>
            <a:srgbClr val="9FEF9C"/>
          </a:solidFill>
          <a:ln/>
        </p:spPr>
      </p:sp>
      <p:sp>
        <p:nvSpPr>
          <p:cNvPr id="137" name="Text 135"/>
          <p:cNvSpPr/>
          <p:nvPr/>
        </p:nvSpPr>
        <p:spPr>
          <a:xfrm>
            <a:off x="7291426" y="5065776"/>
            <a:ext cx="4480560" cy="339241"/>
          </a:xfrm>
          <a:prstGeom prst="rect">
            <a:avLst/>
          </a:prstGeom>
          <a:noFill/>
          <a:ln/>
        </p:spPr>
        <p:txBody>
          <a:bodyPr wrap="square" rtlCol="0" anchor="t"/>
          <a:lstStyle/>
          <a:p>
            <a:pPr indent="0" marL="0">
              <a:lnSpc>
                <a:spcPct val="125000"/>
              </a:lnSpc>
              <a:spcAft>
                <a:spcPts val="600"/>
              </a:spcAft>
              <a:buNone/>
            </a:pPr>
            <a:r>
              <a:rPr lang="en-US" sz="1800" dirty="0">
                <a:solidFill>
                  <a:srgbClr val="D5E6CD"/>
                </a:solidFill>
                <a:latin typeface="Manrope" pitchFamily="34" charset="0"/>
                <a:ea typeface="Manrope" pitchFamily="34" charset="-122"/>
                <a:cs typeface="Manrope" pitchFamily="34" charset="-120"/>
              </a:rPr>
              <a:t>Representations</a:t>
            </a:r>
            <a:endParaRPr lang="en-US" sz="1800" dirty="0"/>
          </a:p>
        </p:txBody>
      </p:sp>
      <p:sp>
        <p:nvSpPr>
          <p:cNvPr id="138" name="Text 136"/>
          <p:cNvSpPr/>
          <p:nvPr/>
        </p:nvSpPr>
        <p:spPr>
          <a:xfrm>
            <a:off x="7291426" y="5409590"/>
            <a:ext cx="4480560" cy="777240"/>
          </a:xfrm>
          <a:prstGeom prst="rect">
            <a:avLst/>
          </a:prstGeom>
          <a:noFill/>
          <a:ln/>
        </p:spPr>
        <p:txBody>
          <a:bodyPr wrap="square" rtlCol="0" anchor="t"/>
          <a:lstStyle/>
          <a:p>
            <a:pPr indent="0" marL="0">
              <a:lnSpc>
                <a:spcPct val="125000"/>
              </a:lnSpc>
              <a:spcAft>
                <a:spcPts val="600"/>
              </a:spcAft>
              <a:buNone/>
            </a:pPr>
            <a:r>
              <a:rPr lang="en-US" sz="1400" dirty="0">
                <a:solidFill>
                  <a:srgbClr val="FFFFFF"/>
                </a:solidFill>
                <a:latin typeface="Manrope" pitchFamily="34" charset="0"/>
                <a:ea typeface="Manrope" pitchFamily="34" charset="-122"/>
                <a:cs typeface="Manrope" pitchFamily="34" charset="-120"/>
              </a:rPr>
              <a:t>Embeddings and transfer learning. CNNs and RNNs only for context: why transformers replaced them.</a:t>
            </a:r>
            <a:endParaRPr lang="en-US" sz="1200" dirty="0"/>
          </a:p>
        </p:txBody>
      </p:sp>
      <p:sp>
        <p:nvSpPr>
          <p:cNvPr id="139" name="Shape 137"/>
          <p:cNvSpPr/>
          <p:nvPr/>
        </p:nvSpPr>
        <p:spPr>
          <a:xfrm>
            <a:off x="6725412" y="5066690"/>
            <a:ext cx="410566" cy="410566"/>
          </a:xfrm>
          <a:prstGeom prst="ellipse">
            <a:avLst/>
          </a:prstGeom>
          <a:ln w="15875">
            <a:solidFill>
              <a:srgbClr val="9FEF9C"/>
            </a:solidFill>
            <a:prstDash val="solid"/>
          </a:ln>
        </p:spPr>
      </p:sp>
      <p:sp>
        <p:nvSpPr>
          <p:cNvPr id="140" name="Shape 138"/>
          <p:cNvSpPr/>
          <p:nvPr/>
        </p:nvSpPr>
        <p:spPr>
          <a:xfrm>
            <a:off x="6860899" y="5202177"/>
            <a:ext cx="139592" cy="139592"/>
          </a:xfrm>
          <a:prstGeom prst="ellipse">
            <a:avLst/>
          </a:prstGeom>
          <a:solidFill>
            <a:srgbClr val="9FEF9C"/>
          </a:solidFill>
          <a:ln/>
        </p:spPr>
      </p:sp>
      <p:sp>
        <p:nvSpPr>
          <p:cNvPr id="2001" name="g1 text 2001"/>
          <p:cNvSpPr txBox="1"/>
          <p:nvPr/>
        </p:nvSpPr>
        <p:spPr>
          <a:xfrm>
            <a:off x="685800" y="1645920"/>
            <a:ext cx="4572000" cy="365760"/>
          </a:xfrm>
          <a:prstGeom prst="rect">
            <a:avLst/>
          </a:prstGeom>
          <a:noFill/>
        </p:spPr>
        <p:txBody>
          <a:bodyPr wrap="square" lIns="0" tIns="0" rIns="0" bIns="0" anchor="t">
            <a:noAutofit/>
          </a:bodyPr>
          <a:lstStyle/>
          <a:p>
            <a:pPr algn="l">
              <a:lnSpc>
                <a:spcPct val="100000"/>
              </a:lnSpc>
              <a:buNone/>
            </a:pPr>
            <a:r>
              <a:rPr lang="en-US" sz="1800" b="1" dirty="0">
                <a:solidFill>
                  <a:srgbClr val="D5E6CD"/>
                </a:solidFill>
                <a:latin typeface="Manrope"/>
                <a:ea typeface="Manrope"/>
                <a:cs typeface="Manrope"/>
              </a:rPr>
              <a:t>Two free courses to start with</a:t>
            </a:r>
          </a:p>
        </p:txBody>
      </p:sp>
      <p:sp>
        <p:nvSpPr>
          <p:cNvPr id="2002" name="g1 text 2002"/>
          <p:cNvSpPr txBox="1"/>
          <p:nvPr/>
        </p:nvSpPr>
        <p:spPr>
          <a:xfrm>
            <a:off x="685800" y="2148840"/>
            <a:ext cx="4572000" cy="1005840"/>
          </a:xfrm>
          <a:prstGeom prst="rect">
            <a:avLst/>
          </a:prstGeom>
          <a:noFill/>
        </p:spPr>
        <p:txBody>
          <a:bodyPr wrap="square" lIns="0" tIns="0" rIns="0" bIns="0" anchor="t">
            <a:noAutofit/>
          </a:bodyPr>
          <a:lstStyle/>
          <a:p>
            <a:pPr algn="l">
              <a:lnSpc>
                <a:spcPct val="100000"/>
              </a:lnSpc>
              <a:buNone/>
            </a:pPr>
            <a:r>
              <a:rPr lang="en-US" sz="6000" b="0" dirty="0">
                <a:solidFill>
                  <a:srgbClr val="FFFFFF"/>
                </a:solidFill>
                <a:latin typeface="Manrope"/>
                <a:ea typeface="Manrope"/>
                <a:cs typeface="Manrope"/>
              </a:rPr>
              <a:t>9 lessons</a:t>
            </a:r>
          </a:p>
        </p:txBody>
      </p:sp>
      <p:sp>
        <p:nvSpPr>
          <p:cNvPr id="2003" name="g1 text 2003"/>
          <p:cNvSpPr txBox="1"/>
          <p:nvPr/>
        </p:nvSpPr>
        <p:spPr>
          <a:xfrm>
            <a:off x="685800" y="3200400"/>
            <a:ext cx="4480560" cy="822960"/>
          </a:xfrm>
          <a:prstGeom prst="rect">
            <a:avLst/>
          </a:prstGeom>
          <a:noFill/>
        </p:spPr>
        <p:txBody>
          <a:bodyPr wrap="square" lIns="0" tIns="0" rIns="0" bIns="0" anchor="t">
            <a:noAutofit/>
          </a:bodyPr>
          <a:lstStyle/>
          <a:p>
            <a:pPr algn="l">
              <a:lnSpc>
                <a:spcPct val="100000"/>
              </a:lnSpc>
              <a:buNone/>
            </a:pPr>
            <a:r>
              <a:rPr lang="en-US" sz="1400" b="0" dirty="0">
                <a:solidFill>
                  <a:srgbClr val="FFFFFF"/>
                </a:solidFill>
                <a:latin typeface="Manrope"/>
                <a:ea typeface="Manrope"/>
                <a:cs typeface="Manrope"/>
              </a:rPr>
              <a:t>fast.ai, Practical Deep Learning for Coders: 9 lessons in PyTorch, fastai, Hugging Face and Gradio. Prerequisite: you know how to code, ideally in Python, plus high-school math.</a:t>
            </a:r>
          </a:p>
        </p:txBody>
      </p:sp>
      <p:sp>
        <p:nvSpPr>
          <p:cNvPr id="2004" name="g1 shape 2004"/>
          <p:cNvSpPr/>
          <p:nvPr/>
        </p:nvSpPr>
        <p:spPr>
          <a:xfrm>
            <a:off x="685800" y="4389120"/>
            <a:ext cx="4389120" cy="0"/>
          </a:xfrm>
          <a:prstGeom prst="line">
            <a:avLst/>
          </a:prstGeom>
          <a:noFill/>
          <a:ln w="9525">
            <a:solidFill>
              <a:srgbClr val="D5E6CD"/>
            </a:solidFill>
          </a:ln>
        </p:spPr>
      </p:sp>
      <p:sp>
        <p:nvSpPr>
          <p:cNvPr id="2005" name="g1 text 2005"/>
          <p:cNvSpPr txBox="1"/>
          <p:nvPr/>
        </p:nvSpPr>
        <p:spPr>
          <a:xfrm>
            <a:off x="685800" y="4617720"/>
            <a:ext cx="4480560" cy="365760"/>
          </a:xfrm>
          <a:prstGeom prst="rect">
            <a:avLst/>
          </a:prstGeom>
          <a:noFill/>
        </p:spPr>
        <p:txBody>
          <a:bodyPr wrap="square" lIns="0" tIns="0" rIns="0" bIns="0" anchor="t">
            <a:noAutofit/>
          </a:bodyPr>
          <a:lstStyle/>
          <a:p>
            <a:pPr algn="l">
              <a:lnSpc>
                <a:spcPct val="100000"/>
              </a:lnSpc>
              <a:buNone/>
            </a:pPr>
            <a:r>
              <a:rPr lang="en-US" sz="1700" b="1" dirty="0">
                <a:solidFill>
                  <a:srgbClr val="FFFFFF"/>
                </a:solidFill>
                <a:latin typeface="Manrope"/>
                <a:ea typeface="Manrope"/>
                <a:cs typeface="Manrope"/>
              </a:rPr>
              <a:t>Karpathy, Neural Networks: Zero to Hero</a:t>
            </a:r>
          </a:p>
        </p:txBody>
      </p:sp>
      <p:sp>
        <p:nvSpPr>
          <p:cNvPr id="2006" name="g1 text 2006"/>
          <p:cNvSpPr txBox="1"/>
          <p:nvPr/>
        </p:nvSpPr>
        <p:spPr>
          <a:xfrm>
            <a:off x="685800" y="5029200"/>
            <a:ext cx="4480560" cy="822960"/>
          </a:xfrm>
          <a:prstGeom prst="rect">
            <a:avLst/>
          </a:prstGeom>
          <a:noFill/>
        </p:spPr>
        <p:txBody>
          <a:bodyPr wrap="square" lIns="0" tIns="0" rIns="0" bIns="0" anchor="t">
            <a:noAutofit/>
          </a:bodyPr>
          <a:lstStyle/>
          <a:p>
            <a:pPr algn="l">
              <a:lnSpc>
                <a:spcPct val="100000"/>
              </a:lnSpc>
              <a:buNone/>
            </a:pPr>
            <a:r>
              <a:rPr lang="en-US" sz="1400" b="0" dirty="0">
                <a:solidFill>
                  <a:srgbClr val="FFFFFF"/>
                </a:solidFill>
                <a:latin typeface="Manrope"/>
                <a:ea typeface="Manrope"/>
                <a:cs typeface="Manrope"/>
              </a:rPr>
              <a:t>Builds backprop (micrograd), then language models up to GPT, from scratch in code.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D1D1D"/>
        </a:solidFill>
      </p:bgPr>
    </p:bg>
    <p:spTree>
      <p:nvGrpSpPr>
        <p:cNvPr id="1" name=""/>
        <p:cNvGrpSpPr/>
        <p:nvPr/>
      </p:nvGrpSpPr>
      <p:grpSpPr>
        <a:xfrm>
          <a:off x="0" y="0"/>
          <a:ext cx="0" cy="0"/>
          <a:chOff x="0" y="0"/>
          <a:chExt cx="0" cy="0"/>
        </a:xfrm>
      </p:grpSpPr>
      <p:sp>
        <p:nvSpPr>
          <p:cNvPr id="2" name="Shape 0"/>
          <p:cNvSpPr/>
          <p:nvPr/>
        </p:nvSpPr>
        <p:spPr>
          <a:xfrm>
            <a:off x="6462065" y="0"/>
            <a:ext cx="5729630" cy="6858000"/>
          </a:xfrm>
          <a:prstGeom prst="rect">
            <a:avLst/>
          </a:prstGeom>
          <a:solidFill>
            <a:srgbClr val="0C4441"/>
          </a:solidFill>
          <a:ln/>
        </p:spPr>
      </p:sp>
      <p:sp>
        <p:nvSpPr>
          <p:cNvPr id="3" name="Shape 1"/>
          <p:cNvSpPr/>
          <p:nvPr/>
        </p:nvSpPr>
        <p:spPr>
          <a:xfrm>
            <a:off x="7088429" y="-74066"/>
            <a:ext cx="803758" cy="753809"/>
          </a:xfrm>
          <a:prstGeom prst="rect">
            <a:avLst/>
          </a:prstGeom>
          <a:solidFill>
            <a:srgbClr val="F8FE05">
              <a:alpha val="8250"/>
            </a:srgbClr>
          </a:solidFill>
          <a:ln/>
        </p:spPr>
      </p:sp>
      <p:sp>
        <p:nvSpPr>
          <p:cNvPr id="4" name="Shape 2"/>
          <p:cNvSpPr/>
          <p:nvPr/>
        </p:nvSpPr>
        <p:spPr>
          <a:xfrm>
            <a:off x="7088429" y="670598"/>
            <a:ext cx="803758" cy="753809"/>
          </a:xfrm>
          <a:prstGeom prst="rect">
            <a:avLst/>
          </a:prstGeom>
          <a:solidFill>
            <a:srgbClr val="F8FE05">
              <a:alpha val="7219"/>
            </a:srgbClr>
          </a:solidFill>
          <a:ln/>
        </p:spPr>
      </p:sp>
      <p:sp>
        <p:nvSpPr>
          <p:cNvPr id="5" name="Shape 3"/>
          <p:cNvSpPr/>
          <p:nvPr/>
        </p:nvSpPr>
        <p:spPr>
          <a:xfrm>
            <a:off x="7088429" y="1415263"/>
            <a:ext cx="803758" cy="753809"/>
          </a:xfrm>
          <a:prstGeom prst="rect">
            <a:avLst/>
          </a:prstGeom>
          <a:solidFill>
            <a:srgbClr val="F8FE05">
              <a:alpha val="6188"/>
            </a:srgbClr>
          </a:solidFill>
          <a:ln/>
        </p:spPr>
      </p:sp>
      <p:sp>
        <p:nvSpPr>
          <p:cNvPr id="6" name="Shape 4"/>
          <p:cNvSpPr/>
          <p:nvPr/>
        </p:nvSpPr>
        <p:spPr>
          <a:xfrm>
            <a:off x="7088429" y="2159927"/>
            <a:ext cx="803758" cy="753809"/>
          </a:xfrm>
          <a:prstGeom prst="rect">
            <a:avLst/>
          </a:prstGeom>
          <a:solidFill>
            <a:srgbClr val="F8FE05">
              <a:alpha val="5156"/>
            </a:srgbClr>
          </a:solidFill>
          <a:ln/>
        </p:spPr>
      </p:sp>
      <p:sp>
        <p:nvSpPr>
          <p:cNvPr id="7" name="Shape 5"/>
          <p:cNvSpPr/>
          <p:nvPr/>
        </p:nvSpPr>
        <p:spPr>
          <a:xfrm>
            <a:off x="7088429" y="2904592"/>
            <a:ext cx="803758" cy="753809"/>
          </a:xfrm>
          <a:prstGeom prst="rect">
            <a:avLst/>
          </a:prstGeom>
          <a:solidFill>
            <a:srgbClr val="F8FE05">
              <a:alpha val="4125"/>
            </a:srgbClr>
          </a:solidFill>
          <a:ln/>
        </p:spPr>
      </p:sp>
      <p:sp>
        <p:nvSpPr>
          <p:cNvPr id="8" name="Shape 6"/>
          <p:cNvSpPr/>
          <p:nvPr/>
        </p:nvSpPr>
        <p:spPr>
          <a:xfrm>
            <a:off x="7088429" y="3649256"/>
            <a:ext cx="803758" cy="753809"/>
          </a:xfrm>
          <a:prstGeom prst="rect">
            <a:avLst/>
          </a:prstGeom>
          <a:solidFill>
            <a:srgbClr val="F8FE05">
              <a:alpha val="3094"/>
            </a:srgbClr>
          </a:solidFill>
          <a:ln/>
        </p:spPr>
      </p:sp>
      <p:sp>
        <p:nvSpPr>
          <p:cNvPr id="9" name="Shape 7"/>
          <p:cNvSpPr/>
          <p:nvPr/>
        </p:nvSpPr>
        <p:spPr>
          <a:xfrm>
            <a:off x="7088429" y="4393921"/>
            <a:ext cx="803758" cy="753809"/>
          </a:xfrm>
          <a:prstGeom prst="rect">
            <a:avLst/>
          </a:prstGeom>
          <a:solidFill>
            <a:srgbClr val="F8FE05">
              <a:alpha val="2063"/>
            </a:srgbClr>
          </a:solidFill>
          <a:ln/>
        </p:spPr>
      </p:sp>
      <p:sp>
        <p:nvSpPr>
          <p:cNvPr id="10" name="Shape 8"/>
          <p:cNvSpPr/>
          <p:nvPr/>
        </p:nvSpPr>
        <p:spPr>
          <a:xfrm>
            <a:off x="7088429" y="5138585"/>
            <a:ext cx="803758" cy="753809"/>
          </a:xfrm>
          <a:prstGeom prst="rect">
            <a:avLst/>
          </a:prstGeom>
          <a:solidFill>
            <a:srgbClr val="F8FE05">
              <a:alpha val="1031"/>
            </a:srgbClr>
          </a:solidFill>
          <a:ln/>
        </p:spPr>
      </p:sp>
      <p:sp>
        <p:nvSpPr>
          <p:cNvPr id="11" name="Shape 9"/>
          <p:cNvSpPr/>
          <p:nvPr/>
        </p:nvSpPr>
        <p:spPr>
          <a:xfrm>
            <a:off x="8459114" y="-74066"/>
            <a:ext cx="803758" cy="427825"/>
          </a:xfrm>
          <a:prstGeom prst="rect">
            <a:avLst/>
          </a:prstGeom>
          <a:solidFill>
            <a:srgbClr val="F8FE05">
              <a:alpha val="3850"/>
            </a:srgbClr>
          </a:solidFill>
          <a:ln/>
        </p:spPr>
      </p:sp>
      <p:sp>
        <p:nvSpPr>
          <p:cNvPr id="12" name="Shape 10"/>
          <p:cNvSpPr/>
          <p:nvPr/>
        </p:nvSpPr>
        <p:spPr>
          <a:xfrm>
            <a:off x="8459114" y="344614"/>
            <a:ext cx="803758" cy="427825"/>
          </a:xfrm>
          <a:prstGeom prst="rect">
            <a:avLst/>
          </a:prstGeom>
          <a:solidFill>
            <a:srgbClr val="F8FE05">
              <a:alpha val="3369"/>
            </a:srgbClr>
          </a:solidFill>
          <a:ln/>
        </p:spPr>
      </p:sp>
      <p:sp>
        <p:nvSpPr>
          <p:cNvPr id="13" name="Shape 11"/>
          <p:cNvSpPr/>
          <p:nvPr/>
        </p:nvSpPr>
        <p:spPr>
          <a:xfrm>
            <a:off x="8459114" y="763295"/>
            <a:ext cx="803758" cy="427825"/>
          </a:xfrm>
          <a:prstGeom prst="rect">
            <a:avLst/>
          </a:prstGeom>
          <a:solidFill>
            <a:srgbClr val="F8FE05">
              <a:alpha val="2888"/>
            </a:srgbClr>
          </a:solidFill>
          <a:ln/>
        </p:spPr>
      </p:sp>
      <p:sp>
        <p:nvSpPr>
          <p:cNvPr id="14" name="Shape 12"/>
          <p:cNvSpPr/>
          <p:nvPr/>
        </p:nvSpPr>
        <p:spPr>
          <a:xfrm>
            <a:off x="8459114" y="1181976"/>
            <a:ext cx="803758" cy="427825"/>
          </a:xfrm>
          <a:prstGeom prst="rect">
            <a:avLst/>
          </a:prstGeom>
          <a:solidFill>
            <a:srgbClr val="F8FE05">
              <a:alpha val="2406"/>
            </a:srgbClr>
          </a:solidFill>
          <a:ln/>
        </p:spPr>
      </p:sp>
      <p:sp>
        <p:nvSpPr>
          <p:cNvPr id="15" name="Shape 13"/>
          <p:cNvSpPr/>
          <p:nvPr/>
        </p:nvSpPr>
        <p:spPr>
          <a:xfrm>
            <a:off x="8459114" y="1600657"/>
            <a:ext cx="803758" cy="427825"/>
          </a:xfrm>
          <a:prstGeom prst="rect">
            <a:avLst/>
          </a:prstGeom>
          <a:solidFill>
            <a:srgbClr val="F8FE05">
              <a:alpha val="1925"/>
            </a:srgbClr>
          </a:solidFill>
          <a:ln/>
        </p:spPr>
      </p:sp>
      <p:sp>
        <p:nvSpPr>
          <p:cNvPr id="16" name="Shape 14"/>
          <p:cNvSpPr/>
          <p:nvPr/>
        </p:nvSpPr>
        <p:spPr>
          <a:xfrm>
            <a:off x="8459114" y="2019338"/>
            <a:ext cx="803758" cy="427825"/>
          </a:xfrm>
          <a:prstGeom prst="rect">
            <a:avLst/>
          </a:prstGeom>
          <a:solidFill>
            <a:srgbClr val="F8FE05">
              <a:alpha val="1444"/>
            </a:srgbClr>
          </a:solidFill>
          <a:ln/>
        </p:spPr>
      </p:sp>
      <p:sp>
        <p:nvSpPr>
          <p:cNvPr id="17" name="Shape 15"/>
          <p:cNvSpPr/>
          <p:nvPr/>
        </p:nvSpPr>
        <p:spPr>
          <a:xfrm>
            <a:off x="8459114" y="2438019"/>
            <a:ext cx="803758" cy="427825"/>
          </a:xfrm>
          <a:prstGeom prst="rect">
            <a:avLst/>
          </a:prstGeom>
          <a:solidFill>
            <a:srgbClr val="F8FE05">
              <a:alpha val="963"/>
            </a:srgbClr>
          </a:solidFill>
          <a:ln/>
        </p:spPr>
      </p:sp>
      <p:sp>
        <p:nvSpPr>
          <p:cNvPr id="18" name="Shape 16"/>
          <p:cNvSpPr/>
          <p:nvPr/>
        </p:nvSpPr>
        <p:spPr>
          <a:xfrm>
            <a:off x="8459114" y="2856700"/>
            <a:ext cx="803758" cy="427825"/>
          </a:xfrm>
          <a:prstGeom prst="rect">
            <a:avLst/>
          </a:prstGeom>
          <a:solidFill>
            <a:srgbClr val="F8FE05">
              <a:alpha val="481"/>
            </a:srgbClr>
          </a:solidFill>
          <a:ln/>
        </p:spPr>
      </p:sp>
      <p:sp>
        <p:nvSpPr>
          <p:cNvPr id="19" name="Shape 17"/>
          <p:cNvSpPr/>
          <p:nvPr/>
        </p:nvSpPr>
        <p:spPr>
          <a:xfrm>
            <a:off x="7768742" y="-48463"/>
            <a:ext cx="803758" cy="572300"/>
          </a:xfrm>
          <a:prstGeom prst="rect">
            <a:avLst/>
          </a:prstGeom>
          <a:solidFill>
            <a:srgbClr val="F8FE05">
              <a:alpha val="5500"/>
            </a:srgbClr>
          </a:solidFill>
          <a:ln/>
        </p:spPr>
      </p:sp>
      <p:sp>
        <p:nvSpPr>
          <p:cNvPr id="20" name="Shape 18"/>
          <p:cNvSpPr/>
          <p:nvPr/>
        </p:nvSpPr>
        <p:spPr>
          <a:xfrm>
            <a:off x="7768742" y="514693"/>
            <a:ext cx="803758" cy="572300"/>
          </a:xfrm>
          <a:prstGeom prst="rect">
            <a:avLst/>
          </a:prstGeom>
          <a:solidFill>
            <a:srgbClr val="F8FE05">
              <a:alpha val="4813"/>
            </a:srgbClr>
          </a:solidFill>
          <a:ln/>
        </p:spPr>
      </p:sp>
      <p:sp>
        <p:nvSpPr>
          <p:cNvPr id="21" name="Shape 19"/>
          <p:cNvSpPr/>
          <p:nvPr/>
        </p:nvSpPr>
        <p:spPr>
          <a:xfrm>
            <a:off x="7768742" y="1077849"/>
            <a:ext cx="803758" cy="572300"/>
          </a:xfrm>
          <a:prstGeom prst="rect">
            <a:avLst/>
          </a:prstGeom>
          <a:solidFill>
            <a:srgbClr val="F8FE05">
              <a:alpha val="4125"/>
            </a:srgbClr>
          </a:solidFill>
          <a:ln/>
        </p:spPr>
      </p:sp>
      <p:sp>
        <p:nvSpPr>
          <p:cNvPr id="22" name="Shape 20"/>
          <p:cNvSpPr/>
          <p:nvPr/>
        </p:nvSpPr>
        <p:spPr>
          <a:xfrm>
            <a:off x="7768742" y="1641005"/>
            <a:ext cx="803758" cy="572300"/>
          </a:xfrm>
          <a:prstGeom prst="rect">
            <a:avLst/>
          </a:prstGeom>
          <a:solidFill>
            <a:srgbClr val="F8FE05">
              <a:alpha val="3438"/>
            </a:srgbClr>
          </a:solidFill>
          <a:ln/>
        </p:spPr>
      </p:sp>
      <p:sp>
        <p:nvSpPr>
          <p:cNvPr id="23" name="Shape 21"/>
          <p:cNvSpPr/>
          <p:nvPr/>
        </p:nvSpPr>
        <p:spPr>
          <a:xfrm>
            <a:off x="7768742" y="2204161"/>
            <a:ext cx="803758" cy="572300"/>
          </a:xfrm>
          <a:prstGeom prst="rect">
            <a:avLst/>
          </a:prstGeom>
          <a:solidFill>
            <a:srgbClr val="F8FE05">
              <a:alpha val="2750"/>
            </a:srgbClr>
          </a:solidFill>
          <a:ln/>
        </p:spPr>
      </p:sp>
      <p:sp>
        <p:nvSpPr>
          <p:cNvPr id="24" name="Shape 22"/>
          <p:cNvSpPr/>
          <p:nvPr/>
        </p:nvSpPr>
        <p:spPr>
          <a:xfrm>
            <a:off x="7768742" y="2767317"/>
            <a:ext cx="803758" cy="572300"/>
          </a:xfrm>
          <a:prstGeom prst="rect">
            <a:avLst/>
          </a:prstGeom>
          <a:solidFill>
            <a:srgbClr val="F8FE05">
              <a:alpha val="2063"/>
            </a:srgbClr>
          </a:solidFill>
          <a:ln/>
        </p:spPr>
      </p:sp>
      <p:sp>
        <p:nvSpPr>
          <p:cNvPr id="25" name="Shape 23"/>
          <p:cNvSpPr/>
          <p:nvPr/>
        </p:nvSpPr>
        <p:spPr>
          <a:xfrm>
            <a:off x="7768742" y="3330473"/>
            <a:ext cx="803758" cy="572300"/>
          </a:xfrm>
          <a:prstGeom prst="rect">
            <a:avLst/>
          </a:prstGeom>
          <a:solidFill>
            <a:srgbClr val="F8FE05">
              <a:alpha val="1375"/>
            </a:srgbClr>
          </a:solidFill>
          <a:ln/>
        </p:spPr>
      </p:sp>
      <p:sp>
        <p:nvSpPr>
          <p:cNvPr id="26" name="Shape 24"/>
          <p:cNvSpPr/>
          <p:nvPr/>
        </p:nvSpPr>
        <p:spPr>
          <a:xfrm>
            <a:off x="7768742" y="3893629"/>
            <a:ext cx="803758" cy="572300"/>
          </a:xfrm>
          <a:prstGeom prst="rect">
            <a:avLst/>
          </a:prstGeom>
          <a:solidFill>
            <a:srgbClr val="F8FE05">
              <a:alpha val="688"/>
            </a:srgbClr>
          </a:solidFill>
          <a:ln/>
        </p:spPr>
      </p:sp>
      <p:sp>
        <p:nvSpPr>
          <p:cNvPr id="27" name="Shape 25"/>
          <p:cNvSpPr/>
          <p:nvPr/>
        </p:nvSpPr>
        <p:spPr>
          <a:xfrm>
            <a:off x="6401714" y="-48463"/>
            <a:ext cx="803758" cy="526009"/>
          </a:xfrm>
          <a:prstGeom prst="rect">
            <a:avLst/>
          </a:prstGeom>
          <a:solidFill>
            <a:srgbClr val="F8FE05">
              <a:alpha val="5500"/>
            </a:srgbClr>
          </a:solidFill>
          <a:ln/>
        </p:spPr>
      </p:sp>
      <p:sp>
        <p:nvSpPr>
          <p:cNvPr id="28" name="Shape 26"/>
          <p:cNvSpPr/>
          <p:nvPr/>
        </p:nvSpPr>
        <p:spPr>
          <a:xfrm>
            <a:off x="6401714" y="468401"/>
            <a:ext cx="803758" cy="526009"/>
          </a:xfrm>
          <a:prstGeom prst="rect">
            <a:avLst/>
          </a:prstGeom>
          <a:solidFill>
            <a:srgbClr val="F8FE05">
              <a:alpha val="4813"/>
            </a:srgbClr>
          </a:solidFill>
          <a:ln/>
        </p:spPr>
      </p:sp>
      <p:sp>
        <p:nvSpPr>
          <p:cNvPr id="29" name="Shape 27"/>
          <p:cNvSpPr/>
          <p:nvPr/>
        </p:nvSpPr>
        <p:spPr>
          <a:xfrm>
            <a:off x="6401714" y="985266"/>
            <a:ext cx="803758" cy="526009"/>
          </a:xfrm>
          <a:prstGeom prst="rect">
            <a:avLst/>
          </a:prstGeom>
          <a:solidFill>
            <a:srgbClr val="F8FE05">
              <a:alpha val="4125"/>
            </a:srgbClr>
          </a:solidFill>
          <a:ln/>
        </p:spPr>
      </p:sp>
      <p:sp>
        <p:nvSpPr>
          <p:cNvPr id="30" name="Shape 28"/>
          <p:cNvSpPr/>
          <p:nvPr/>
        </p:nvSpPr>
        <p:spPr>
          <a:xfrm>
            <a:off x="6401714" y="1502131"/>
            <a:ext cx="803758" cy="526009"/>
          </a:xfrm>
          <a:prstGeom prst="rect">
            <a:avLst/>
          </a:prstGeom>
          <a:solidFill>
            <a:srgbClr val="F8FE05">
              <a:alpha val="3438"/>
            </a:srgbClr>
          </a:solidFill>
          <a:ln/>
        </p:spPr>
      </p:sp>
      <p:sp>
        <p:nvSpPr>
          <p:cNvPr id="31" name="Shape 29"/>
          <p:cNvSpPr/>
          <p:nvPr/>
        </p:nvSpPr>
        <p:spPr>
          <a:xfrm>
            <a:off x="6401714" y="2018995"/>
            <a:ext cx="803758" cy="526009"/>
          </a:xfrm>
          <a:prstGeom prst="rect">
            <a:avLst/>
          </a:prstGeom>
          <a:solidFill>
            <a:srgbClr val="F8FE05">
              <a:alpha val="2750"/>
            </a:srgbClr>
          </a:solidFill>
          <a:ln/>
        </p:spPr>
      </p:sp>
      <p:sp>
        <p:nvSpPr>
          <p:cNvPr id="32" name="Shape 30"/>
          <p:cNvSpPr/>
          <p:nvPr/>
        </p:nvSpPr>
        <p:spPr>
          <a:xfrm>
            <a:off x="6401714" y="2535860"/>
            <a:ext cx="803758" cy="526009"/>
          </a:xfrm>
          <a:prstGeom prst="rect">
            <a:avLst/>
          </a:prstGeom>
          <a:solidFill>
            <a:srgbClr val="F8FE05">
              <a:alpha val="2063"/>
            </a:srgbClr>
          </a:solidFill>
          <a:ln/>
        </p:spPr>
      </p:sp>
      <p:sp>
        <p:nvSpPr>
          <p:cNvPr id="33" name="Shape 31"/>
          <p:cNvSpPr/>
          <p:nvPr/>
        </p:nvSpPr>
        <p:spPr>
          <a:xfrm>
            <a:off x="6401714" y="3052724"/>
            <a:ext cx="803758" cy="526009"/>
          </a:xfrm>
          <a:prstGeom prst="rect">
            <a:avLst/>
          </a:prstGeom>
          <a:solidFill>
            <a:srgbClr val="F8FE05">
              <a:alpha val="1375"/>
            </a:srgbClr>
          </a:solidFill>
          <a:ln/>
        </p:spPr>
      </p:sp>
      <p:sp>
        <p:nvSpPr>
          <p:cNvPr id="34" name="Shape 32"/>
          <p:cNvSpPr/>
          <p:nvPr/>
        </p:nvSpPr>
        <p:spPr>
          <a:xfrm>
            <a:off x="6401714" y="3569589"/>
            <a:ext cx="803758" cy="526009"/>
          </a:xfrm>
          <a:prstGeom prst="rect">
            <a:avLst/>
          </a:prstGeom>
          <a:solidFill>
            <a:srgbClr val="F8FE05">
              <a:alpha val="688"/>
            </a:srgbClr>
          </a:solidFill>
          <a:ln/>
        </p:spPr>
      </p:sp>
      <p:sp>
        <p:nvSpPr>
          <p:cNvPr id="35" name="Shape 33"/>
          <p:cNvSpPr/>
          <p:nvPr/>
        </p:nvSpPr>
        <p:spPr>
          <a:xfrm>
            <a:off x="11437315" y="-48463"/>
            <a:ext cx="803758" cy="750722"/>
          </a:xfrm>
          <a:prstGeom prst="rect">
            <a:avLst/>
          </a:prstGeom>
          <a:solidFill>
            <a:srgbClr val="F8FE05">
              <a:alpha val="8250"/>
            </a:srgbClr>
          </a:solidFill>
          <a:ln/>
        </p:spPr>
      </p:sp>
      <p:sp>
        <p:nvSpPr>
          <p:cNvPr id="36" name="Shape 34"/>
          <p:cNvSpPr/>
          <p:nvPr/>
        </p:nvSpPr>
        <p:spPr>
          <a:xfrm>
            <a:off x="11437315" y="693115"/>
            <a:ext cx="803758" cy="750722"/>
          </a:xfrm>
          <a:prstGeom prst="rect">
            <a:avLst/>
          </a:prstGeom>
          <a:solidFill>
            <a:srgbClr val="F8FE05">
              <a:alpha val="7219"/>
            </a:srgbClr>
          </a:solidFill>
          <a:ln/>
        </p:spPr>
      </p:sp>
      <p:sp>
        <p:nvSpPr>
          <p:cNvPr id="37" name="Shape 35"/>
          <p:cNvSpPr/>
          <p:nvPr/>
        </p:nvSpPr>
        <p:spPr>
          <a:xfrm>
            <a:off x="11437315" y="1434694"/>
            <a:ext cx="803758" cy="750722"/>
          </a:xfrm>
          <a:prstGeom prst="rect">
            <a:avLst/>
          </a:prstGeom>
          <a:solidFill>
            <a:srgbClr val="F8FE05">
              <a:alpha val="6188"/>
            </a:srgbClr>
          </a:solidFill>
          <a:ln/>
        </p:spPr>
      </p:sp>
      <p:sp>
        <p:nvSpPr>
          <p:cNvPr id="38" name="Shape 36"/>
          <p:cNvSpPr/>
          <p:nvPr/>
        </p:nvSpPr>
        <p:spPr>
          <a:xfrm>
            <a:off x="11437315" y="2176272"/>
            <a:ext cx="803758" cy="750722"/>
          </a:xfrm>
          <a:prstGeom prst="rect">
            <a:avLst/>
          </a:prstGeom>
          <a:solidFill>
            <a:srgbClr val="F8FE05">
              <a:alpha val="5156"/>
            </a:srgbClr>
          </a:solidFill>
          <a:ln/>
        </p:spPr>
      </p:sp>
      <p:sp>
        <p:nvSpPr>
          <p:cNvPr id="39" name="Shape 37"/>
          <p:cNvSpPr/>
          <p:nvPr/>
        </p:nvSpPr>
        <p:spPr>
          <a:xfrm>
            <a:off x="11437315" y="2917850"/>
            <a:ext cx="803758" cy="750722"/>
          </a:xfrm>
          <a:prstGeom prst="rect">
            <a:avLst/>
          </a:prstGeom>
          <a:solidFill>
            <a:srgbClr val="F8FE05">
              <a:alpha val="4125"/>
            </a:srgbClr>
          </a:solidFill>
          <a:ln/>
        </p:spPr>
      </p:sp>
      <p:sp>
        <p:nvSpPr>
          <p:cNvPr id="40" name="Shape 38"/>
          <p:cNvSpPr/>
          <p:nvPr/>
        </p:nvSpPr>
        <p:spPr>
          <a:xfrm>
            <a:off x="11437315" y="3659429"/>
            <a:ext cx="803758" cy="750722"/>
          </a:xfrm>
          <a:prstGeom prst="rect">
            <a:avLst/>
          </a:prstGeom>
          <a:solidFill>
            <a:srgbClr val="F8FE05">
              <a:alpha val="3094"/>
            </a:srgbClr>
          </a:solidFill>
          <a:ln/>
        </p:spPr>
      </p:sp>
      <p:sp>
        <p:nvSpPr>
          <p:cNvPr id="41" name="Shape 39"/>
          <p:cNvSpPr/>
          <p:nvPr/>
        </p:nvSpPr>
        <p:spPr>
          <a:xfrm>
            <a:off x="11437315" y="4401007"/>
            <a:ext cx="803758" cy="750722"/>
          </a:xfrm>
          <a:prstGeom prst="rect">
            <a:avLst/>
          </a:prstGeom>
          <a:solidFill>
            <a:srgbClr val="F8FE05">
              <a:alpha val="2063"/>
            </a:srgbClr>
          </a:solidFill>
          <a:ln/>
        </p:spPr>
      </p:sp>
      <p:sp>
        <p:nvSpPr>
          <p:cNvPr id="42" name="Shape 40"/>
          <p:cNvSpPr/>
          <p:nvPr/>
        </p:nvSpPr>
        <p:spPr>
          <a:xfrm>
            <a:off x="11437315" y="5142586"/>
            <a:ext cx="803758" cy="750722"/>
          </a:xfrm>
          <a:prstGeom prst="rect">
            <a:avLst/>
          </a:prstGeom>
          <a:solidFill>
            <a:srgbClr val="F8FE05">
              <a:alpha val="1031"/>
            </a:srgbClr>
          </a:solidFill>
          <a:ln/>
        </p:spPr>
      </p:sp>
      <p:sp>
        <p:nvSpPr>
          <p:cNvPr id="43" name="Shape 41"/>
          <p:cNvSpPr/>
          <p:nvPr/>
        </p:nvSpPr>
        <p:spPr>
          <a:xfrm>
            <a:off x="10750601" y="-74066"/>
            <a:ext cx="803758" cy="529209"/>
          </a:xfrm>
          <a:prstGeom prst="rect">
            <a:avLst/>
          </a:prstGeom>
          <a:solidFill>
            <a:srgbClr val="F8FE05">
              <a:alpha val="5500"/>
            </a:srgbClr>
          </a:solidFill>
          <a:ln/>
        </p:spPr>
      </p:sp>
      <p:sp>
        <p:nvSpPr>
          <p:cNvPr id="44" name="Shape 42"/>
          <p:cNvSpPr/>
          <p:nvPr/>
        </p:nvSpPr>
        <p:spPr>
          <a:xfrm>
            <a:off x="10750601" y="445999"/>
            <a:ext cx="803758" cy="529209"/>
          </a:xfrm>
          <a:prstGeom prst="rect">
            <a:avLst/>
          </a:prstGeom>
          <a:solidFill>
            <a:srgbClr val="F8FE05">
              <a:alpha val="4813"/>
            </a:srgbClr>
          </a:solidFill>
          <a:ln/>
        </p:spPr>
      </p:sp>
      <p:sp>
        <p:nvSpPr>
          <p:cNvPr id="45" name="Shape 43"/>
          <p:cNvSpPr/>
          <p:nvPr/>
        </p:nvSpPr>
        <p:spPr>
          <a:xfrm>
            <a:off x="10750601" y="966064"/>
            <a:ext cx="803758" cy="529209"/>
          </a:xfrm>
          <a:prstGeom prst="rect">
            <a:avLst/>
          </a:prstGeom>
          <a:solidFill>
            <a:srgbClr val="F8FE05">
              <a:alpha val="4125"/>
            </a:srgbClr>
          </a:solidFill>
          <a:ln/>
        </p:spPr>
      </p:sp>
      <p:sp>
        <p:nvSpPr>
          <p:cNvPr id="46" name="Shape 44"/>
          <p:cNvSpPr/>
          <p:nvPr/>
        </p:nvSpPr>
        <p:spPr>
          <a:xfrm>
            <a:off x="10750601" y="1486129"/>
            <a:ext cx="803758" cy="529209"/>
          </a:xfrm>
          <a:prstGeom prst="rect">
            <a:avLst/>
          </a:prstGeom>
          <a:solidFill>
            <a:srgbClr val="F8FE05">
              <a:alpha val="3438"/>
            </a:srgbClr>
          </a:solidFill>
          <a:ln/>
        </p:spPr>
      </p:sp>
      <p:sp>
        <p:nvSpPr>
          <p:cNvPr id="47" name="Shape 45"/>
          <p:cNvSpPr/>
          <p:nvPr/>
        </p:nvSpPr>
        <p:spPr>
          <a:xfrm>
            <a:off x="10750601" y="2006194"/>
            <a:ext cx="803758" cy="529209"/>
          </a:xfrm>
          <a:prstGeom prst="rect">
            <a:avLst/>
          </a:prstGeom>
          <a:solidFill>
            <a:srgbClr val="F8FE05">
              <a:alpha val="2750"/>
            </a:srgbClr>
          </a:solidFill>
          <a:ln/>
        </p:spPr>
      </p:sp>
      <p:sp>
        <p:nvSpPr>
          <p:cNvPr id="48" name="Shape 46"/>
          <p:cNvSpPr/>
          <p:nvPr/>
        </p:nvSpPr>
        <p:spPr>
          <a:xfrm>
            <a:off x="10750601" y="2526259"/>
            <a:ext cx="803758" cy="529209"/>
          </a:xfrm>
          <a:prstGeom prst="rect">
            <a:avLst/>
          </a:prstGeom>
          <a:solidFill>
            <a:srgbClr val="F8FE05">
              <a:alpha val="2063"/>
            </a:srgbClr>
          </a:solidFill>
          <a:ln/>
        </p:spPr>
      </p:sp>
      <p:sp>
        <p:nvSpPr>
          <p:cNvPr id="49" name="Shape 47"/>
          <p:cNvSpPr/>
          <p:nvPr/>
        </p:nvSpPr>
        <p:spPr>
          <a:xfrm>
            <a:off x="10750601" y="3046324"/>
            <a:ext cx="803758" cy="529209"/>
          </a:xfrm>
          <a:prstGeom prst="rect">
            <a:avLst/>
          </a:prstGeom>
          <a:solidFill>
            <a:srgbClr val="F8FE05">
              <a:alpha val="1375"/>
            </a:srgbClr>
          </a:solidFill>
          <a:ln/>
        </p:spPr>
      </p:sp>
      <p:sp>
        <p:nvSpPr>
          <p:cNvPr id="50" name="Shape 48"/>
          <p:cNvSpPr/>
          <p:nvPr/>
        </p:nvSpPr>
        <p:spPr>
          <a:xfrm>
            <a:off x="10750601" y="3566389"/>
            <a:ext cx="803758" cy="529209"/>
          </a:xfrm>
          <a:prstGeom prst="rect">
            <a:avLst/>
          </a:prstGeom>
          <a:solidFill>
            <a:srgbClr val="F8FE05">
              <a:alpha val="688"/>
            </a:srgbClr>
          </a:solidFill>
          <a:ln/>
        </p:spPr>
      </p:sp>
      <p:sp>
        <p:nvSpPr>
          <p:cNvPr id="51" name="Shape 49"/>
          <p:cNvSpPr/>
          <p:nvPr/>
        </p:nvSpPr>
        <p:spPr>
          <a:xfrm>
            <a:off x="10059314" y="-48463"/>
            <a:ext cx="803758" cy="296380"/>
          </a:xfrm>
          <a:prstGeom prst="rect">
            <a:avLst/>
          </a:prstGeom>
          <a:solidFill>
            <a:srgbClr val="F8FE05">
              <a:alpha val="3850"/>
            </a:srgbClr>
          </a:solidFill>
          <a:ln/>
        </p:spPr>
      </p:sp>
      <p:sp>
        <p:nvSpPr>
          <p:cNvPr id="52" name="Shape 50"/>
          <p:cNvSpPr/>
          <p:nvPr/>
        </p:nvSpPr>
        <p:spPr>
          <a:xfrm>
            <a:off x="10059314" y="238773"/>
            <a:ext cx="803758" cy="296380"/>
          </a:xfrm>
          <a:prstGeom prst="rect">
            <a:avLst/>
          </a:prstGeom>
          <a:solidFill>
            <a:srgbClr val="F8FE05">
              <a:alpha val="3369"/>
            </a:srgbClr>
          </a:solidFill>
          <a:ln/>
        </p:spPr>
      </p:sp>
      <p:sp>
        <p:nvSpPr>
          <p:cNvPr id="53" name="Shape 51"/>
          <p:cNvSpPr/>
          <p:nvPr/>
        </p:nvSpPr>
        <p:spPr>
          <a:xfrm>
            <a:off x="10059314" y="526009"/>
            <a:ext cx="803758" cy="296380"/>
          </a:xfrm>
          <a:prstGeom prst="rect">
            <a:avLst/>
          </a:prstGeom>
          <a:solidFill>
            <a:srgbClr val="F8FE05">
              <a:alpha val="2888"/>
            </a:srgbClr>
          </a:solidFill>
          <a:ln/>
        </p:spPr>
      </p:sp>
      <p:sp>
        <p:nvSpPr>
          <p:cNvPr id="54" name="Shape 52"/>
          <p:cNvSpPr/>
          <p:nvPr/>
        </p:nvSpPr>
        <p:spPr>
          <a:xfrm>
            <a:off x="10059314" y="813244"/>
            <a:ext cx="803758" cy="296380"/>
          </a:xfrm>
          <a:prstGeom prst="rect">
            <a:avLst/>
          </a:prstGeom>
          <a:solidFill>
            <a:srgbClr val="F8FE05">
              <a:alpha val="2406"/>
            </a:srgbClr>
          </a:solidFill>
          <a:ln/>
        </p:spPr>
      </p:sp>
      <p:sp>
        <p:nvSpPr>
          <p:cNvPr id="55" name="Shape 53"/>
          <p:cNvSpPr/>
          <p:nvPr/>
        </p:nvSpPr>
        <p:spPr>
          <a:xfrm>
            <a:off x="10059314" y="1100480"/>
            <a:ext cx="803758" cy="296380"/>
          </a:xfrm>
          <a:prstGeom prst="rect">
            <a:avLst/>
          </a:prstGeom>
          <a:solidFill>
            <a:srgbClr val="F8FE05">
              <a:alpha val="1925"/>
            </a:srgbClr>
          </a:solidFill>
          <a:ln/>
        </p:spPr>
      </p:sp>
      <p:sp>
        <p:nvSpPr>
          <p:cNvPr id="56" name="Shape 54"/>
          <p:cNvSpPr/>
          <p:nvPr/>
        </p:nvSpPr>
        <p:spPr>
          <a:xfrm>
            <a:off x="10059314" y="1387716"/>
            <a:ext cx="803758" cy="296380"/>
          </a:xfrm>
          <a:prstGeom prst="rect">
            <a:avLst/>
          </a:prstGeom>
          <a:solidFill>
            <a:srgbClr val="F8FE05">
              <a:alpha val="1444"/>
            </a:srgbClr>
          </a:solidFill>
          <a:ln/>
        </p:spPr>
      </p:sp>
      <p:sp>
        <p:nvSpPr>
          <p:cNvPr id="57" name="Shape 55"/>
          <p:cNvSpPr/>
          <p:nvPr/>
        </p:nvSpPr>
        <p:spPr>
          <a:xfrm>
            <a:off x="10059314" y="1674952"/>
            <a:ext cx="803758" cy="296380"/>
          </a:xfrm>
          <a:prstGeom prst="rect">
            <a:avLst/>
          </a:prstGeom>
          <a:solidFill>
            <a:srgbClr val="F8FE05">
              <a:alpha val="963"/>
            </a:srgbClr>
          </a:solidFill>
          <a:ln/>
        </p:spPr>
      </p:sp>
      <p:sp>
        <p:nvSpPr>
          <p:cNvPr id="58" name="Shape 56"/>
          <p:cNvSpPr/>
          <p:nvPr/>
        </p:nvSpPr>
        <p:spPr>
          <a:xfrm>
            <a:off x="10059314" y="1962188"/>
            <a:ext cx="803758" cy="296380"/>
          </a:xfrm>
          <a:prstGeom prst="rect">
            <a:avLst/>
          </a:prstGeom>
          <a:solidFill>
            <a:srgbClr val="F8FE05">
              <a:alpha val="481"/>
            </a:srgbClr>
          </a:solidFill>
          <a:ln/>
        </p:spPr>
      </p:sp>
      <p:sp>
        <p:nvSpPr>
          <p:cNvPr id="59" name="Shape 57"/>
          <p:cNvSpPr/>
          <p:nvPr/>
        </p:nvSpPr>
        <p:spPr>
          <a:xfrm>
            <a:off x="9249156" y="849478"/>
            <a:ext cx="803758" cy="769468"/>
          </a:xfrm>
          <a:prstGeom prst="rect">
            <a:avLst/>
          </a:prstGeom>
          <a:solidFill>
            <a:srgbClr val="FFFFFF">
              <a:alpha val="688"/>
            </a:srgbClr>
          </a:solidFill>
          <a:ln/>
        </p:spPr>
      </p:sp>
      <p:sp>
        <p:nvSpPr>
          <p:cNvPr id="60" name="Shape 58"/>
          <p:cNvSpPr/>
          <p:nvPr/>
        </p:nvSpPr>
        <p:spPr>
          <a:xfrm>
            <a:off x="9249156" y="1609801"/>
            <a:ext cx="803758" cy="769468"/>
          </a:xfrm>
          <a:prstGeom prst="rect">
            <a:avLst/>
          </a:prstGeom>
          <a:solidFill>
            <a:srgbClr val="FFFFFF">
              <a:alpha val="1375"/>
            </a:srgbClr>
          </a:solidFill>
          <a:ln/>
        </p:spPr>
      </p:sp>
      <p:sp>
        <p:nvSpPr>
          <p:cNvPr id="61" name="Shape 59"/>
          <p:cNvSpPr/>
          <p:nvPr/>
        </p:nvSpPr>
        <p:spPr>
          <a:xfrm>
            <a:off x="9249156" y="2370125"/>
            <a:ext cx="803758" cy="769468"/>
          </a:xfrm>
          <a:prstGeom prst="rect">
            <a:avLst/>
          </a:prstGeom>
          <a:solidFill>
            <a:srgbClr val="FFFFFF">
              <a:alpha val="2063"/>
            </a:srgbClr>
          </a:solidFill>
          <a:ln/>
        </p:spPr>
      </p:sp>
      <p:sp>
        <p:nvSpPr>
          <p:cNvPr id="62" name="Shape 60"/>
          <p:cNvSpPr/>
          <p:nvPr/>
        </p:nvSpPr>
        <p:spPr>
          <a:xfrm>
            <a:off x="9249156" y="3130448"/>
            <a:ext cx="803758" cy="769468"/>
          </a:xfrm>
          <a:prstGeom prst="rect">
            <a:avLst/>
          </a:prstGeom>
          <a:solidFill>
            <a:srgbClr val="FFFFFF">
              <a:alpha val="2750"/>
            </a:srgbClr>
          </a:solidFill>
          <a:ln/>
        </p:spPr>
      </p:sp>
      <p:sp>
        <p:nvSpPr>
          <p:cNvPr id="63" name="Shape 61"/>
          <p:cNvSpPr/>
          <p:nvPr/>
        </p:nvSpPr>
        <p:spPr>
          <a:xfrm>
            <a:off x="9249156" y="3890772"/>
            <a:ext cx="803758" cy="769468"/>
          </a:xfrm>
          <a:prstGeom prst="rect">
            <a:avLst/>
          </a:prstGeom>
          <a:solidFill>
            <a:srgbClr val="FFFFFF">
              <a:alpha val="3438"/>
            </a:srgbClr>
          </a:solidFill>
          <a:ln/>
        </p:spPr>
      </p:sp>
      <p:sp>
        <p:nvSpPr>
          <p:cNvPr id="64" name="Shape 62"/>
          <p:cNvSpPr/>
          <p:nvPr/>
        </p:nvSpPr>
        <p:spPr>
          <a:xfrm>
            <a:off x="9249156" y="4651096"/>
            <a:ext cx="803758" cy="769468"/>
          </a:xfrm>
          <a:prstGeom prst="rect">
            <a:avLst/>
          </a:prstGeom>
          <a:solidFill>
            <a:srgbClr val="FFFFFF">
              <a:alpha val="4125"/>
            </a:srgbClr>
          </a:solidFill>
          <a:ln/>
        </p:spPr>
      </p:sp>
      <p:sp>
        <p:nvSpPr>
          <p:cNvPr id="65" name="Shape 63"/>
          <p:cNvSpPr/>
          <p:nvPr/>
        </p:nvSpPr>
        <p:spPr>
          <a:xfrm>
            <a:off x="9249156" y="5411419"/>
            <a:ext cx="803758" cy="769468"/>
          </a:xfrm>
          <a:prstGeom prst="rect">
            <a:avLst/>
          </a:prstGeom>
          <a:solidFill>
            <a:srgbClr val="FFFFFF">
              <a:alpha val="4813"/>
            </a:srgbClr>
          </a:solidFill>
          <a:ln/>
        </p:spPr>
      </p:sp>
      <p:sp>
        <p:nvSpPr>
          <p:cNvPr id="66" name="Shape 64"/>
          <p:cNvSpPr/>
          <p:nvPr/>
        </p:nvSpPr>
        <p:spPr>
          <a:xfrm>
            <a:off x="9249156" y="6171743"/>
            <a:ext cx="803758" cy="769468"/>
          </a:xfrm>
          <a:prstGeom prst="rect">
            <a:avLst/>
          </a:prstGeom>
          <a:solidFill>
            <a:srgbClr val="FFFFFF">
              <a:alpha val="5500"/>
            </a:srgbClr>
          </a:solidFill>
          <a:ln/>
        </p:spPr>
      </p:sp>
      <p:sp>
        <p:nvSpPr>
          <p:cNvPr id="67" name="Shape 65"/>
          <p:cNvSpPr/>
          <p:nvPr/>
        </p:nvSpPr>
        <p:spPr>
          <a:xfrm>
            <a:off x="7879385" y="3457346"/>
            <a:ext cx="803758" cy="443484"/>
          </a:xfrm>
          <a:prstGeom prst="rect">
            <a:avLst/>
          </a:prstGeom>
          <a:solidFill>
            <a:srgbClr val="FFFFFF">
              <a:alpha val="138"/>
            </a:srgbClr>
          </a:solidFill>
          <a:ln/>
        </p:spPr>
      </p:sp>
      <p:sp>
        <p:nvSpPr>
          <p:cNvPr id="68" name="Shape 66"/>
          <p:cNvSpPr/>
          <p:nvPr/>
        </p:nvSpPr>
        <p:spPr>
          <a:xfrm>
            <a:off x="7879385" y="3891686"/>
            <a:ext cx="803758" cy="443484"/>
          </a:xfrm>
          <a:prstGeom prst="rect">
            <a:avLst/>
          </a:prstGeom>
          <a:solidFill>
            <a:srgbClr val="FFFFFF">
              <a:alpha val="275"/>
            </a:srgbClr>
          </a:solidFill>
          <a:ln/>
        </p:spPr>
      </p:sp>
      <p:sp>
        <p:nvSpPr>
          <p:cNvPr id="69" name="Shape 67"/>
          <p:cNvSpPr/>
          <p:nvPr/>
        </p:nvSpPr>
        <p:spPr>
          <a:xfrm>
            <a:off x="7879385" y="4326026"/>
            <a:ext cx="803758" cy="443484"/>
          </a:xfrm>
          <a:prstGeom prst="rect">
            <a:avLst/>
          </a:prstGeom>
          <a:solidFill>
            <a:srgbClr val="FFFFFF">
              <a:alpha val="412"/>
            </a:srgbClr>
          </a:solidFill>
          <a:ln/>
        </p:spPr>
      </p:sp>
      <p:sp>
        <p:nvSpPr>
          <p:cNvPr id="70" name="Shape 68"/>
          <p:cNvSpPr/>
          <p:nvPr/>
        </p:nvSpPr>
        <p:spPr>
          <a:xfrm>
            <a:off x="7879385" y="4760366"/>
            <a:ext cx="803758" cy="443484"/>
          </a:xfrm>
          <a:prstGeom prst="rect">
            <a:avLst/>
          </a:prstGeom>
          <a:solidFill>
            <a:srgbClr val="FFFFFF">
              <a:alpha val="550"/>
            </a:srgbClr>
          </a:solidFill>
          <a:ln/>
        </p:spPr>
      </p:sp>
      <p:sp>
        <p:nvSpPr>
          <p:cNvPr id="71" name="Shape 69"/>
          <p:cNvSpPr/>
          <p:nvPr/>
        </p:nvSpPr>
        <p:spPr>
          <a:xfrm>
            <a:off x="7879385" y="5194706"/>
            <a:ext cx="803758" cy="443484"/>
          </a:xfrm>
          <a:prstGeom prst="rect">
            <a:avLst/>
          </a:prstGeom>
          <a:solidFill>
            <a:srgbClr val="FFFFFF">
              <a:alpha val="688"/>
            </a:srgbClr>
          </a:solidFill>
          <a:ln/>
        </p:spPr>
      </p:sp>
      <p:sp>
        <p:nvSpPr>
          <p:cNvPr id="72" name="Shape 70"/>
          <p:cNvSpPr/>
          <p:nvPr/>
        </p:nvSpPr>
        <p:spPr>
          <a:xfrm>
            <a:off x="7879385" y="5629046"/>
            <a:ext cx="803758" cy="443484"/>
          </a:xfrm>
          <a:prstGeom prst="rect">
            <a:avLst/>
          </a:prstGeom>
          <a:solidFill>
            <a:srgbClr val="FFFFFF">
              <a:alpha val="825"/>
            </a:srgbClr>
          </a:solidFill>
          <a:ln/>
        </p:spPr>
      </p:sp>
      <p:sp>
        <p:nvSpPr>
          <p:cNvPr id="73" name="Shape 71"/>
          <p:cNvSpPr/>
          <p:nvPr/>
        </p:nvSpPr>
        <p:spPr>
          <a:xfrm>
            <a:off x="7879385" y="6063386"/>
            <a:ext cx="803758" cy="443484"/>
          </a:xfrm>
          <a:prstGeom prst="rect">
            <a:avLst/>
          </a:prstGeom>
          <a:solidFill>
            <a:srgbClr val="FFFFFF">
              <a:alpha val="963"/>
            </a:srgbClr>
          </a:solidFill>
          <a:ln/>
        </p:spPr>
      </p:sp>
      <p:sp>
        <p:nvSpPr>
          <p:cNvPr id="74" name="Shape 72"/>
          <p:cNvSpPr/>
          <p:nvPr/>
        </p:nvSpPr>
        <p:spPr>
          <a:xfrm>
            <a:off x="7879385" y="6497726"/>
            <a:ext cx="803758" cy="443484"/>
          </a:xfrm>
          <a:prstGeom prst="rect">
            <a:avLst/>
          </a:prstGeom>
          <a:solidFill>
            <a:srgbClr val="FFFFFF">
              <a:alpha val="1100"/>
            </a:srgbClr>
          </a:solidFill>
          <a:ln/>
        </p:spPr>
      </p:sp>
      <p:sp>
        <p:nvSpPr>
          <p:cNvPr id="75" name="Shape 73"/>
          <p:cNvSpPr/>
          <p:nvPr/>
        </p:nvSpPr>
        <p:spPr>
          <a:xfrm>
            <a:off x="8568842" y="2276856"/>
            <a:ext cx="803758" cy="587959"/>
          </a:xfrm>
          <a:prstGeom prst="rect">
            <a:avLst/>
          </a:prstGeom>
          <a:solidFill>
            <a:srgbClr val="FFFFFF">
              <a:alpha val="344"/>
            </a:srgbClr>
          </a:solidFill>
          <a:ln/>
        </p:spPr>
      </p:sp>
      <p:sp>
        <p:nvSpPr>
          <p:cNvPr id="76" name="Shape 74"/>
          <p:cNvSpPr/>
          <p:nvPr/>
        </p:nvSpPr>
        <p:spPr>
          <a:xfrm>
            <a:off x="8568842" y="2855671"/>
            <a:ext cx="803758" cy="587959"/>
          </a:xfrm>
          <a:prstGeom prst="rect">
            <a:avLst/>
          </a:prstGeom>
          <a:solidFill>
            <a:srgbClr val="FFFFFF">
              <a:alpha val="688"/>
            </a:srgbClr>
          </a:solidFill>
          <a:ln/>
        </p:spPr>
      </p:sp>
      <p:sp>
        <p:nvSpPr>
          <p:cNvPr id="77" name="Shape 75"/>
          <p:cNvSpPr/>
          <p:nvPr/>
        </p:nvSpPr>
        <p:spPr>
          <a:xfrm>
            <a:off x="8568842" y="3434486"/>
            <a:ext cx="803758" cy="587959"/>
          </a:xfrm>
          <a:prstGeom prst="rect">
            <a:avLst/>
          </a:prstGeom>
          <a:solidFill>
            <a:srgbClr val="FFFFFF">
              <a:alpha val="1031"/>
            </a:srgbClr>
          </a:solidFill>
          <a:ln/>
        </p:spPr>
      </p:sp>
      <p:sp>
        <p:nvSpPr>
          <p:cNvPr id="78" name="Shape 76"/>
          <p:cNvSpPr/>
          <p:nvPr/>
        </p:nvSpPr>
        <p:spPr>
          <a:xfrm>
            <a:off x="8568842" y="4013302"/>
            <a:ext cx="803758" cy="587959"/>
          </a:xfrm>
          <a:prstGeom prst="rect">
            <a:avLst/>
          </a:prstGeom>
          <a:solidFill>
            <a:srgbClr val="FFFFFF">
              <a:alpha val="1375"/>
            </a:srgbClr>
          </a:solidFill>
          <a:ln/>
        </p:spPr>
      </p:sp>
      <p:sp>
        <p:nvSpPr>
          <p:cNvPr id="79" name="Shape 77"/>
          <p:cNvSpPr/>
          <p:nvPr/>
        </p:nvSpPr>
        <p:spPr>
          <a:xfrm>
            <a:off x="8568842" y="4592117"/>
            <a:ext cx="803758" cy="587959"/>
          </a:xfrm>
          <a:prstGeom prst="rect">
            <a:avLst/>
          </a:prstGeom>
          <a:solidFill>
            <a:srgbClr val="FFFFFF">
              <a:alpha val="1719"/>
            </a:srgbClr>
          </a:solidFill>
          <a:ln/>
        </p:spPr>
      </p:sp>
      <p:sp>
        <p:nvSpPr>
          <p:cNvPr id="80" name="Shape 78"/>
          <p:cNvSpPr/>
          <p:nvPr/>
        </p:nvSpPr>
        <p:spPr>
          <a:xfrm>
            <a:off x="8568842" y="5170932"/>
            <a:ext cx="803758" cy="587959"/>
          </a:xfrm>
          <a:prstGeom prst="rect">
            <a:avLst/>
          </a:prstGeom>
          <a:solidFill>
            <a:srgbClr val="FFFFFF">
              <a:alpha val="2063"/>
            </a:srgbClr>
          </a:solidFill>
          <a:ln/>
        </p:spPr>
      </p:sp>
      <p:sp>
        <p:nvSpPr>
          <p:cNvPr id="81" name="Shape 79"/>
          <p:cNvSpPr/>
          <p:nvPr/>
        </p:nvSpPr>
        <p:spPr>
          <a:xfrm>
            <a:off x="8568842" y="5749747"/>
            <a:ext cx="803758" cy="587959"/>
          </a:xfrm>
          <a:prstGeom prst="rect">
            <a:avLst/>
          </a:prstGeom>
          <a:solidFill>
            <a:srgbClr val="FFFFFF">
              <a:alpha val="2406"/>
            </a:srgbClr>
          </a:solidFill>
          <a:ln/>
        </p:spPr>
      </p:sp>
      <p:sp>
        <p:nvSpPr>
          <p:cNvPr id="82" name="Shape 80"/>
          <p:cNvSpPr/>
          <p:nvPr/>
        </p:nvSpPr>
        <p:spPr>
          <a:xfrm>
            <a:off x="8568842" y="6328562"/>
            <a:ext cx="803758" cy="587959"/>
          </a:xfrm>
          <a:prstGeom prst="rect">
            <a:avLst/>
          </a:prstGeom>
          <a:solidFill>
            <a:srgbClr val="FFFFFF">
              <a:alpha val="2750"/>
            </a:srgbClr>
          </a:solidFill>
          <a:ln/>
        </p:spPr>
      </p:sp>
      <p:sp>
        <p:nvSpPr>
          <p:cNvPr id="83" name="Shape 81"/>
          <p:cNvSpPr/>
          <p:nvPr/>
        </p:nvSpPr>
        <p:spPr>
          <a:xfrm>
            <a:off x="9921240" y="2646274"/>
            <a:ext cx="803758" cy="547840"/>
          </a:xfrm>
          <a:prstGeom prst="rect">
            <a:avLst/>
          </a:prstGeom>
          <a:solidFill>
            <a:srgbClr val="FFFFFF">
              <a:alpha val="344"/>
            </a:srgbClr>
          </a:solidFill>
          <a:ln/>
        </p:spPr>
      </p:sp>
      <p:sp>
        <p:nvSpPr>
          <p:cNvPr id="84" name="Shape 82"/>
          <p:cNvSpPr/>
          <p:nvPr/>
        </p:nvSpPr>
        <p:spPr>
          <a:xfrm>
            <a:off x="9921240" y="3184970"/>
            <a:ext cx="803758" cy="547840"/>
          </a:xfrm>
          <a:prstGeom prst="rect">
            <a:avLst/>
          </a:prstGeom>
          <a:solidFill>
            <a:srgbClr val="FFFFFF">
              <a:alpha val="688"/>
            </a:srgbClr>
          </a:solidFill>
          <a:ln/>
        </p:spPr>
      </p:sp>
      <p:sp>
        <p:nvSpPr>
          <p:cNvPr id="85" name="Shape 83"/>
          <p:cNvSpPr/>
          <p:nvPr/>
        </p:nvSpPr>
        <p:spPr>
          <a:xfrm>
            <a:off x="9921240" y="3723665"/>
            <a:ext cx="803758" cy="547840"/>
          </a:xfrm>
          <a:prstGeom prst="rect">
            <a:avLst/>
          </a:prstGeom>
          <a:solidFill>
            <a:srgbClr val="FFFFFF">
              <a:alpha val="1031"/>
            </a:srgbClr>
          </a:solidFill>
          <a:ln/>
        </p:spPr>
      </p:sp>
      <p:sp>
        <p:nvSpPr>
          <p:cNvPr id="86" name="Shape 84"/>
          <p:cNvSpPr/>
          <p:nvPr/>
        </p:nvSpPr>
        <p:spPr>
          <a:xfrm>
            <a:off x="9921240" y="4262361"/>
            <a:ext cx="803758" cy="547840"/>
          </a:xfrm>
          <a:prstGeom prst="rect">
            <a:avLst/>
          </a:prstGeom>
          <a:solidFill>
            <a:srgbClr val="FFFFFF">
              <a:alpha val="1375"/>
            </a:srgbClr>
          </a:solidFill>
          <a:ln/>
        </p:spPr>
      </p:sp>
      <p:sp>
        <p:nvSpPr>
          <p:cNvPr id="87" name="Shape 85"/>
          <p:cNvSpPr/>
          <p:nvPr/>
        </p:nvSpPr>
        <p:spPr>
          <a:xfrm>
            <a:off x="9921240" y="4801057"/>
            <a:ext cx="803758" cy="547840"/>
          </a:xfrm>
          <a:prstGeom prst="rect">
            <a:avLst/>
          </a:prstGeom>
          <a:solidFill>
            <a:srgbClr val="FFFFFF">
              <a:alpha val="1719"/>
            </a:srgbClr>
          </a:solidFill>
          <a:ln/>
        </p:spPr>
      </p:sp>
      <p:sp>
        <p:nvSpPr>
          <p:cNvPr id="88" name="Shape 86"/>
          <p:cNvSpPr/>
          <p:nvPr/>
        </p:nvSpPr>
        <p:spPr>
          <a:xfrm>
            <a:off x="9921240" y="5339753"/>
            <a:ext cx="803758" cy="547840"/>
          </a:xfrm>
          <a:prstGeom prst="rect">
            <a:avLst/>
          </a:prstGeom>
          <a:solidFill>
            <a:srgbClr val="FFFFFF">
              <a:alpha val="2063"/>
            </a:srgbClr>
          </a:solidFill>
          <a:ln/>
        </p:spPr>
      </p:sp>
      <p:sp>
        <p:nvSpPr>
          <p:cNvPr id="89" name="Shape 87"/>
          <p:cNvSpPr/>
          <p:nvPr/>
        </p:nvSpPr>
        <p:spPr>
          <a:xfrm>
            <a:off x="9921240" y="5878449"/>
            <a:ext cx="803758" cy="547840"/>
          </a:xfrm>
          <a:prstGeom prst="rect">
            <a:avLst/>
          </a:prstGeom>
          <a:solidFill>
            <a:srgbClr val="FFFFFF">
              <a:alpha val="2406"/>
            </a:srgbClr>
          </a:solidFill>
          <a:ln/>
        </p:spPr>
      </p:sp>
      <p:sp>
        <p:nvSpPr>
          <p:cNvPr id="90" name="Shape 88"/>
          <p:cNvSpPr/>
          <p:nvPr/>
        </p:nvSpPr>
        <p:spPr>
          <a:xfrm>
            <a:off x="9921240" y="6417145"/>
            <a:ext cx="803758" cy="547840"/>
          </a:xfrm>
          <a:prstGeom prst="rect">
            <a:avLst/>
          </a:prstGeom>
          <a:solidFill>
            <a:srgbClr val="FFFFFF">
              <a:alpha val="2750"/>
            </a:srgbClr>
          </a:solidFill>
          <a:ln/>
        </p:spPr>
      </p:sp>
      <p:sp>
        <p:nvSpPr>
          <p:cNvPr id="91" name="Shape 89"/>
          <p:cNvSpPr/>
          <p:nvPr/>
        </p:nvSpPr>
        <p:spPr>
          <a:xfrm>
            <a:off x="10613441" y="4484218"/>
            <a:ext cx="803758" cy="319126"/>
          </a:xfrm>
          <a:prstGeom prst="rect">
            <a:avLst/>
          </a:prstGeom>
          <a:solidFill>
            <a:srgbClr val="FFFFFF">
              <a:alpha val="138"/>
            </a:srgbClr>
          </a:solidFill>
          <a:ln/>
        </p:spPr>
      </p:sp>
      <p:sp>
        <p:nvSpPr>
          <p:cNvPr id="92" name="Shape 90"/>
          <p:cNvSpPr/>
          <p:nvPr/>
        </p:nvSpPr>
        <p:spPr>
          <a:xfrm>
            <a:off x="10613441" y="4794199"/>
            <a:ext cx="803758" cy="319126"/>
          </a:xfrm>
          <a:prstGeom prst="rect">
            <a:avLst/>
          </a:prstGeom>
          <a:solidFill>
            <a:srgbClr val="FFFFFF">
              <a:alpha val="275"/>
            </a:srgbClr>
          </a:solidFill>
          <a:ln/>
        </p:spPr>
      </p:sp>
      <p:sp>
        <p:nvSpPr>
          <p:cNvPr id="93" name="Shape 91"/>
          <p:cNvSpPr/>
          <p:nvPr/>
        </p:nvSpPr>
        <p:spPr>
          <a:xfrm>
            <a:off x="10613441" y="5104181"/>
            <a:ext cx="803758" cy="319126"/>
          </a:xfrm>
          <a:prstGeom prst="rect">
            <a:avLst/>
          </a:prstGeom>
          <a:solidFill>
            <a:srgbClr val="FFFFFF">
              <a:alpha val="412"/>
            </a:srgbClr>
          </a:solidFill>
          <a:ln/>
        </p:spPr>
      </p:sp>
      <p:sp>
        <p:nvSpPr>
          <p:cNvPr id="94" name="Shape 92"/>
          <p:cNvSpPr/>
          <p:nvPr/>
        </p:nvSpPr>
        <p:spPr>
          <a:xfrm>
            <a:off x="10613441" y="5414162"/>
            <a:ext cx="803758" cy="319126"/>
          </a:xfrm>
          <a:prstGeom prst="rect">
            <a:avLst/>
          </a:prstGeom>
          <a:solidFill>
            <a:srgbClr val="FFFFFF">
              <a:alpha val="550"/>
            </a:srgbClr>
          </a:solidFill>
          <a:ln/>
        </p:spPr>
      </p:sp>
      <p:sp>
        <p:nvSpPr>
          <p:cNvPr id="95" name="Shape 93"/>
          <p:cNvSpPr/>
          <p:nvPr/>
        </p:nvSpPr>
        <p:spPr>
          <a:xfrm>
            <a:off x="10613441" y="5724144"/>
            <a:ext cx="803758" cy="319126"/>
          </a:xfrm>
          <a:prstGeom prst="rect">
            <a:avLst/>
          </a:prstGeom>
          <a:solidFill>
            <a:srgbClr val="FFFFFF">
              <a:alpha val="688"/>
            </a:srgbClr>
          </a:solidFill>
          <a:ln/>
        </p:spPr>
      </p:sp>
      <p:sp>
        <p:nvSpPr>
          <p:cNvPr id="96" name="Shape 94"/>
          <p:cNvSpPr/>
          <p:nvPr/>
        </p:nvSpPr>
        <p:spPr>
          <a:xfrm>
            <a:off x="10613441" y="6034126"/>
            <a:ext cx="803758" cy="319126"/>
          </a:xfrm>
          <a:prstGeom prst="rect">
            <a:avLst/>
          </a:prstGeom>
          <a:solidFill>
            <a:srgbClr val="FFFFFF">
              <a:alpha val="825"/>
            </a:srgbClr>
          </a:solidFill>
          <a:ln/>
        </p:spPr>
      </p:sp>
      <p:sp>
        <p:nvSpPr>
          <p:cNvPr id="97" name="Shape 95"/>
          <p:cNvSpPr/>
          <p:nvPr/>
        </p:nvSpPr>
        <p:spPr>
          <a:xfrm>
            <a:off x="10613441" y="6344107"/>
            <a:ext cx="803758" cy="319126"/>
          </a:xfrm>
          <a:prstGeom prst="rect">
            <a:avLst/>
          </a:prstGeom>
          <a:solidFill>
            <a:srgbClr val="FFFFFF">
              <a:alpha val="963"/>
            </a:srgbClr>
          </a:solidFill>
          <a:ln/>
        </p:spPr>
      </p:sp>
      <p:sp>
        <p:nvSpPr>
          <p:cNvPr id="98" name="Shape 96"/>
          <p:cNvSpPr/>
          <p:nvPr/>
        </p:nvSpPr>
        <p:spPr>
          <a:xfrm>
            <a:off x="10613441" y="6654089"/>
            <a:ext cx="803758" cy="319126"/>
          </a:xfrm>
          <a:prstGeom prst="rect">
            <a:avLst/>
          </a:prstGeom>
          <a:solidFill>
            <a:srgbClr val="FFFFFF">
              <a:alpha val="1100"/>
            </a:srgbClr>
          </a:solidFill>
          <a:ln/>
        </p:spPr>
      </p:sp>
      <p:sp>
        <p:nvSpPr>
          <p:cNvPr id="101" name="Shape 99"/>
          <p:cNvSpPr/>
          <p:nvPr/>
        </p:nvSpPr>
        <p:spPr>
          <a:xfrm>
            <a:off x="0" y="873252"/>
            <a:ext cx="12191695" cy="0"/>
          </a:xfrm>
          <a:prstGeom prst="line">
            <a:avLst/>
          </a:prstGeom>
          <a:noFill/>
          <a:ln w="2540">
            <a:solidFill>
              <a:srgbClr val="D0CFCF">
                <a:alpha val="60000"/>
              </a:srgbClr>
            </a:solidFill>
            <a:prstDash val="solid"/>
          </a:ln>
        </p:spPr>
      </p:sp>
      <p:sp>
        <p:nvSpPr>
          <p:cNvPr id="104" name="Text 102"/>
          <p:cNvSpPr/>
          <p:nvPr/>
        </p:nvSpPr>
        <p:spPr>
          <a:xfrm>
            <a:off x="785470" y="1100023"/>
            <a:ext cx="5729630" cy="1311250"/>
          </a:xfrm>
          <a:prstGeom prst="rect">
            <a:avLst/>
          </a:prstGeom>
          <a:noFill/>
          <a:ln/>
        </p:spPr>
        <p:txBody>
          <a:bodyPr wrap="square" rtlCol="0" anchor="t"/>
          <a:lstStyle/>
          <a:p>
            <a:pPr indent="0" marL="0">
              <a:lnSpc>
                <a:spcPct val="90000"/>
              </a:lnSpc>
              <a:buNone/>
            </a:pPr>
            <a:r>
              <a:rPr lang="en-US" sz="4000" spc="-150" kern="0" dirty="0">
                <a:solidFill>
                  <a:srgbClr val="FFFFFF"/>
                </a:solidFill>
                <a:latin typeface="Manrope" pitchFamily="34" charset="0"/>
                <a:ea typeface="Manrope" pitchFamily="34" charset="-122"/>
                <a:cs typeface="Manrope" pitchFamily="34" charset="-120"/>
              </a:rPr>
              <a:t>Stage 0: never coded? </a:t>
            </a:r>
            <a:r>
              <a:rPr lang="en-US" sz="4000" spc="-150" kern="0" dirty="0">
                <a:solidFill>
                  <a:srgbClr val="D5E6CD"/>
                </a:solidFill>
                <a:latin typeface="Manrope" pitchFamily="34" charset="0"/>
                <a:ea typeface="Manrope" pitchFamily="34" charset="-122"/>
                <a:cs typeface="Manrope" pitchFamily="34" charset="-120"/>
              </a:rPr>
              <a:t>Start here</a:t>
            </a:r>
            <a:endParaRPr lang="en-US" sz="4400" dirty="0"/>
          </a:p>
        </p:txBody>
      </p:sp>
      <p:sp>
        <p:nvSpPr>
          <p:cNvPr id="105" name="Text 103"/>
          <p:cNvSpPr/>
          <p:nvPr/>
        </p:nvSpPr>
        <p:spPr>
          <a:xfrm>
            <a:off x="1447495" y="2510942"/>
            <a:ext cx="4572000" cy="339243"/>
          </a:xfrm>
          <a:prstGeom prst="rect">
            <a:avLst/>
          </a:prstGeom>
          <a:noFill/>
          <a:ln/>
        </p:spPr>
        <p:txBody>
          <a:bodyPr wrap="square" rtlCol="0" anchor="t"/>
          <a:lstStyle/>
          <a:p>
            <a:pPr indent="0" marL="0">
              <a:lnSpc>
                <a:spcPct val="125000"/>
              </a:lnSpc>
              <a:spcAft>
                <a:spcPts val="600"/>
              </a:spcAft>
              <a:buNone/>
            </a:pPr>
            <a:r>
              <a:rPr lang="en-US" sz="1800" dirty="0">
                <a:solidFill>
                  <a:srgbClr val="D5E6CD"/>
                </a:solidFill>
                <a:latin typeface="Manrope" pitchFamily="34" charset="0"/>
                <a:ea typeface="Manrope" pitchFamily="34" charset="-122"/>
                <a:cs typeface="Manrope" pitchFamily="34" charset="-120"/>
              </a:rPr>
              <a:t>The skip test</a:t>
            </a:r>
            <a:endParaRPr lang="en-US" sz="1800" dirty="0"/>
          </a:p>
        </p:txBody>
      </p:sp>
      <p:sp>
        <p:nvSpPr>
          <p:cNvPr id="106" name="Text 104"/>
          <p:cNvSpPr/>
          <p:nvPr/>
        </p:nvSpPr>
        <p:spPr>
          <a:xfrm>
            <a:off x="1447495" y="2854757"/>
            <a:ext cx="4572000" cy="777240"/>
          </a:xfrm>
          <a:prstGeom prst="rect">
            <a:avLst/>
          </a:prstGeom>
          <a:noFill/>
          <a:ln/>
        </p:spPr>
        <p:txBody>
          <a:bodyPr wrap="square" rtlCol="0" anchor="t"/>
          <a:lstStyle/>
          <a:p>
            <a:pPr indent="0" marL="0">
              <a:lnSpc>
                <a:spcPct val="125000"/>
              </a:lnSpc>
              <a:spcAft>
                <a:spcPts val="600"/>
              </a:spcAft>
              <a:buNone/>
            </a:pPr>
            <a:r>
              <a:rPr lang="en-US" sz="1400" dirty="0">
                <a:solidFill>
                  <a:srgbClr val="FFFFFF"/>
                </a:solidFill>
                <a:latin typeface="Manrope" pitchFamily="34" charset="0"/>
                <a:ea typeface="Manrope" pitchFamily="34" charset="-122"/>
                <a:cs typeface="Manrope" pitchFamily="34" charset="-120"/>
              </a:rPr>
              <a:t>Skip Stage 0 if you can already write a short program that loops over a list, uses if/else, defines functions and reads a file.</a:t>
            </a:r>
            <a:endParaRPr lang="en-US" sz="1200" dirty="0"/>
          </a:p>
        </p:txBody>
      </p:sp>
      <p:sp>
        <p:nvSpPr>
          <p:cNvPr id="107" name="Shape 105"/>
          <p:cNvSpPr/>
          <p:nvPr/>
        </p:nvSpPr>
        <p:spPr>
          <a:xfrm>
            <a:off x="887882" y="2569464"/>
            <a:ext cx="377647" cy="377647"/>
          </a:xfrm>
          <a:prstGeom prst="ellipse">
            <a:avLst/>
          </a:prstGeom>
          <a:ln w="15875">
            <a:solidFill>
              <a:srgbClr val="9FEF9C"/>
            </a:solidFill>
            <a:prstDash val="solid"/>
          </a:ln>
        </p:spPr>
      </p:sp>
      <p:sp>
        <p:nvSpPr>
          <p:cNvPr id="108" name="Shape 106"/>
          <p:cNvSpPr/>
          <p:nvPr/>
        </p:nvSpPr>
        <p:spPr>
          <a:xfrm>
            <a:off x="1012506" y="2694088"/>
            <a:ext cx="128400" cy="128400"/>
          </a:xfrm>
          <a:prstGeom prst="ellipse">
            <a:avLst/>
          </a:prstGeom>
          <a:solidFill>
            <a:srgbClr val="9FEF9C"/>
          </a:solidFill>
          <a:ln/>
        </p:spPr>
      </p:sp>
      <p:sp>
        <p:nvSpPr>
          <p:cNvPr id="109" name="Text 107"/>
          <p:cNvSpPr/>
          <p:nvPr/>
        </p:nvSpPr>
        <p:spPr>
          <a:xfrm>
            <a:off x="1447495" y="3792931"/>
            <a:ext cx="4572000" cy="339242"/>
          </a:xfrm>
          <a:prstGeom prst="rect">
            <a:avLst/>
          </a:prstGeom>
          <a:noFill/>
          <a:ln/>
        </p:spPr>
        <p:txBody>
          <a:bodyPr wrap="square" rtlCol="0" anchor="t"/>
          <a:lstStyle/>
          <a:p>
            <a:pPr indent="0" marL="0">
              <a:lnSpc>
                <a:spcPct val="125000"/>
              </a:lnSpc>
              <a:spcAft>
                <a:spcPts val="600"/>
              </a:spcAft>
              <a:buNone/>
            </a:pPr>
            <a:r>
              <a:rPr lang="en-US" sz="1800" dirty="0">
                <a:solidFill>
                  <a:srgbClr val="D5E6CD"/>
                </a:solidFill>
                <a:latin typeface="Manrope" pitchFamily="34" charset="0"/>
                <a:ea typeface="Manrope" pitchFamily="34" charset="-122"/>
                <a:cs typeface="Manrope" pitchFamily="34" charset="-120"/>
              </a:rPr>
              <a:t>Why it exists</a:t>
            </a:r>
            <a:endParaRPr lang="en-US" sz="1800" dirty="0"/>
          </a:p>
        </p:txBody>
      </p:sp>
      <p:sp>
        <p:nvSpPr>
          <p:cNvPr id="110" name="Text 108"/>
          <p:cNvSpPr/>
          <p:nvPr/>
        </p:nvSpPr>
        <p:spPr>
          <a:xfrm>
            <a:off x="1447495" y="4136746"/>
            <a:ext cx="4572000" cy="777240"/>
          </a:xfrm>
          <a:prstGeom prst="rect">
            <a:avLst/>
          </a:prstGeom>
          <a:noFill/>
          <a:ln/>
        </p:spPr>
        <p:txBody>
          <a:bodyPr wrap="square" rtlCol="0" anchor="t"/>
          <a:lstStyle/>
          <a:p>
            <a:pPr indent="0" marL="0">
              <a:lnSpc>
                <a:spcPct val="125000"/>
              </a:lnSpc>
              <a:spcAft>
                <a:spcPts val="600"/>
              </a:spcAft>
              <a:buNone/>
            </a:pPr>
            <a:r>
              <a:rPr lang="en-US" sz="1400" dirty="0">
                <a:solidFill>
                  <a:srgbClr val="FFFFFF"/>
                </a:solidFill>
                <a:latin typeface="Manrope" pitchFamily="34" charset="0"/>
                <a:ea typeface="Manrope" pitchFamily="34" charset="-122"/>
                <a:cs typeface="Manrope" pitchFamily="34" charset="-120"/>
              </a:rPr>
              <a:t>The official Python Tutorial assumes you already program. These resources assume no experience.</a:t>
            </a:r>
            <a:endParaRPr lang="en-US" sz="1200" dirty="0"/>
          </a:p>
        </p:txBody>
      </p:sp>
      <p:sp>
        <p:nvSpPr>
          <p:cNvPr id="111" name="Shape 109"/>
          <p:cNvSpPr/>
          <p:nvPr/>
        </p:nvSpPr>
        <p:spPr>
          <a:xfrm>
            <a:off x="854050" y="3840480"/>
            <a:ext cx="488290" cy="406908"/>
          </a:xfrm>
          <a:prstGeom prst="ellipse">
            <a:avLst/>
          </a:prstGeom>
          <a:ln w="15875">
            <a:solidFill>
              <a:srgbClr val="9FEF9C"/>
            </a:solidFill>
            <a:prstDash val="solid"/>
          </a:ln>
        </p:spPr>
      </p:sp>
      <p:sp>
        <p:nvSpPr>
          <p:cNvPr id="112" name="Shape 110"/>
          <p:cNvSpPr/>
          <p:nvPr/>
        </p:nvSpPr>
        <p:spPr>
          <a:xfrm>
            <a:off x="1015185" y="3974760"/>
            <a:ext cx="166018" cy="138349"/>
          </a:xfrm>
          <a:prstGeom prst="ellipse">
            <a:avLst/>
          </a:prstGeom>
          <a:solidFill>
            <a:srgbClr val="9FEF9C"/>
          </a:solidFill>
          <a:ln/>
        </p:spPr>
      </p:sp>
      <p:sp>
        <p:nvSpPr>
          <p:cNvPr id="113" name="Text 111"/>
          <p:cNvSpPr/>
          <p:nvPr/>
        </p:nvSpPr>
        <p:spPr>
          <a:xfrm>
            <a:off x="1447495" y="5075834"/>
            <a:ext cx="4572000" cy="339242"/>
          </a:xfrm>
          <a:prstGeom prst="rect">
            <a:avLst/>
          </a:prstGeom>
          <a:noFill/>
          <a:ln/>
        </p:spPr>
        <p:txBody>
          <a:bodyPr wrap="square" rtlCol="0" anchor="t"/>
          <a:lstStyle/>
          <a:p>
            <a:pPr indent="0" marL="0">
              <a:lnSpc>
                <a:spcPct val="125000"/>
              </a:lnSpc>
              <a:spcAft>
                <a:spcPts val="600"/>
              </a:spcAft>
              <a:buNone/>
            </a:pPr>
            <a:r>
              <a:rPr lang="en-US" sz="1800" dirty="0">
                <a:solidFill>
                  <a:srgbClr val="D5E6CD"/>
                </a:solidFill>
                <a:latin typeface="Manrope" pitchFamily="34" charset="0"/>
                <a:ea typeface="Manrope" pitchFamily="34" charset="-122"/>
                <a:cs typeface="Manrope" pitchFamily="34" charset="-120"/>
              </a:rPr>
              <a:t>Projects to build</a:t>
            </a:r>
            <a:endParaRPr lang="en-US" sz="1800" dirty="0"/>
          </a:p>
        </p:txBody>
      </p:sp>
      <p:sp>
        <p:nvSpPr>
          <p:cNvPr id="114" name="Text 112"/>
          <p:cNvSpPr/>
          <p:nvPr/>
        </p:nvSpPr>
        <p:spPr>
          <a:xfrm>
            <a:off x="1447495" y="5419649"/>
            <a:ext cx="4572000" cy="777240"/>
          </a:xfrm>
          <a:prstGeom prst="rect">
            <a:avLst/>
          </a:prstGeom>
          <a:noFill/>
          <a:ln/>
        </p:spPr>
        <p:txBody>
          <a:bodyPr wrap="square" rtlCol="0" anchor="t"/>
          <a:lstStyle/>
          <a:p>
            <a:pPr indent="0" marL="0">
              <a:lnSpc>
                <a:spcPct val="125000"/>
              </a:lnSpc>
              <a:spcAft>
                <a:spcPts val="600"/>
              </a:spcAft>
              <a:buNone/>
            </a:pPr>
            <a:r>
              <a:rPr lang="en-US" sz="1400" dirty="0">
                <a:solidFill>
                  <a:srgbClr val="FFFFFF"/>
                </a:solidFill>
                <a:latin typeface="Manrope" pitchFamily="34" charset="0"/>
                <a:ea typeface="Manrope" pitchFamily="34" charset="-122"/>
                <a:cs typeface="Manrope" pitchFamily="34" charset="-120"/>
              </a:rPr>
              <a:t>A file-renaming script, a CSV summary tool and a tiny text-adventure game with functions and classes.</a:t>
            </a:r>
            <a:endParaRPr lang="en-US" sz="1200" dirty="0"/>
          </a:p>
        </p:txBody>
      </p:sp>
      <p:sp>
        <p:nvSpPr>
          <p:cNvPr id="115" name="Shape 113"/>
          <p:cNvSpPr/>
          <p:nvPr/>
        </p:nvSpPr>
        <p:spPr>
          <a:xfrm>
            <a:off x="875081" y="5075834"/>
            <a:ext cx="410566" cy="410566"/>
          </a:xfrm>
          <a:prstGeom prst="ellipse">
            <a:avLst/>
          </a:prstGeom>
          <a:ln w="15875">
            <a:solidFill>
              <a:srgbClr val="9FEF9C"/>
            </a:solidFill>
            <a:prstDash val="solid"/>
          </a:ln>
        </p:spPr>
      </p:sp>
      <p:sp>
        <p:nvSpPr>
          <p:cNvPr id="116" name="Shape 114"/>
          <p:cNvSpPr/>
          <p:nvPr/>
        </p:nvSpPr>
        <p:spPr>
          <a:xfrm>
            <a:off x="1010567" y="5211321"/>
            <a:ext cx="139592" cy="139592"/>
          </a:xfrm>
          <a:prstGeom prst="ellipse">
            <a:avLst/>
          </a:prstGeom>
          <a:solidFill>
            <a:srgbClr val="9FEF9C"/>
          </a:solidFill>
          <a:ln/>
        </p:spPr>
      </p:sp>
      <p:sp>
        <p:nvSpPr>
          <p:cNvPr id="2001" name="g1 text 2001"/>
          <p:cNvSpPr txBox="1"/>
          <p:nvPr/>
        </p:nvSpPr>
        <p:spPr>
          <a:xfrm>
            <a:off x="7086600" y="1325880"/>
            <a:ext cx="4572000" cy="411480"/>
          </a:xfrm>
          <a:prstGeom prst="rect">
            <a:avLst/>
          </a:prstGeom>
          <a:noFill/>
        </p:spPr>
        <p:txBody>
          <a:bodyPr wrap="square" lIns="0" tIns="0" rIns="0" bIns="0" anchor="t">
            <a:noAutofit/>
          </a:bodyPr>
          <a:lstStyle/>
          <a:p>
            <a:pPr algn="l">
              <a:lnSpc>
                <a:spcPct val="100000"/>
              </a:lnSpc>
              <a:buNone/>
            </a:pPr>
            <a:r>
              <a:rPr lang="en-US" sz="2000" b="1" dirty="0">
                <a:solidFill>
                  <a:srgbClr val="FFFFFF"/>
                </a:solidFill>
                <a:latin typeface="Manrope"/>
                <a:ea typeface="Manrope"/>
                <a:cs typeface="Manrope"/>
              </a:rPr>
              <a:t>Recommended order (editorial)</a:t>
            </a:r>
          </a:p>
        </p:txBody>
      </p:sp>
      <p:sp>
        <p:nvSpPr>
          <p:cNvPr id="2002" name="g1 shape 2002"/>
          <p:cNvSpPr/>
          <p:nvPr/>
        </p:nvSpPr>
        <p:spPr>
          <a:xfrm>
            <a:off x="7315200" y="2331720"/>
            <a:ext cx="0" cy="3291840"/>
          </a:xfrm>
          <a:prstGeom prst="line">
            <a:avLst/>
          </a:prstGeom>
          <a:noFill/>
          <a:ln w="19050">
            <a:solidFill>
              <a:srgbClr val="FCFF9B"/>
            </a:solidFill>
          </a:ln>
        </p:spPr>
      </p:sp>
      <p:sp>
        <p:nvSpPr>
          <p:cNvPr id="2003" name="g1 shape 2003"/>
          <p:cNvSpPr/>
          <p:nvPr/>
        </p:nvSpPr>
        <p:spPr>
          <a:xfrm>
            <a:off x="7086600" y="2103120"/>
            <a:ext cx="457200" cy="457200"/>
          </a:xfrm>
          <a:prstGeom prst="ellipse">
            <a:avLst/>
          </a:prstGeom>
          <a:solidFill>
            <a:srgbClr val="FCFF9B"/>
          </a:solidFill>
          <a:ln>
            <a:noFill/>
          </a:ln>
        </p:spPr>
        <p:txBody>
          <a:bodyPr wrap="none" lIns="0" tIns="0" rIns="0" bIns="0" anchor="ctr">
            <a:noAutofit/>
          </a:bodyPr>
          <a:lstStyle/>
          <a:p>
            <a:pPr algn="ctr">
              <a:buNone/>
            </a:pPr>
            <a:r>
              <a:rPr lang="en-US" sz="1600" b="1" dirty="0">
                <a:solidFill>
                  <a:srgbClr val="12352B"/>
                </a:solidFill>
                <a:latin typeface="Manrope"/>
                <a:ea typeface="Manrope"/>
                <a:cs typeface="Manrope"/>
              </a:rPr>
              <a:t>1</a:t>
            </a:r>
          </a:p>
        </p:txBody>
      </p:sp>
      <p:sp>
        <p:nvSpPr>
          <p:cNvPr id="2004" name="g1 text 2004"/>
          <p:cNvSpPr txBox="1"/>
          <p:nvPr/>
        </p:nvSpPr>
        <p:spPr>
          <a:xfrm>
            <a:off x="7772400" y="2084832"/>
            <a:ext cx="4206240" cy="320040"/>
          </a:xfrm>
          <a:prstGeom prst="rect">
            <a:avLst/>
          </a:prstGeom>
          <a:noFill/>
        </p:spPr>
        <p:txBody>
          <a:bodyPr wrap="square" lIns="0" tIns="0" rIns="0" bIns="0" anchor="t">
            <a:noAutofit/>
          </a:bodyPr>
          <a:lstStyle/>
          <a:p>
            <a:pPr algn="l">
              <a:lnSpc>
                <a:spcPct val="100000"/>
              </a:lnSpc>
              <a:buNone/>
            </a:pPr>
            <a:r>
              <a:rPr lang="en-US" sz="1700" b="1" dirty="0">
                <a:solidFill>
                  <a:srgbClr val="FFFFFF"/>
                </a:solidFill>
                <a:latin typeface="Manrope"/>
                <a:ea typeface="Manrope"/>
                <a:cs typeface="Manrope"/>
              </a:rPr>
              <a:t>CS50P (Harvard)</a:t>
            </a:r>
          </a:p>
        </p:txBody>
      </p:sp>
      <p:sp>
        <p:nvSpPr>
          <p:cNvPr id="2005" name="g1 text 2005"/>
          <p:cNvSpPr txBox="1"/>
          <p:nvPr/>
        </p:nvSpPr>
        <p:spPr>
          <a:xfrm>
            <a:off x="7772400" y="2432304"/>
            <a:ext cx="4206240" cy="640080"/>
          </a:xfrm>
          <a:prstGeom prst="rect">
            <a:avLst/>
          </a:prstGeom>
          <a:noFill/>
        </p:spPr>
        <p:txBody>
          <a:bodyPr wrap="square" lIns="0" tIns="0" rIns="0" bIns="0" anchor="t">
            <a:noAutofit/>
          </a:bodyPr>
          <a:lstStyle/>
          <a:p>
            <a:pPr algn="l">
              <a:lnSpc>
                <a:spcPct val="100000"/>
              </a:lnSpc>
              <a:buNone/>
            </a:pPr>
            <a:r>
              <a:rPr lang="en-US" sz="1300" b="0" dirty="0">
                <a:solidFill>
                  <a:srgbClr val="FFFFFF"/>
                </a:solidFill>
                <a:latin typeface="Manrope"/>
                <a:ea typeface="Manrope"/>
                <a:cs typeface="Manrope"/>
              </a:rPr>
              <a:t>Free. “Designed for students with or without prior programming experience.”</a:t>
            </a:r>
          </a:p>
        </p:txBody>
      </p:sp>
      <p:sp>
        <p:nvSpPr>
          <p:cNvPr id="2006" name="g1 shape 2006"/>
          <p:cNvSpPr/>
          <p:nvPr/>
        </p:nvSpPr>
        <p:spPr>
          <a:xfrm>
            <a:off x="7086600" y="3200400"/>
            <a:ext cx="457200" cy="457200"/>
          </a:xfrm>
          <a:prstGeom prst="ellipse">
            <a:avLst/>
          </a:prstGeom>
          <a:solidFill>
            <a:srgbClr val="FCFF9B"/>
          </a:solidFill>
          <a:ln>
            <a:noFill/>
          </a:ln>
        </p:spPr>
        <p:txBody>
          <a:bodyPr wrap="none" lIns="0" tIns="0" rIns="0" bIns="0" anchor="ctr">
            <a:noAutofit/>
          </a:bodyPr>
          <a:lstStyle/>
          <a:p>
            <a:pPr algn="ctr">
              <a:buNone/>
            </a:pPr>
            <a:r>
              <a:rPr lang="en-US" sz="1600" b="1" dirty="0">
                <a:solidFill>
                  <a:srgbClr val="12352B"/>
                </a:solidFill>
                <a:latin typeface="Manrope"/>
                <a:ea typeface="Manrope"/>
                <a:cs typeface="Manrope"/>
              </a:rPr>
              <a:t>2</a:t>
            </a:r>
          </a:p>
        </p:txBody>
      </p:sp>
      <p:sp>
        <p:nvSpPr>
          <p:cNvPr id="2007" name="g1 text 2007"/>
          <p:cNvSpPr txBox="1"/>
          <p:nvPr/>
        </p:nvSpPr>
        <p:spPr>
          <a:xfrm>
            <a:off x="7772400" y="3182112"/>
            <a:ext cx="4206240" cy="320040"/>
          </a:xfrm>
          <a:prstGeom prst="rect">
            <a:avLst/>
          </a:prstGeom>
          <a:noFill/>
        </p:spPr>
        <p:txBody>
          <a:bodyPr wrap="square" lIns="0" tIns="0" rIns="0" bIns="0" anchor="t">
            <a:noAutofit/>
          </a:bodyPr>
          <a:lstStyle/>
          <a:p>
            <a:pPr algn="l">
              <a:lnSpc>
                <a:spcPct val="100000"/>
              </a:lnSpc>
              <a:buNone/>
            </a:pPr>
            <a:r>
              <a:rPr lang="en-US" sz="1700" b="1" dirty="0">
                <a:solidFill>
                  <a:srgbClr val="FFFFFF"/>
                </a:solidFill>
                <a:latin typeface="Manrope"/>
                <a:ea typeface="Manrope"/>
                <a:cs typeface="Manrope"/>
              </a:rPr>
              <a:t>Automate the Boring Stuff</a:t>
            </a:r>
          </a:p>
        </p:txBody>
      </p:sp>
      <p:sp>
        <p:nvSpPr>
          <p:cNvPr id="2008" name="g1 text 2008"/>
          <p:cNvSpPr txBox="1"/>
          <p:nvPr/>
        </p:nvSpPr>
        <p:spPr>
          <a:xfrm>
            <a:off x="7772400" y="3529584"/>
            <a:ext cx="4206240" cy="640080"/>
          </a:xfrm>
          <a:prstGeom prst="rect">
            <a:avLst/>
          </a:prstGeom>
          <a:noFill/>
        </p:spPr>
        <p:txBody>
          <a:bodyPr wrap="square" lIns="0" tIns="0" rIns="0" bIns="0" anchor="t">
            <a:noAutofit/>
          </a:bodyPr>
          <a:lstStyle/>
          <a:p>
            <a:pPr algn="l">
              <a:lnSpc>
                <a:spcPct val="100000"/>
              </a:lnSpc>
              <a:buNone/>
            </a:pPr>
            <a:r>
              <a:rPr lang="en-US" sz="1300" b="0" dirty="0">
                <a:solidFill>
                  <a:srgbClr val="FFFFFF"/>
                </a:solidFill>
                <a:latin typeface="Manrope"/>
                <a:ea typeface="Manrope"/>
                <a:cs typeface="Manrope"/>
              </a:rPr>
              <a:t>Free to read (Creative Commons). Practical projects.</a:t>
            </a:r>
          </a:p>
        </p:txBody>
      </p:sp>
      <p:sp>
        <p:nvSpPr>
          <p:cNvPr id="2009" name="g1 shape 2009"/>
          <p:cNvSpPr/>
          <p:nvPr/>
        </p:nvSpPr>
        <p:spPr>
          <a:xfrm>
            <a:off x="7086600" y="4297680"/>
            <a:ext cx="457200" cy="457200"/>
          </a:xfrm>
          <a:prstGeom prst="ellipse">
            <a:avLst/>
          </a:prstGeom>
          <a:solidFill>
            <a:srgbClr val="FCFF9B"/>
          </a:solidFill>
          <a:ln>
            <a:noFill/>
          </a:ln>
        </p:spPr>
        <p:txBody>
          <a:bodyPr wrap="none" lIns="0" tIns="0" rIns="0" bIns="0" anchor="ctr">
            <a:noAutofit/>
          </a:bodyPr>
          <a:lstStyle/>
          <a:p>
            <a:pPr algn="ctr">
              <a:buNone/>
            </a:pPr>
            <a:r>
              <a:rPr lang="en-US" sz="1600" b="1" dirty="0">
                <a:solidFill>
                  <a:srgbClr val="12352B"/>
                </a:solidFill>
                <a:latin typeface="Manrope"/>
                <a:ea typeface="Manrope"/>
                <a:cs typeface="Manrope"/>
              </a:rPr>
              <a:t>3</a:t>
            </a:r>
          </a:p>
        </p:txBody>
      </p:sp>
      <p:sp>
        <p:nvSpPr>
          <p:cNvPr id="2010" name="g1 text 2010"/>
          <p:cNvSpPr txBox="1"/>
          <p:nvPr/>
        </p:nvSpPr>
        <p:spPr>
          <a:xfrm>
            <a:off x="7772400" y="4279392"/>
            <a:ext cx="4206240" cy="320040"/>
          </a:xfrm>
          <a:prstGeom prst="rect">
            <a:avLst/>
          </a:prstGeom>
          <a:noFill/>
        </p:spPr>
        <p:txBody>
          <a:bodyPr wrap="square" lIns="0" tIns="0" rIns="0" bIns="0" anchor="t">
            <a:noAutofit/>
          </a:bodyPr>
          <a:lstStyle/>
          <a:p>
            <a:pPr algn="l">
              <a:lnSpc>
                <a:spcPct val="100000"/>
              </a:lnSpc>
              <a:buNone/>
            </a:pPr>
            <a:r>
              <a:rPr lang="en-US" sz="1700" b="1" dirty="0">
                <a:solidFill>
                  <a:srgbClr val="FFFFFF"/>
                </a:solidFill>
                <a:latin typeface="Manrope"/>
                <a:ea typeface="Manrope"/>
                <a:cs typeface="Manrope"/>
              </a:rPr>
              <a:t>Kaggle Learn: Python + pandas</a:t>
            </a:r>
          </a:p>
        </p:txBody>
      </p:sp>
      <p:sp>
        <p:nvSpPr>
          <p:cNvPr id="2011" name="g1 text 2011"/>
          <p:cNvSpPr txBox="1"/>
          <p:nvPr/>
        </p:nvSpPr>
        <p:spPr>
          <a:xfrm>
            <a:off x="7772400" y="4626864"/>
            <a:ext cx="4206240" cy="640080"/>
          </a:xfrm>
          <a:prstGeom prst="rect">
            <a:avLst/>
          </a:prstGeom>
          <a:noFill/>
        </p:spPr>
        <p:txBody>
          <a:bodyPr wrap="square" lIns="0" tIns="0" rIns="0" bIns="0" anchor="t">
            <a:noAutofit/>
          </a:bodyPr>
          <a:lstStyle/>
          <a:p>
            <a:pPr algn="l">
              <a:lnSpc>
                <a:spcPct val="100000"/>
              </a:lnSpc>
              <a:buNone/>
            </a:pPr>
            <a:r>
              <a:rPr lang="en-US" sz="1300" b="0" dirty="0">
                <a:solidFill>
                  <a:srgbClr val="FFFFFF"/>
                </a:solidFill>
                <a:latin typeface="Manrope"/>
                <a:ea typeface="Manrope"/>
                <a:cs typeface="Manrope"/>
              </a:rPr>
              <a:t>Free. A short bridge into Stage 1 data and ML work.</a:t>
            </a:r>
          </a:p>
        </p:txBody>
      </p:sp>
      <p:sp>
        <p:nvSpPr>
          <p:cNvPr id="2012" name="g1 shape 2012"/>
          <p:cNvSpPr/>
          <p:nvPr/>
        </p:nvSpPr>
        <p:spPr>
          <a:xfrm>
            <a:off x="7086600" y="5394960"/>
            <a:ext cx="457200" cy="457200"/>
          </a:xfrm>
          <a:prstGeom prst="ellipse">
            <a:avLst/>
          </a:prstGeom>
          <a:solidFill>
            <a:srgbClr val="FCFF9B"/>
          </a:solidFill>
          <a:ln>
            <a:noFill/>
          </a:ln>
        </p:spPr>
        <p:txBody>
          <a:bodyPr wrap="none" lIns="0" tIns="0" rIns="0" bIns="0" anchor="ctr">
            <a:noAutofit/>
          </a:bodyPr>
          <a:lstStyle/>
          <a:p>
            <a:pPr algn="ctr">
              <a:buNone/>
            </a:pPr>
            <a:r>
              <a:rPr lang="en-US" sz="1600" b="1" dirty="0">
                <a:solidFill>
                  <a:srgbClr val="12352B"/>
                </a:solidFill>
                <a:latin typeface="Manrope"/>
                <a:ea typeface="Manrope"/>
                <a:cs typeface="Manrope"/>
              </a:rPr>
              <a:t>4</a:t>
            </a:r>
          </a:p>
        </p:txBody>
      </p:sp>
      <p:sp>
        <p:nvSpPr>
          <p:cNvPr id="2013" name="g1 text 2013"/>
          <p:cNvSpPr txBox="1"/>
          <p:nvPr/>
        </p:nvSpPr>
        <p:spPr>
          <a:xfrm>
            <a:off x="7772400" y="5376672"/>
            <a:ext cx="4206240" cy="320040"/>
          </a:xfrm>
          <a:prstGeom prst="rect">
            <a:avLst/>
          </a:prstGeom>
          <a:noFill/>
        </p:spPr>
        <p:txBody>
          <a:bodyPr wrap="square" lIns="0" tIns="0" rIns="0" bIns="0" anchor="t">
            <a:noAutofit/>
          </a:bodyPr>
          <a:lstStyle/>
          <a:p>
            <a:pPr algn="l">
              <a:lnSpc>
                <a:spcPct val="100000"/>
              </a:lnSpc>
              <a:buNone/>
            </a:pPr>
            <a:r>
              <a:rPr lang="en-US" sz="1700" b="1" dirty="0">
                <a:solidFill>
                  <a:srgbClr val="FFFFFF"/>
                </a:solidFill>
                <a:latin typeface="Manrope"/>
                <a:ea typeface="Manrope"/>
                <a:cs typeface="Manrope"/>
              </a:rPr>
              <a:t>The Python Tutorial</a:t>
            </a:r>
          </a:p>
        </p:txBody>
      </p:sp>
      <p:sp>
        <p:nvSpPr>
          <p:cNvPr id="2014" name="g1 text 2014"/>
          <p:cNvSpPr txBox="1"/>
          <p:nvPr/>
        </p:nvSpPr>
        <p:spPr>
          <a:xfrm>
            <a:off x="7772400" y="5724144"/>
            <a:ext cx="4206240" cy="640080"/>
          </a:xfrm>
          <a:prstGeom prst="rect">
            <a:avLst/>
          </a:prstGeom>
          <a:noFill/>
        </p:spPr>
        <p:txBody>
          <a:bodyPr wrap="square" lIns="0" tIns="0" rIns="0" bIns="0" anchor="t">
            <a:noAutofit/>
          </a:bodyPr>
          <a:lstStyle/>
          <a:p>
            <a:pPr algn="l">
              <a:lnSpc>
                <a:spcPct val="100000"/>
              </a:lnSpc>
              <a:buNone/>
            </a:pPr>
            <a:r>
              <a:rPr lang="en-US" sz="1300" b="0" dirty="0">
                <a:solidFill>
                  <a:srgbClr val="FFFFFF"/>
                </a:solidFill>
                <a:latin typeface="Manrope"/>
                <a:ea typeface="Manrope"/>
                <a:cs typeface="Manrope"/>
              </a:rPr>
              <a:t>Official docs. Use it as the Stage 1 reference.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D1D1D"/>
        </a:solidFill>
      </p:bgPr>
    </p:bg>
    <p:spTree>
      <p:nvGrpSpPr>
        <p:cNvPr id="1" name=""/>
        <p:cNvGrpSpPr/>
        <p:nvPr/>
      </p:nvGrpSpPr>
      <p:grpSpPr>
        <a:xfrm>
          <a:off x="0" y="0"/>
          <a:ext cx="0" cy="0"/>
          <a:chOff x="0" y="0"/>
          <a:chExt cx="0" cy="0"/>
        </a:xfrm>
      </p:grpSpPr>
      <p:sp>
        <p:nvSpPr>
          <p:cNvPr id="2" name="Shape 0"/>
          <p:cNvSpPr/>
          <p:nvPr/>
        </p:nvSpPr>
        <p:spPr>
          <a:xfrm>
            <a:off x="0" y="0"/>
            <a:ext cx="5729630" cy="6858000"/>
          </a:xfrm>
          <a:prstGeom prst="rect">
            <a:avLst/>
          </a:prstGeom>
          <a:solidFill>
            <a:srgbClr val="0C4441"/>
          </a:solidFill>
          <a:ln/>
        </p:spPr>
      </p:sp>
      <p:sp>
        <p:nvSpPr>
          <p:cNvPr id="3" name="Shape 1"/>
          <p:cNvSpPr/>
          <p:nvPr/>
        </p:nvSpPr>
        <p:spPr>
          <a:xfrm>
            <a:off x="626364" y="-74066"/>
            <a:ext cx="803758" cy="753809"/>
          </a:xfrm>
          <a:prstGeom prst="rect">
            <a:avLst/>
          </a:prstGeom>
          <a:solidFill>
            <a:srgbClr val="F8FE05">
              <a:alpha val="8250"/>
            </a:srgbClr>
          </a:solidFill>
          <a:ln/>
        </p:spPr>
      </p:sp>
      <p:sp>
        <p:nvSpPr>
          <p:cNvPr id="4" name="Shape 2"/>
          <p:cNvSpPr/>
          <p:nvPr/>
        </p:nvSpPr>
        <p:spPr>
          <a:xfrm>
            <a:off x="626364" y="670598"/>
            <a:ext cx="803758" cy="753809"/>
          </a:xfrm>
          <a:prstGeom prst="rect">
            <a:avLst/>
          </a:prstGeom>
          <a:solidFill>
            <a:srgbClr val="F8FE05">
              <a:alpha val="7219"/>
            </a:srgbClr>
          </a:solidFill>
          <a:ln/>
        </p:spPr>
      </p:sp>
      <p:sp>
        <p:nvSpPr>
          <p:cNvPr id="5" name="Shape 3"/>
          <p:cNvSpPr/>
          <p:nvPr/>
        </p:nvSpPr>
        <p:spPr>
          <a:xfrm>
            <a:off x="626364" y="1415263"/>
            <a:ext cx="803758" cy="753809"/>
          </a:xfrm>
          <a:prstGeom prst="rect">
            <a:avLst/>
          </a:prstGeom>
          <a:solidFill>
            <a:srgbClr val="F8FE05">
              <a:alpha val="6188"/>
            </a:srgbClr>
          </a:solidFill>
          <a:ln/>
        </p:spPr>
      </p:sp>
      <p:sp>
        <p:nvSpPr>
          <p:cNvPr id="6" name="Shape 4"/>
          <p:cNvSpPr/>
          <p:nvPr/>
        </p:nvSpPr>
        <p:spPr>
          <a:xfrm>
            <a:off x="626364" y="2159927"/>
            <a:ext cx="803758" cy="753809"/>
          </a:xfrm>
          <a:prstGeom prst="rect">
            <a:avLst/>
          </a:prstGeom>
          <a:solidFill>
            <a:srgbClr val="F8FE05">
              <a:alpha val="5156"/>
            </a:srgbClr>
          </a:solidFill>
          <a:ln/>
        </p:spPr>
      </p:sp>
      <p:sp>
        <p:nvSpPr>
          <p:cNvPr id="7" name="Shape 5"/>
          <p:cNvSpPr/>
          <p:nvPr/>
        </p:nvSpPr>
        <p:spPr>
          <a:xfrm>
            <a:off x="626364" y="2904592"/>
            <a:ext cx="803758" cy="753809"/>
          </a:xfrm>
          <a:prstGeom prst="rect">
            <a:avLst/>
          </a:prstGeom>
          <a:solidFill>
            <a:srgbClr val="F8FE05">
              <a:alpha val="4125"/>
            </a:srgbClr>
          </a:solidFill>
          <a:ln/>
        </p:spPr>
      </p:sp>
      <p:sp>
        <p:nvSpPr>
          <p:cNvPr id="8" name="Shape 6"/>
          <p:cNvSpPr/>
          <p:nvPr/>
        </p:nvSpPr>
        <p:spPr>
          <a:xfrm>
            <a:off x="626364" y="3649256"/>
            <a:ext cx="803758" cy="753809"/>
          </a:xfrm>
          <a:prstGeom prst="rect">
            <a:avLst/>
          </a:prstGeom>
          <a:solidFill>
            <a:srgbClr val="F8FE05">
              <a:alpha val="3094"/>
            </a:srgbClr>
          </a:solidFill>
          <a:ln/>
        </p:spPr>
      </p:sp>
      <p:sp>
        <p:nvSpPr>
          <p:cNvPr id="9" name="Shape 7"/>
          <p:cNvSpPr/>
          <p:nvPr/>
        </p:nvSpPr>
        <p:spPr>
          <a:xfrm>
            <a:off x="626364" y="4393921"/>
            <a:ext cx="803758" cy="753809"/>
          </a:xfrm>
          <a:prstGeom prst="rect">
            <a:avLst/>
          </a:prstGeom>
          <a:solidFill>
            <a:srgbClr val="F8FE05">
              <a:alpha val="2063"/>
            </a:srgbClr>
          </a:solidFill>
          <a:ln/>
        </p:spPr>
      </p:sp>
      <p:sp>
        <p:nvSpPr>
          <p:cNvPr id="10" name="Shape 8"/>
          <p:cNvSpPr/>
          <p:nvPr/>
        </p:nvSpPr>
        <p:spPr>
          <a:xfrm>
            <a:off x="626364" y="5138585"/>
            <a:ext cx="803758" cy="753809"/>
          </a:xfrm>
          <a:prstGeom prst="rect">
            <a:avLst/>
          </a:prstGeom>
          <a:solidFill>
            <a:srgbClr val="F8FE05">
              <a:alpha val="1031"/>
            </a:srgbClr>
          </a:solidFill>
          <a:ln/>
        </p:spPr>
      </p:sp>
      <p:sp>
        <p:nvSpPr>
          <p:cNvPr id="11" name="Shape 9"/>
          <p:cNvSpPr/>
          <p:nvPr/>
        </p:nvSpPr>
        <p:spPr>
          <a:xfrm>
            <a:off x="1997050" y="-74066"/>
            <a:ext cx="803758" cy="427825"/>
          </a:xfrm>
          <a:prstGeom prst="rect">
            <a:avLst/>
          </a:prstGeom>
          <a:solidFill>
            <a:srgbClr val="F8FE05">
              <a:alpha val="3850"/>
            </a:srgbClr>
          </a:solidFill>
          <a:ln/>
        </p:spPr>
      </p:sp>
      <p:sp>
        <p:nvSpPr>
          <p:cNvPr id="12" name="Shape 10"/>
          <p:cNvSpPr/>
          <p:nvPr/>
        </p:nvSpPr>
        <p:spPr>
          <a:xfrm>
            <a:off x="1997050" y="344614"/>
            <a:ext cx="803758" cy="427825"/>
          </a:xfrm>
          <a:prstGeom prst="rect">
            <a:avLst/>
          </a:prstGeom>
          <a:solidFill>
            <a:srgbClr val="F8FE05">
              <a:alpha val="3369"/>
            </a:srgbClr>
          </a:solidFill>
          <a:ln/>
        </p:spPr>
      </p:sp>
      <p:sp>
        <p:nvSpPr>
          <p:cNvPr id="13" name="Shape 11"/>
          <p:cNvSpPr/>
          <p:nvPr/>
        </p:nvSpPr>
        <p:spPr>
          <a:xfrm>
            <a:off x="1997050" y="763295"/>
            <a:ext cx="803758" cy="427825"/>
          </a:xfrm>
          <a:prstGeom prst="rect">
            <a:avLst/>
          </a:prstGeom>
          <a:solidFill>
            <a:srgbClr val="F8FE05">
              <a:alpha val="2888"/>
            </a:srgbClr>
          </a:solidFill>
          <a:ln/>
        </p:spPr>
      </p:sp>
      <p:sp>
        <p:nvSpPr>
          <p:cNvPr id="14" name="Shape 12"/>
          <p:cNvSpPr/>
          <p:nvPr/>
        </p:nvSpPr>
        <p:spPr>
          <a:xfrm>
            <a:off x="1997050" y="1181976"/>
            <a:ext cx="803758" cy="427825"/>
          </a:xfrm>
          <a:prstGeom prst="rect">
            <a:avLst/>
          </a:prstGeom>
          <a:solidFill>
            <a:srgbClr val="F8FE05">
              <a:alpha val="2406"/>
            </a:srgbClr>
          </a:solidFill>
          <a:ln/>
        </p:spPr>
      </p:sp>
      <p:sp>
        <p:nvSpPr>
          <p:cNvPr id="15" name="Shape 13"/>
          <p:cNvSpPr/>
          <p:nvPr/>
        </p:nvSpPr>
        <p:spPr>
          <a:xfrm>
            <a:off x="1997050" y="1600657"/>
            <a:ext cx="803758" cy="427825"/>
          </a:xfrm>
          <a:prstGeom prst="rect">
            <a:avLst/>
          </a:prstGeom>
          <a:solidFill>
            <a:srgbClr val="F8FE05">
              <a:alpha val="1925"/>
            </a:srgbClr>
          </a:solidFill>
          <a:ln/>
        </p:spPr>
      </p:sp>
      <p:sp>
        <p:nvSpPr>
          <p:cNvPr id="16" name="Shape 14"/>
          <p:cNvSpPr/>
          <p:nvPr/>
        </p:nvSpPr>
        <p:spPr>
          <a:xfrm>
            <a:off x="1997050" y="2019338"/>
            <a:ext cx="803758" cy="427825"/>
          </a:xfrm>
          <a:prstGeom prst="rect">
            <a:avLst/>
          </a:prstGeom>
          <a:solidFill>
            <a:srgbClr val="F8FE05">
              <a:alpha val="1444"/>
            </a:srgbClr>
          </a:solidFill>
          <a:ln/>
        </p:spPr>
      </p:sp>
      <p:sp>
        <p:nvSpPr>
          <p:cNvPr id="17" name="Shape 15"/>
          <p:cNvSpPr/>
          <p:nvPr/>
        </p:nvSpPr>
        <p:spPr>
          <a:xfrm>
            <a:off x="1997050" y="2438019"/>
            <a:ext cx="803758" cy="427825"/>
          </a:xfrm>
          <a:prstGeom prst="rect">
            <a:avLst/>
          </a:prstGeom>
          <a:solidFill>
            <a:srgbClr val="F8FE05">
              <a:alpha val="963"/>
            </a:srgbClr>
          </a:solidFill>
          <a:ln/>
        </p:spPr>
      </p:sp>
      <p:sp>
        <p:nvSpPr>
          <p:cNvPr id="18" name="Shape 16"/>
          <p:cNvSpPr/>
          <p:nvPr/>
        </p:nvSpPr>
        <p:spPr>
          <a:xfrm>
            <a:off x="1997050" y="2856700"/>
            <a:ext cx="803758" cy="427825"/>
          </a:xfrm>
          <a:prstGeom prst="rect">
            <a:avLst/>
          </a:prstGeom>
          <a:solidFill>
            <a:srgbClr val="F8FE05">
              <a:alpha val="481"/>
            </a:srgbClr>
          </a:solidFill>
          <a:ln/>
        </p:spPr>
      </p:sp>
      <p:sp>
        <p:nvSpPr>
          <p:cNvPr id="19" name="Shape 17"/>
          <p:cNvSpPr/>
          <p:nvPr/>
        </p:nvSpPr>
        <p:spPr>
          <a:xfrm>
            <a:off x="1306678" y="-48463"/>
            <a:ext cx="803758" cy="572300"/>
          </a:xfrm>
          <a:prstGeom prst="rect">
            <a:avLst/>
          </a:prstGeom>
          <a:solidFill>
            <a:srgbClr val="F8FE05">
              <a:alpha val="5500"/>
            </a:srgbClr>
          </a:solidFill>
          <a:ln/>
        </p:spPr>
      </p:sp>
      <p:sp>
        <p:nvSpPr>
          <p:cNvPr id="20" name="Shape 18"/>
          <p:cNvSpPr/>
          <p:nvPr/>
        </p:nvSpPr>
        <p:spPr>
          <a:xfrm>
            <a:off x="1306678" y="514693"/>
            <a:ext cx="803758" cy="572300"/>
          </a:xfrm>
          <a:prstGeom prst="rect">
            <a:avLst/>
          </a:prstGeom>
          <a:solidFill>
            <a:srgbClr val="F8FE05">
              <a:alpha val="4813"/>
            </a:srgbClr>
          </a:solidFill>
          <a:ln/>
        </p:spPr>
      </p:sp>
      <p:sp>
        <p:nvSpPr>
          <p:cNvPr id="21" name="Shape 19"/>
          <p:cNvSpPr/>
          <p:nvPr/>
        </p:nvSpPr>
        <p:spPr>
          <a:xfrm>
            <a:off x="1306678" y="1077849"/>
            <a:ext cx="803758" cy="572300"/>
          </a:xfrm>
          <a:prstGeom prst="rect">
            <a:avLst/>
          </a:prstGeom>
          <a:solidFill>
            <a:srgbClr val="F8FE05">
              <a:alpha val="4125"/>
            </a:srgbClr>
          </a:solidFill>
          <a:ln/>
        </p:spPr>
      </p:sp>
      <p:sp>
        <p:nvSpPr>
          <p:cNvPr id="22" name="Shape 20"/>
          <p:cNvSpPr/>
          <p:nvPr/>
        </p:nvSpPr>
        <p:spPr>
          <a:xfrm>
            <a:off x="1306678" y="1641005"/>
            <a:ext cx="803758" cy="572300"/>
          </a:xfrm>
          <a:prstGeom prst="rect">
            <a:avLst/>
          </a:prstGeom>
          <a:solidFill>
            <a:srgbClr val="F8FE05">
              <a:alpha val="3438"/>
            </a:srgbClr>
          </a:solidFill>
          <a:ln/>
        </p:spPr>
      </p:sp>
      <p:sp>
        <p:nvSpPr>
          <p:cNvPr id="23" name="Shape 21"/>
          <p:cNvSpPr/>
          <p:nvPr/>
        </p:nvSpPr>
        <p:spPr>
          <a:xfrm>
            <a:off x="1306678" y="2204161"/>
            <a:ext cx="803758" cy="572300"/>
          </a:xfrm>
          <a:prstGeom prst="rect">
            <a:avLst/>
          </a:prstGeom>
          <a:solidFill>
            <a:srgbClr val="F8FE05">
              <a:alpha val="2750"/>
            </a:srgbClr>
          </a:solidFill>
          <a:ln/>
        </p:spPr>
      </p:sp>
      <p:sp>
        <p:nvSpPr>
          <p:cNvPr id="24" name="Shape 22"/>
          <p:cNvSpPr/>
          <p:nvPr/>
        </p:nvSpPr>
        <p:spPr>
          <a:xfrm>
            <a:off x="1306678" y="2767317"/>
            <a:ext cx="803758" cy="572300"/>
          </a:xfrm>
          <a:prstGeom prst="rect">
            <a:avLst/>
          </a:prstGeom>
          <a:solidFill>
            <a:srgbClr val="F8FE05">
              <a:alpha val="2063"/>
            </a:srgbClr>
          </a:solidFill>
          <a:ln/>
        </p:spPr>
      </p:sp>
      <p:sp>
        <p:nvSpPr>
          <p:cNvPr id="25" name="Shape 23"/>
          <p:cNvSpPr/>
          <p:nvPr/>
        </p:nvSpPr>
        <p:spPr>
          <a:xfrm>
            <a:off x="1306678" y="3330473"/>
            <a:ext cx="803758" cy="572300"/>
          </a:xfrm>
          <a:prstGeom prst="rect">
            <a:avLst/>
          </a:prstGeom>
          <a:solidFill>
            <a:srgbClr val="F8FE05">
              <a:alpha val="1375"/>
            </a:srgbClr>
          </a:solidFill>
          <a:ln/>
        </p:spPr>
      </p:sp>
      <p:sp>
        <p:nvSpPr>
          <p:cNvPr id="26" name="Shape 24"/>
          <p:cNvSpPr/>
          <p:nvPr/>
        </p:nvSpPr>
        <p:spPr>
          <a:xfrm>
            <a:off x="1306678" y="3893629"/>
            <a:ext cx="803758" cy="572300"/>
          </a:xfrm>
          <a:prstGeom prst="rect">
            <a:avLst/>
          </a:prstGeom>
          <a:solidFill>
            <a:srgbClr val="F8FE05">
              <a:alpha val="688"/>
            </a:srgbClr>
          </a:solidFill>
          <a:ln/>
        </p:spPr>
      </p:sp>
      <p:sp>
        <p:nvSpPr>
          <p:cNvPr id="27" name="Shape 25"/>
          <p:cNvSpPr/>
          <p:nvPr/>
        </p:nvSpPr>
        <p:spPr>
          <a:xfrm>
            <a:off x="-60350" y="-48463"/>
            <a:ext cx="803758" cy="526009"/>
          </a:xfrm>
          <a:prstGeom prst="rect">
            <a:avLst/>
          </a:prstGeom>
          <a:solidFill>
            <a:srgbClr val="F8FE05">
              <a:alpha val="5500"/>
            </a:srgbClr>
          </a:solidFill>
          <a:ln/>
        </p:spPr>
      </p:sp>
      <p:sp>
        <p:nvSpPr>
          <p:cNvPr id="28" name="Shape 26"/>
          <p:cNvSpPr/>
          <p:nvPr/>
        </p:nvSpPr>
        <p:spPr>
          <a:xfrm>
            <a:off x="-60350" y="468401"/>
            <a:ext cx="803758" cy="526009"/>
          </a:xfrm>
          <a:prstGeom prst="rect">
            <a:avLst/>
          </a:prstGeom>
          <a:solidFill>
            <a:srgbClr val="F8FE05">
              <a:alpha val="4813"/>
            </a:srgbClr>
          </a:solidFill>
          <a:ln/>
        </p:spPr>
      </p:sp>
      <p:sp>
        <p:nvSpPr>
          <p:cNvPr id="29" name="Shape 27"/>
          <p:cNvSpPr/>
          <p:nvPr/>
        </p:nvSpPr>
        <p:spPr>
          <a:xfrm>
            <a:off x="-60350" y="985266"/>
            <a:ext cx="803758" cy="526009"/>
          </a:xfrm>
          <a:prstGeom prst="rect">
            <a:avLst/>
          </a:prstGeom>
          <a:solidFill>
            <a:srgbClr val="F8FE05">
              <a:alpha val="4125"/>
            </a:srgbClr>
          </a:solidFill>
          <a:ln/>
        </p:spPr>
      </p:sp>
      <p:sp>
        <p:nvSpPr>
          <p:cNvPr id="30" name="Shape 28"/>
          <p:cNvSpPr/>
          <p:nvPr/>
        </p:nvSpPr>
        <p:spPr>
          <a:xfrm>
            <a:off x="-60350" y="1502131"/>
            <a:ext cx="803758" cy="526009"/>
          </a:xfrm>
          <a:prstGeom prst="rect">
            <a:avLst/>
          </a:prstGeom>
          <a:solidFill>
            <a:srgbClr val="F8FE05">
              <a:alpha val="3438"/>
            </a:srgbClr>
          </a:solidFill>
          <a:ln/>
        </p:spPr>
      </p:sp>
      <p:sp>
        <p:nvSpPr>
          <p:cNvPr id="31" name="Shape 29"/>
          <p:cNvSpPr/>
          <p:nvPr/>
        </p:nvSpPr>
        <p:spPr>
          <a:xfrm>
            <a:off x="-60350" y="2018995"/>
            <a:ext cx="803758" cy="526009"/>
          </a:xfrm>
          <a:prstGeom prst="rect">
            <a:avLst/>
          </a:prstGeom>
          <a:solidFill>
            <a:srgbClr val="F8FE05">
              <a:alpha val="2750"/>
            </a:srgbClr>
          </a:solidFill>
          <a:ln/>
        </p:spPr>
      </p:sp>
      <p:sp>
        <p:nvSpPr>
          <p:cNvPr id="32" name="Shape 30"/>
          <p:cNvSpPr/>
          <p:nvPr/>
        </p:nvSpPr>
        <p:spPr>
          <a:xfrm>
            <a:off x="-60350" y="2535860"/>
            <a:ext cx="803758" cy="526009"/>
          </a:xfrm>
          <a:prstGeom prst="rect">
            <a:avLst/>
          </a:prstGeom>
          <a:solidFill>
            <a:srgbClr val="F8FE05">
              <a:alpha val="2063"/>
            </a:srgbClr>
          </a:solidFill>
          <a:ln/>
        </p:spPr>
      </p:sp>
      <p:sp>
        <p:nvSpPr>
          <p:cNvPr id="33" name="Shape 31"/>
          <p:cNvSpPr/>
          <p:nvPr/>
        </p:nvSpPr>
        <p:spPr>
          <a:xfrm>
            <a:off x="-60350" y="3052724"/>
            <a:ext cx="803758" cy="526009"/>
          </a:xfrm>
          <a:prstGeom prst="rect">
            <a:avLst/>
          </a:prstGeom>
          <a:solidFill>
            <a:srgbClr val="F8FE05">
              <a:alpha val="1375"/>
            </a:srgbClr>
          </a:solidFill>
          <a:ln/>
        </p:spPr>
      </p:sp>
      <p:sp>
        <p:nvSpPr>
          <p:cNvPr id="34" name="Shape 32"/>
          <p:cNvSpPr/>
          <p:nvPr/>
        </p:nvSpPr>
        <p:spPr>
          <a:xfrm>
            <a:off x="-60350" y="3569589"/>
            <a:ext cx="803758" cy="526009"/>
          </a:xfrm>
          <a:prstGeom prst="rect">
            <a:avLst/>
          </a:prstGeom>
          <a:solidFill>
            <a:srgbClr val="F8FE05">
              <a:alpha val="688"/>
            </a:srgbClr>
          </a:solidFill>
          <a:ln/>
        </p:spPr>
      </p:sp>
      <p:sp>
        <p:nvSpPr>
          <p:cNvPr id="35" name="Shape 33"/>
          <p:cNvSpPr/>
          <p:nvPr/>
        </p:nvSpPr>
        <p:spPr>
          <a:xfrm>
            <a:off x="4975250" y="-48463"/>
            <a:ext cx="803758" cy="750722"/>
          </a:xfrm>
          <a:prstGeom prst="rect">
            <a:avLst/>
          </a:prstGeom>
          <a:solidFill>
            <a:srgbClr val="F8FE05">
              <a:alpha val="8250"/>
            </a:srgbClr>
          </a:solidFill>
          <a:ln/>
        </p:spPr>
      </p:sp>
      <p:sp>
        <p:nvSpPr>
          <p:cNvPr id="36" name="Shape 34"/>
          <p:cNvSpPr/>
          <p:nvPr/>
        </p:nvSpPr>
        <p:spPr>
          <a:xfrm>
            <a:off x="4975250" y="693115"/>
            <a:ext cx="803758" cy="750722"/>
          </a:xfrm>
          <a:prstGeom prst="rect">
            <a:avLst/>
          </a:prstGeom>
          <a:solidFill>
            <a:srgbClr val="F8FE05">
              <a:alpha val="7219"/>
            </a:srgbClr>
          </a:solidFill>
          <a:ln/>
        </p:spPr>
      </p:sp>
      <p:sp>
        <p:nvSpPr>
          <p:cNvPr id="37" name="Shape 35"/>
          <p:cNvSpPr/>
          <p:nvPr/>
        </p:nvSpPr>
        <p:spPr>
          <a:xfrm>
            <a:off x="4975250" y="1434694"/>
            <a:ext cx="803758" cy="750722"/>
          </a:xfrm>
          <a:prstGeom prst="rect">
            <a:avLst/>
          </a:prstGeom>
          <a:solidFill>
            <a:srgbClr val="F8FE05">
              <a:alpha val="6188"/>
            </a:srgbClr>
          </a:solidFill>
          <a:ln/>
        </p:spPr>
      </p:sp>
      <p:sp>
        <p:nvSpPr>
          <p:cNvPr id="38" name="Shape 36"/>
          <p:cNvSpPr/>
          <p:nvPr/>
        </p:nvSpPr>
        <p:spPr>
          <a:xfrm>
            <a:off x="4975250" y="2176272"/>
            <a:ext cx="803758" cy="750722"/>
          </a:xfrm>
          <a:prstGeom prst="rect">
            <a:avLst/>
          </a:prstGeom>
          <a:solidFill>
            <a:srgbClr val="F8FE05">
              <a:alpha val="5156"/>
            </a:srgbClr>
          </a:solidFill>
          <a:ln/>
        </p:spPr>
      </p:sp>
      <p:sp>
        <p:nvSpPr>
          <p:cNvPr id="39" name="Shape 37"/>
          <p:cNvSpPr/>
          <p:nvPr/>
        </p:nvSpPr>
        <p:spPr>
          <a:xfrm>
            <a:off x="4975250" y="2917850"/>
            <a:ext cx="803758" cy="750722"/>
          </a:xfrm>
          <a:prstGeom prst="rect">
            <a:avLst/>
          </a:prstGeom>
          <a:solidFill>
            <a:srgbClr val="F8FE05">
              <a:alpha val="4125"/>
            </a:srgbClr>
          </a:solidFill>
          <a:ln/>
        </p:spPr>
      </p:sp>
      <p:sp>
        <p:nvSpPr>
          <p:cNvPr id="40" name="Shape 38"/>
          <p:cNvSpPr/>
          <p:nvPr/>
        </p:nvSpPr>
        <p:spPr>
          <a:xfrm>
            <a:off x="4975250" y="3659429"/>
            <a:ext cx="803758" cy="750722"/>
          </a:xfrm>
          <a:prstGeom prst="rect">
            <a:avLst/>
          </a:prstGeom>
          <a:solidFill>
            <a:srgbClr val="F8FE05">
              <a:alpha val="3094"/>
            </a:srgbClr>
          </a:solidFill>
          <a:ln/>
        </p:spPr>
      </p:sp>
      <p:sp>
        <p:nvSpPr>
          <p:cNvPr id="41" name="Shape 39"/>
          <p:cNvSpPr/>
          <p:nvPr/>
        </p:nvSpPr>
        <p:spPr>
          <a:xfrm>
            <a:off x="4975250" y="4401007"/>
            <a:ext cx="803758" cy="750722"/>
          </a:xfrm>
          <a:prstGeom prst="rect">
            <a:avLst/>
          </a:prstGeom>
          <a:solidFill>
            <a:srgbClr val="F8FE05">
              <a:alpha val="2063"/>
            </a:srgbClr>
          </a:solidFill>
          <a:ln/>
        </p:spPr>
      </p:sp>
      <p:sp>
        <p:nvSpPr>
          <p:cNvPr id="42" name="Shape 40"/>
          <p:cNvSpPr/>
          <p:nvPr/>
        </p:nvSpPr>
        <p:spPr>
          <a:xfrm>
            <a:off x="4975250" y="5142586"/>
            <a:ext cx="803758" cy="750722"/>
          </a:xfrm>
          <a:prstGeom prst="rect">
            <a:avLst/>
          </a:prstGeom>
          <a:solidFill>
            <a:srgbClr val="F8FE05">
              <a:alpha val="1031"/>
            </a:srgbClr>
          </a:solidFill>
          <a:ln/>
        </p:spPr>
      </p:sp>
      <p:sp>
        <p:nvSpPr>
          <p:cNvPr id="43" name="Shape 41"/>
          <p:cNvSpPr/>
          <p:nvPr/>
        </p:nvSpPr>
        <p:spPr>
          <a:xfrm>
            <a:off x="4288536" y="-74066"/>
            <a:ext cx="803758" cy="529209"/>
          </a:xfrm>
          <a:prstGeom prst="rect">
            <a:avLst/>
          </a:prstGeom>
          <a:solidFill>
            <a:srgbClr val="F8FE05">
              <a:alpha val="5500"/>
            </a:srgbClr>
          </a:solidFill>
          <a:ln/>
        </p:spPr>
      </p:sp>
      <p:sp>
        <p:nvSpPr>
          <p:cNvPr id="44" name="Shape 42"/>
          <p:cNvSpPr/>
          <p:nvPr/>
        </p:nvSpPr>
        <p:spPr>
          <a:xfrm>
            <a:off x="4288536" y="445999"/>
            <a:ext cx="803758" cy="529209"/>
          </a:xfrm>
          <a:prstGeom prst="rect">
            <a:avLst/>
          </a:prstGeom>
          <a:solidFill>
            <a:srgbClr val="F8FE05">
              <a:alpha val="4813"/>
            </a:srgbClr>
          </a:solidFill>
          <a:ln/>
        </p:spPr>
      </p:sp>
      <p:sp>
        <p:nvSpPr>
          <p:cNvPr id="45" name="Shape 43"/>
          <p:cNvSpPr/>
          <p:nvPr/>
        </p:nvSpPr>
        <p:spPr>
          <a:xfrm>
            <a:off x="4288536" y="966064"/>
            <a:ext cx="803758" cy="529209"/>
          </a:xfrm>
          <a:prstGeom prst="rect">
            <a:avLst/>
          </a:prstGeom>
          <a:solidFill>
            <a:srgbClr val="F8FE05">
              <a:alpha val="4125"/>
            </a:srgbClr>
          </a:solidFill>
          <a:ln/>
        </p:spPr>
      </p:sp>
      <p:sp>
        <p:nvSpPr>
          <p:cNvPr id="46" name="Shape 44"/>
          <p:cNvSpPr/>
          <p:nvPr/>
        </p:nvSpPr>
        <p:spPr>
          <a:xfrm>
            <a:off x="4288536" y="1486129"/>
            <a:ext cx="803758" cy="529209"/>
          </a:xfrm>
          <a:prstGeom prst="rect">
            <a:avLst/>
          </a:prstGeom>
          <a:solidFill>
            <a:srgbClr val="F8FE05">
              <a:alpha val="3438"/>
            </a:srgbClr>
          </a:solidFill>
          <a:ln/>
        </p:spPr>
      </p:sp>
      <p:sp>
        <p:nvSpPr>
          <p:cNvPr id="47" name="Shape 45"/>
          <p:cNvSpPr/>
          <p:nvPr/>
        </p:nvSpPr>
        <p:spPr>
          <a:xfrm>
            <a:off x="4288536" y="2006194"/>
            <a:ext cx="803758" cy="529209"/>
          </a:xfrm>
          <a:prstGeom prst="rect">
            <a:avLst/>
          </a:prstGeom>
          <a:solidFill>
            <a:srgbClr val="F8FE05">
              <a:alpha val="2750"/>
            </a:srgbClr>
          </a:solidFill>
          <a:ln/>
        </p:spPr>
      </p:sp>
      <p:sp>
        <p:nvSpPr>
          <p:cNvPr id="48" name="Shape 46"/>
          <p:cNvSpPr/>
          <p:nvPr/>
        </p:nvSpPr>
        <p:spPr>
          <a:xfrm>
            <a:off x="4288536" y="2526259"/>
            <a:ext cx="803758" cy="529209"/>
          </a:xfrm>
          <a:prstGeom prst="rect">
            <a:avLst/>
          </a:prstGeom>
          <a:solidFill>
            <a:srgbClr val="F8FE05">
              <a:alpha val="2063"/>
            </a:srgbClr>
          </a:solidFill>
          <a:ln/>
        </p:spPr>
      </p:sp>
      <p:sp>
        <p:nvSpPr>
          <p:cNvPr id="49" name="Shape 47"/>
          <p:cNvSpPr/>
          <p:nvPr/>
        </p:nvSpPr>
        <p:spPr>
          <a:xfrm>
            <a:off x="4288536" y="3046324"/>
            <a:ext cx="803758" cy="529209"/>
          </a:xfrm>
          <a:prstGeom prst="rect">
            <a:avLst/>
          </a:prstGeom>
          <a:solidFill>
            <a:srgbClr val="F8FE05">
              <a:alpha val="1375"/>
            </a:srgbClr>
          </a:solidFill>
          <a:ln/>
        </p:spPr>
      </p:sp>
      <p:sp>
        <p:nvSpPr>
          <p:cNvPr id="50" name="Shape 48"/>
          <p:cNvSpPr/>
          <p:nvPr/>
        </p:nvSpPr>
        <p:spPr>
          <a:xfrm>
            <a:off x="4288536" y="3566389"/>
            <a:ext cx="803758" cy="529209"/>
          </a:xfrm>
          <a:prstGeom prst="rect">
            <a:avLst/>
          </a:prstGeom>
          <a:solidFill>
            <a:srgbClr val="F8FE05">
              <a:alpha val="688"/>
            </a:srgbClr>
          </a:solidFill>
          <a:ln/>
        </p:spPr>
      </p:sp>
      <p:sp>
        <p:nvSpPr>
          <p:cNvPr id="51" name="Shape 49"/>
          <p:cNvSpPr/>
          <p:nvPr/>
        </p:nvSpPr>
        <p:spPr>
          <a:xfrm>
            <a:off x="3597250" y="-48463"/>
            <a:ext cx="803758" cy="296380"/>
          </a:xfrm>
          <a:prstGeom prst="rect">
            <a:avLst/>
          </a:prstGeom>
          <a:solidFill>
            <a:srgbClr val="F8FE05">
              <a:alpha val="3850"/>
            </a:srgbClr>
          </a:solidFill>
          <a:ln/>
        </p:spPr>
      </p:sp>
      <p:sp>
        <p:nvSpPr>
          <p:cNvPr id="52" name="Shape 50"/>
          <p:cNvSpPr/>
          <p:nvPr/>
        </p:nvSpPr>
        <p:spPr>
          <a:xfrm>
            <a:off x="3597250" y="238773"/>
            <a:ext cx="803758" cy="296380"/>
          </a:xfrm>
          <a:prstGeom prst="rect">
            <a:avLst/>
          </a:prstGeom>
          <a:solidFill>
            <a:srgbClr val="F8FE05">
              <a:alpha val="3369"/>
            </a:srgbClr>
          </a:solidFill>
          <a:ln/>
        </p:spPr>
      </p:sp>
      <p:sp>
        <p:nvSpPr>
          <p:cNvPr id="53" name="Shape 51"/>
          <p:cNvSpPr/>
          <p:nvPr/>
        </p:nvSpPr>
        <p:spPr>
          <a:xfrm>
            <a:off x="3597250" y="526009"/>
            <a:ext cx="803758" cy="296380"/>
          </a:xfrm>
          <a:prstGeom prst="rect">
            <a:avLst/>
          </a:prstGeom>
          <a:solidFill>
            <a:srgbClr val="F8FE05">
              <a:alpha val="2888"/>
            </a:srgbClr>
          </a:solidFill>
          <a:ln/>
        </p:spPr>
      </p:sp>
      <p:sp>
        <p:nvSpPr>
          <p:cNvPr id="54" name="Shape 52"/>
          <p:cNvSpPr/>
          <p:nvPr/>
        </p:nvSpPr>
        <p:spPr>
          <a:xfrm>
            <a:off x="3597250" y="813244"/>
            <a:ext cx="803758" cy="296380"/>
          </a:xfrm>
          <a:prstGeom prst="rect">
            <a:avLst/>
          </a:prstGeom>
          <a:solidFill>
            <a:srgbClr val="F8FE05">
              <a:alpha val="2406"/>
            </a:srgbClr>
          </a:solidFill>
          <a:ln/>
        </p:spPr>
      </p:sp>
      <p:sp>
        <p:nvSpPr>
          <p:cNvPr id="55" name="Shape 53"/>
          <p:cNvSpPr/>
          <p:nvPr/>
        </p:nvSpPr>
        <p:spPr>
          <a:xfrm>
            <a:off x="3597250" y="1100480"/>
            <a:ext cx="803758" cy="296380"/>
          </a:xfrm>
          <a:prstGeom prst="rect">
            <a:avLst/>
          </a:prstGeom>
          <a:solidFill>
            <a:srgbClr val="F8FE05">
              <a:alpha val="1925"/>
            </a:srgbClr>
          </a:solidFill>
          <a:ln/>
        </p:spPr>
      </p:sp>
      <p:sp>
        <p:nvSpPr>
          <p:cNvPr id="56" name="Shape 54"/>
          <p:cNvSpPr/>
          <p:nvPr/>
        </p:nvSpPr>
        <p:spPr>
          <a:xfrm>
            <a:off x="3597250" y="1387716"/>
            <a:ext cx="803758" cy="296380"/>
          </a:xfrm>
          <a:prstGeom prst="rect">
            <a:avLst/>
          </a:prstGeom>
          <a:solidFill>
            <a:srgbClr val="F8FE05">
              <a:alpha val="1444"/>
            </a:srgbClr>
          </a:solidFill>
          <a:ln/>
        </p:spPr>
      </p:sp>
      <p:sp>
        <p:nvSpPr>
          <p:cNvPr id="57" name="Shape 55"/>
          <p:cNvSpPr/>
          <p:nvPr/>
        </p:nvSpPr>
        <p:spPr>
          <a:xfrm>
            <a:off x="3597250" y="1674952"/>
            <a:ext cx="803758" cy="296380"/>
          </a:xfrm>
          <a:prstGeom prst="rect">
            <a:avLst/>
          </a:prstGeom>
          <a:solidFill>
            <a:srgbClr val="F8FE05">
              <a:alpha val="963"/>
            </a:srgbClr>
          </a:solidFill>
          <a:ln/>
        </p:spPr>
      </p:sp>
      <p:sp>
        <p:nvSpPr>
          <p:cNvPr id="58" name="Shape 56"/>
          <p:cNvSpPr/>
          <p:nvPr/>
        </p:nvSpPr>
        <p:spPr>
          <a:xfrm>
            <a:off x="3597250" y="1962188"/>
            <a:ext cx="803758" cy="296380"/>
          </a:xfrm>
          <a:prstGeom prst="rect">
            <a:avLst/>
          </a:prstGeom>
          <a:solidFill>
            <a:srgbClr val="F8FE05">
              <a:alpha val="481"/>
            </a:srgbClr>
          </a:solidFill>
          <a:ln/>
        </p:spPr>
      </p:sp>
      <p:sp>
        <p:nvSpPr>
          <p:cNvPr id="59" name="Shape 57"/>
          <p:cNvSpPr/>
          <p:nvPr/>
        </p:nvSpPr>
        <p:spPr>
          <a:xfrm>
            <a:off x="2787091" y="849478"/>
            <a:ext cx="803758" cy="769468"/>
          </a:xfrm>
          <a:prstGeom prst="rect">
            <a:avLst/>
          </a:prstGeom>
          <a:solidFill>
            <a:srgbClr val="FFFFFF">
              <a:alpha val="688"/>
            </a:srgbClr>
          </a:solidFill>
          <a:ln/>
        </p:spPr>
      </p:sp>
      <p:sp>
        <p:nvSpPr>
          <p:cNvPr id="60" name="Shape 58"/>
          <p:cNvSpPr/>
          <p:nvPr/>
        </p:nvSpPr>
        <p:spPr>
          <a:xfrm>
            <a:off x="2787091" y="1609801"/>
            <a:ext cx="803758" cy="769468"/>
          </a:xfrm>
          <a:prstGeom prst="rect">
            <a:avLst/>
          </a:prstGeom>
          <a:solidFill>
            <a:srgbClr val="FFFFFF">
              <a:alpha val="1375"/>
            </a:srgbClr>
          </a:solidFill>
          <a:ln/>
        </p:spPr>
      </p:sp>
      <p:sp>
        <p:nvSpPr>
          <p:cNvPr id="61" name="Shape 59"/>
          <p:cNvSpPr/>
          <p:nvPr/>
        </p:nvSpPr>
        <p:spPr>
          <a:xfrm>
            <a:off x="2787091" y="2370125"/>
            <a:ext cx="803758" cy="769468"/>
          </a:xfrm>
          <a:prstGeom prst="rect">
            <a:avLst/>
          </a:prstGeom>
          <a:solidFill>
            <a:srgbClr val="FFFFFF">
              <a:alpha val="2063"/>
            </a:srgbClr>
          </a:solidFill>
          <a:ln/>
        </p:spPr>
      </p:sp>
      <p:sp>
        <p:nvSpPr>
          <p:cNvPr id="62" name="Shape 60"/>
          <p:cNvSpPr/>
          <p:nvPr/>
        </p:nvSpPr>
        <p:spPr>
          <a:xfrm>
            <a:off x="2787091" y="3130448"/>
            <a:ext cx="803758" cy="769468"/>
          </a:xfrm>
          <a:prstGeom prst="rect">
            <a:avLst/>
          </a:prstGeom>
          <a:solidFill>
            <a:srgbClr val="FFFFFF">
              <a:alpha val="2750"/>
            </a:srgbClr>
          </a:solidFill>
          <a:ln/>
        </p:spPr>
      </p:sp>
      <p:sp>
        <p:nvSpPr>
          <p:cNvPr id="63" name="Shape 61"/>
          <p:cNvSpPr/>
          <p:nvPr/>
        </p:nvSpPr>
        <p:spPr>
          <a:xfrm>
            <a:off x="2787091" y="3890772"/>
            <a:ext cx="803758" cy="769468"/>
          </a:xfrm>
          <a:prstGeom prst="rect">
            <a:avLst/>
          </a:prstGeom>
          <a:solidFill>
            <a:srgbClr val="FFFFFF">
              <a:alpha val="3438"/>
            </a:srgbClr>
          </a:solidFill>
          <a:ln/>
        </p:spPr>
      </p:sp>
      <p:sp>
        <p:nvSpPr>
          <p:cNvPr id="64" name="Shape 62"/>
          <p:cNvSpPr/>
          <p:nvPr/>
        </p:nvSpPr>
        <p:spPr>
          <a:xfrm>
            <a:off x="2787091" y="4651096"/>
            <a:ext cx="803758" cy="769468"/>
          </a:xfrm>
          <a:prstGeom prst="rect">
            <a:avLst/>
          </a:prstGeom>
          <a:solidFill>
            <a:srgbClr val="FFFFFF">
              <a:alpha val="4125"/>
            </a:srgbClr>
          </a:solidFill>
          <a:ln/>
        </p:spPr>
      </p:sp>
      <p:sp>
        <p:nvSpPr>
          <p:cNvPr id="65" name="Shape 63"/>
          <p:cNvSpPr/>
          <p:nvPr/>
        </p:nvSpPr>
        <p:spPr>
          <a:xfrm>
            <a:off x="2787091" y="5411419"/>
            <a:ext cx="803758" cy="769468"/>
          </a:xfrm>
          <a:prstGeom prst="rect">
            <a:avLst/>
          </a:prstGeom>
          <a:solidFill>
            <a:srgbClr val="FFFFFF">
              <a:alpha val="4813"/>
            </a:srgbClr>
          </a:solidFill>
          <a:ln/>
        </p:spPr>
      </p:sp>
      <p:sp>
        <p:nvSpPr>
          <p:cNvPr id="66" name="Shape 64"/>
          <p:cNvSpPr/>
          <p:nvPr/>
        </p:nvSpPr>
        <p:spPr>
          <a:xfrm>
            <a:off x="2787091" y="6171743"/>
            <a:ext cx="803758" cy="769468"/>
          </a:xfrm>
          <a:prstGeom prst="rect">
            <a:avLst/>
          </a:prstGeom>
          <a:solidFill>
            <a:srgbClr val="FFFFFF">
              <a:alpha val="5500"/>
            </a:srgbClr>
          </a:solidFill>
          <a:ln/>
        </p:spPr>
      </p:sp>
      <p:sp>
        <p:nvSpPr>
          <p:cNvPr id="67" name="Shape 65"/>
          <p:cNvSpPr/>
          <p:nvPr/>
        </p:nvSpPr>
        <p:spPr>
          <a:xfrm>
            <a:off x="1417320" y="3457346"/>
            <a:ext cx="803758" cy="443484"/>
          </a:xfrm>
          <a:prstGeom prst="rect">
            <a:avLst/>
          </a:prstGeom>
          <a:solidFill>
            <a:srgbClr val="FFFFFF">
              <a:alpha val="138"/>
            </a:srgbClr>
          </a:solidFill>
          <a:ln/>
        </p:spPr>
      </p:sp>
      <p:sp>
        <p:nvSpPr>
          <p:cNvPr id="68" name="Shape 66"/>
          <p:cNvSpPr/>
          <p:nvPr/>
        </p:nvSpPr>
        <p:spPr>
          <a:xfrm>
            <a:off x="1417320" y="3891686"/>
            <a:ext cx="803758" cy="443484"/>
          </a:xfrm>
          <a:prstGeom prst="rect">
            <a:avLst/>
          </a:prstGeom>
          <a:solidFill>
            <a:srgbClr val="FFFFFF">
              <a:alpha val="275"/>
            </a:srgbClr>
          </a:solidFill>
          <a:ln/>
        </p:spPr>
      </p:sp>
      <p:sp>
        <p:nvSpPr>
          <p:cNvPr id="69" name="Shape 67"/>
          <p:cNvSpPr/>
          <p:nvPr/>
        </p:nvSpPr>
        <p:spPr>
          <a:xfrm>
            <a:off x="1417320" y="4326026"/>
            <a:ext cx="803758" cy="443484"/>
          </a:xfrm>
          <a:prstGeom prst="rect">
            <a:avLst/>
          </a:prstGeom>
          <a:solidFill>
            <a:srgbClr val="FFFFFF">
              <a:alpha val="412"/>
            </a:srgbClr>
          </a:solidFill>
          <a:ln/>
        </p:spPr>
      </p:sp>
      <p:sp>
        <p:nvSpPr>
          <p:cNvPr id="70" name="Shape 68"/>
          <p:cNvSpPr/>
          <p:nvPr/>
        </p:nvSpPr>
        <p:spPr>
          <a:xfrm>
            <a:off x="1417320" y="4760366"/>
            <a:ext cx="803758" cy="443484"/>
          </a:xfrm>
          <a:prstGeom prst="rect">
            <a:avLst/>
          </a:prstGeom>
          <a:solidFill>
            <a:srgbClr val="FFFFFF">
              <a:alpha val="550"/>
            </a:srgbClr>
          </a:solidFill>
          <a:ln/>
        </p:spPr>
      </p:sp>
      <p:sp>
        <p:nvSpPr>
          <p:cNvPr id="71" name="Shape 69"/>
          <p:cNvSpPr/>
          <p:nvPr/>
        </p:nvSpPr>
        <p:spPr>
          <a:xfrm>
            <a:off x="1417320" y="5194706"/>
            <a:ext cx="803758" cy="443484"/>
          </a:xfrm>
          <a:prstGeom prst="rect">
            <a:avLst/>
          </a:prstGeom>
          <a:solidFill>
            <a:srgbClr val="FFFFFF">
              <a:alpha val="688"/>
            </a:srgbClr>
          </a:solidFill>
          <a:ln/>
        </p:spPr>
      </p:sp>
      <p:sp>
        <p:nvSpPr>
          <p:cNvPr id="72" name="Shape 70"/>
          <p:cNvSpPr/>
          <p:nvPr/>
        </p:nvSpPr>
        <p:spPr>
          <a:xfrm>
            <a:off x="1417320" y="5629046"/>
            <a:ext cx="803758" cy="443484"/>
          </a:xfrm>
          <a:prstGeom prst="rect">
            <a:avLst/>
          </a:prstGeom>
          <a:solidFill>
            <a:srgbClr val="FFFFFF">
              <a:alpha val="825"/>
            </a:srgbClr>
          </a:solidFill>
          <a:ln/>
        </p:spPr>
      </p:sp>
      <p:sp>
        <p:nvSpPr>
          <p:cNvPr id="73" name="Shape 71"/>
          <p:cNvSpPr/>
          <p:nvPr/>
        </p:nvSpPr>
        <p:spPr>
          <a:xfrm>
            <a:off x="1417320" y="6063386"/>
            <a:ext cx="803758" cy="443484"/>
          </a:xfrm>
          <a:prstGeom prst="rect">
            <a:avLst/>
          </a:prstGeom>
          <a:solidFill>
            <a:srgbClr val="FFFFFF">
              <a:alpha val="963"/>
            </a:srgbClr>
          </a:solidFill>
          <a:ln/>
        </p:spPr>
      </p:sp>
      <p:sp>
        <p:nvSpPr>
          <p:cNvPr id="74" name="Shape 72"/>
          <p:cNvSpPr/>
          <p:nvPr/>
        </p:nvSpPr>
        <p:spPr>
          <a:xfrm>
            <a:off x="1417320" y="6497726"/>
            <a:ext cx="803758" cy="443484"/>
          </a:xfrm>
          <a:prstGeom prst="rect">
            <a:avLst/>
          </a:prstGeom>
          <a:solidFill>
            <a:srgbClr val="FFFFFF">
              <a:alpha val="1100"/>
            </a:srgbClr>
          </a:solidFill>
          <a:ln/>
        </p:spPr>
      </p:sp>
      <p:sp>
        <p:nvSpPr>
          <p:cNvPr id="75" name="Shape 73"/>
          <p:cNvSpPr/>
          <p:nvPr/>
        </p:nvSpPr>
        <p:spPr>
          <a:xfrm>
            <a:off x="2106778" y="2276856"/>
            <a:ext cx="803758" cy="587959"/>
          </a:xfrm>
          <a:prstGeom prst="rect">
            <a:avLst/>
          </a:prstGeom>
          <a:solidFill>
            <a:srgbClr val="FFFFFF">
              <a:alpha val="344"/>
            </a:srgbClr>
          </a:solidFill>
          <a:ln/>
        </p:spPr>
      </p:sp>
      <p:sp>
        <p:nvSpPr>
          <p:cNvPr id="76" name="Shape 74"/>
          <p:cNvSpPr/>
          <p:nvPr/>
        </p:nvSpPr>
        <p:spPr>
          <a:xfrm>
            <a:off x="2106778" y="2855671"/>
            <a:ext cx="803758" cy="587959"/>
          </a:xfrm>
          <a:prstGeom prst="rect">
            <a:avLst/>
          </a:prstGeom>
          <a:solidFill>
            <a:srgbClr val="FFFFFF">
              <a:alpha val="688"/>
            </a:srgbClr>
          </a:solidFill>
          <a:ln/>
        </p:spPr>
      </p:sp>
      <p:sp>
        <p:nvSpPr>
          <p:cNvPr id="77" name="Shape 75"/>
          <p:cNvSpPr/>
          <p:nvPr/>
        </p:nvSpPr>
        <p:spPr>
          <a:xfrm>
            <a:off x="2106778" y="3434486"/>
            <a:ext cx="803758" cy="587959"/>
          </a:xfrm>
          <a:prstGeom prst="rect">
            <a:avLst/>
          </a:prstGeom>
          <a:solidFill>
            <a:srgbClr val="FFFFFF">
              <a:alpha val="1031"/>
            </a:srgbClr>
          </a:solidFill>
          <a:ln/>
        </p:spPr>
      </p:sp>
      <p:sp>
        <p:nvSpPr>
          <p:cNvPr id="78" name="Shape 76"/>
          <p:cNvSpPr/>
          <p:nvPr/>
        </p:nvSpPr>
        <p:spPr>
          <a:xfrm>
            <a:off x="2106778" y="4013302"/>
            <a:ext cx="803758" cy="587959"/>
          </a:xfrm>
          <a:prstGeom prst="rect">
            <a:avLst/>
          </a:prstGeom>
          <a:solidFill>
            <a:srgbClr val="FFFFFF">
              <a:alpha val="1375"/>
            </a:srgbClr>
          </a:solidFill>
          <a:ln/>
        </p:spPr>
      </p:sp>
      <p:sp>
        <p:nvSpPr>
          <p:cNvPr id="79" name="Shape 77"/>
          <p:cNvSpPr/>
          <p:nvPr/>
        </p:nvSpPr>
        <p:spPr>
          <a:xfrm>
            <a:off x="2106778" y="4592117"/>
            <a:ext cx="803758" cy="587959"/>
          </a:xfrm>
          <a:prstGeom prst="rect">
            <a:avLst/>
          </a:prstGeom>
          <a:solidFill>
            <a:srgbClr val="FFFFFF">
              <a:alpha val="1719"/>
            </a:srgbClr>
          </a:solidFill>
          <a:ln/>
        </p:spPr>
      </p:sp>
      <p:sp>
        <p:nvSpPr>
          <p:cNvPr id="80" name="Shape 78"/>
          <p:cNvSpPr/>
          <p:nvPr/>
        </p:nvSpPr>
        <p:spPr>
          <a:xfrm>
            <a:off x="2106778" y="5170932"/>
            <a:ext cx="803758" cy="587959"/>
          </a:xfrm>
          <a:prstGeom prst="rect">
            <a:avLst/>
          </a:prstGeom>
          <a:solidFill>
            <a:srgbClr val="FFFFFF">
              <a:alpha val="2063"/>
            </a:srgbClr>
          </a:solidFill>
          <a:ln/>
        </p:spPr>
      </p:sp>
      <p:sp>
        <p:nvSpPr>
          <p:cNvPr id="81" name="Shape 79"/>
          <p:cNvSpPr/>
          <p:nvPr/>
        </p:nvSpPr>
        <p:spPr>
          <a:xfrm>
            <a:off x="2106778" y="5749747"/>
            <a:ext cx="803758" cy="587959"/>
          </a:xfrm>
          <a:prstGeom prst="rect">
            <a:avLst/>
          </a:prstGeom>
          <a:solidFill>
            <a:srgbClr val="FFFFFF">
              <a:alpha val="2406"/>
            </a:srgbClr>
          </a:solidFill>
          <a:ln/>
        </p:spPr>
      </p:sp>
      <p:sp>
        <p:nvSpPr>
          <p:cNvPr id="82" name="Shape 80"/>
          <p:cNvSpPr/>
          <p:nvPr/>
        </p:nvSpPr>
        <p:spPr>
          <a:xfrm>
            <a:off x="2106778" y="6328562"/>
            <a:ext cx="803758" cy="587959"/>
          </a:xfrm>
          <a:prstGeom prst="rect">
            <a:avLst/>
          </a:prstGeom>
          <a:solidFill>
            <a:srgbClr val="FFFFFF">
              <a:alpha val="2750"/>
            </a:srgbClr>
          </a:solidFill>
          <a:ln/>
        </p:spPr>
      </p:sp>
      <p:sp>
        <p:nvSpPr>
          <p:cNvPr id="83" name="Shape 81"/>
          <p:cNvSpPr/>
          <p:nvPr/>
        </p:nvSpPr>
        <p:spPr>
          <a:xfrm>
            <a:off x="3459175" y="2646274"/>
            <a:ext cx="803758" cy="547840"/>
          </a:xfrm>
          <a:prstGeom prst="rect">
            <a:avLst/>
          </a:prstGeom>
          <a:solidFill>
            <a:srgbClr val="FFFFFF">
              <a:alpha val="344"/>
            </a:srgbClr>
          </a:solidFill>
          <a:ln/>
        </p:spPr>
      </p:sp>
      <p:sp>
        <p:nvSpPr>
          <p:cNvPr id="84" name="Shape 82"/>
          <p:cNvSpPr/>
          <p:nvPr/>
        </p:nvSpPr>
        <p:spPr>
          <a:xfrm>
            <a:off x="3459175" y="3184970"/>
            <a:ext cx="803758" cy="547840"/>
          </a:xfrm>
          <a:prstGeom prst="rect">
            <a:avLst/>
          </a:prstGeom>
          <a:solidFill>
            <a:srgbClr val="FFFFFF">
              <a:alpha val="688"/>
            </a:srgbClr>
          </a:solidFill>
          <a:ln/>
        </p:spPr>
      </p:sp>
      <p:sp>
        <p:nvSpPr>
          <p:cNvPr id="85" name="Shape 83"/>
          <p:cNvSpPr/>
          <p:nvPr/>
        </p:nvSpPr>
        <p:spPr>
          <a:xfrm>
            <a:off x="3459175" y="3723665"/>
            <a:ext cx="803758" cy="547840"/>
          </a:xfrm>
          <a:prstGeom prst="rect">
            <a:avLst/>
          </a:prstGeom>
          <a:solidFill>
            <a:srgbClr val="FFFFFF">
              <a:alpha val="1031"/>
            </a:srgbClr>
          </a:solidFill>
          <a:ln/>
        </p:spPr>
      </p:sp>
      <p:sp>
        <p:nvSpPr>
          <p:cNvPr id="86" name="Shape 84"/>
          <p:cNvSpPr/>
          <p:nvPr/>
        </p:nvSpPr>
        <p:spPr>
          <a:xfrm>
            <a:off x="3459175" y="4262361"/>
            <a:ext cx="803758" cy="547840"/>
          </a:xfrm>
          <a:prstGeom prst="rect">
            <a:avLst/>
          </a:prstGeom>
          <a:solidFill>
            <a:srgbClr val="FFFFFF">
              <a:alpha val="1375"/>
            </a:srgbClr>
          </a:solidFill>
          <a:ln/>
        </p:spPr>
      </p:sp>
      <p:sp>
        <p:nvSpPr>
          <p:cNvPr id="87" name="Shape 85"/>
          <p:cNvSpPr/>
          <p:nvPr/>
        </p:nvSpPr>
        <p:spPr>
          <a:xfrm>
            <a:off x="3459175" y="4801057"/>
            <a:ext cx="803758" cy="547840"/>
          </a:xfrm>
          <a:prstGeom prst="rect">
            <a:avLst/>
          </a:prstGeom>
          <a:solidFill>
            <a:srgbClr val="FFFFFF">
              <a:alpha val="1719"/>
            </a:srgbClr>
          </a:solidFill>
          <a:ln/>
        </p:spPr>
      </p:sp>
      <p:sp>
        <p:nvSpPr>
          <p:cNvPr id="88" name="Shape 86"/>
          <p:cNvSpPr/>
          <p:nvPr/>
        </p:nvSpPr>
        <p:spPr>
          <a:xfrm>
            <a:off x="3459175" y="5339753"/>
            <a:ext cx="803758" cy="547840"/>
          </a:xfrm>
          <a:prstGeom prst="rect">
            <a:avLst/>
          </a:prstGeom>
          <a:solidFill>
            <a:srgbClr val="FFFFFF">
              <a:alpha val="2063"/>
            </a:srgbClr>
          </a:solidFill>
          <a:ln/>
        </p:spPr>
      </p:sp>
      <p:sp>
        <p:nvSpPr>
          <p:cNvPr id="89" name="Shape 87"/>
          <p:cNvSpPr/>
          <p:nvPr/>
        </p:nvSpPr>
        <p:spPr>
          <a:xfrm>
            <a:off x="3459175" y="5878449"/>
            <a:ext cx="803758" cy="547840"/>
          </a:xfrm>
          <a:prstGeom prst="rect">
            <a:avLst/>
          </a:prstGeom>
          <a:solidFill>
            <a:srgbClr val="FFFFFF">
              <a:alpha val="2406"/>
            </a:srgbClr>
          </a:solidFill>
          <a:ln/>
        </p:spPr>
      </p:sp>
      <p:sp>
        <p:nvSpPr>
          <p:cNvPr id="90" name="Shape 88"/>
          <p:cNvSpPr/>
          <p:nvPr/>
        </p:nvSpPr>
        <p:spPr>
          <a:xfrm>
            <a:off x="3459175" y="6417145"/>
            <a:ext cx="803758" cy="547840"/>
          </a:xfrm>
          <a:prstGeom prst="rect">
            <a:avLst/>
          </a:prstGeom>
          <a:solidFill>
            <a:srgbClr val="FFFFFF">
              <a:alpha val="2750"/>
            </a:srgbClr>
          </a:solidFill>
          <a:ln/>
        </p:spPr>
      </p:sp>
      <p:sp>
        <p:nvSpPr>
          <p:cNvPr id="91" name="Shape 89"/>
          <p:cNvSpPr/>
          <p:nvPr/>
        </p:nvSpPr>
        <p:spPr>
          <a:xfrm>
            <a:off x="4151376" y="4484218"/>
            <a:ext cx="803758" cy="319126"/>
          </a:xfrm>
          <a:prstGeom prst="rect">
            <a:avLst/>
          </a:prstGeom>
          <a:solidFill>
            <a:srgbClr val="FFFFFF">
              <a:alpha val="138"/>
            </a:srgbClr>
          </a:solidFill>
          <a:ln/>
        </p:spPr>
      </p:sp>
      <p:sp>
        <p:nvSpPr>
          <p:cNvPr id="92" name="Shape 90"/>
          <p:cNvSpPr/>
          <p:nvPr/>
        </p:nvSpPr>
        <p:spPr>
          <a:xfrm>
            <a:off x="4151376" y="4794199"/>
            <a:ext cx="803758" cy="319126"/>
          </a:xfrm>
          <a:prstGeom prst="rect">
            <a:avLst/>
          </a:prstGeom>
          <a:solidFill>
            <a:srgbClr val="FFFFFF">
              <a:alpha val="275"/>
            </a:srgbClr>
          </a:solidFill>
          <a:ln/>
        </p:spPr>
      </p:sp>
      <p:sp>
        <p:nvSpPr>
          <p:cNvPr id="93" name="Shape 91"/>
          <p:cNvSpPr/>
          <p:nvPr/>
        </p:nvSpPr>
        <p:spPr>
          <a:xfrm>
            <a:off x="4151376" y="5104181"/>
            <a:ext cx="803758" cy="319126"/>
          </a:xfrm>
          <a:prstGeom prst="rect">
            <a:avLst/>
          </a:prstGeom>
          <a:solidFill>
            <a:srgbClr val="FFFFFF">
              <a:alpha val="412"/>
            </a:srgbClr>
          </a:solidFill>
          <a:ln/>
        </p:spPr>
      </p:sp>
      <p:sp>
        <p:nvSpPr>
          <p:cNvPr id="94" name="Shape 92"/>
          <p:cNvSpPr/>
          <p:nvPr/>
        </p:nvSpPr>
        <p:spPr>
          <a:xfrm>
            <a:off x="4151376" y="5414162"/>
            <a:ext cx="803758" cy="319126"/>
          </a:xfrm>
          <a:prstGeom prst="rect">
            <a:avLst/>
          </a:prstGeom>
          <a:solidFill>
            <a:srgbClr val="FFFFFF">
              <a:alpha val="550"/>
            </a:srgbClr>
          </a:solidFill>
          <a:ln/>
        </p:spPr>
      </p:sp>
      <p:sp>
        <p:nvSpPr>
          <p:cNvPr id="95" name="Shape 93"/>
          <p:cNvSpPr/>
          <p:nvPr/>
        </p:nvSpPr>
        <p:spPr>
          <a:xfrm>
            <a:off x="4151376" y="5724144"/>
            <a:ext cx="803758" cy="319126"/>
          </a:xfrm>
          <a:prstGeom prst="rect">
            <a:avLst/>
          </a:prstGeom>
          <a:solidFill>
            <a:srgbClr val="FFFFFF">
              <a:alpha val="688"/>
            </a:srgbClr>
          </a:solidFill>
          <a:ln/>
        </p:spPr>
      </p:sp>
      <p:sp>
        <p:nvSpPr>
          <p:cNvPr id="96" name="Shape 94"/>
          <p:cNvSpPr/>
          <p:nvPr/>
        </p:nvSpPr>
        <p:spPr>
          <a:xfrm>
            <a:off x="4151376" y="6034126"/>
            <a:ext cx="803758" cy="319126"/>
          </a:xfrm>
          <a:prstGeom prst="rect">
            <a:avLst/>
          </a:prstGeom>
          <a:solidFill>
            <a:srgbClr val="FFFFFF">
              <a:alpha val="825"/>
            </a:srgbClr>
          </a:solidFill>
          <a:ln/>
        </p:spPr>
      </p:sp>
      <p:sp>
        <p:nvSpPr>
          <p:cNvPr id="97" name="Shape 95"/>
          <p:cNvSpPr/>
          <p:nvPr/>
        </p:nvSpPr>
        <p:spPr>
          <a:xfrm>
            <a:off x="4151376" y="6344107"/>
            <a:ext cx="803758" cy="319126"/>
          </a:xfrm>
          <a:prstGeom prst="rect">
            <a:avLst/>
          </a:prstGeom>
          <a:solidFill>
            <a:srgbClr val="FFFFFF">
              <a:alpha val="963"/>
            </a:srgbClr>
          </a:solidFill>
          <a:ln/>
        </p:spPr>
      </p:sp>
      <p:sp>
        <p:nvSpPr>
          <p:cNvPr id="98" name="Shape 96"/>
          <p:cNvSpPr/>
          <p:nvPr/>
        </p:nvSpPr>
        <p:spPr>
          <a:xfrm>
            <a:off x="4151376" y="6654089"/>
            <a:ext cx="803758" cy="319126"/>
          </a:xfrm>
          <a:prstGeom prst="rect">
            <a:avLst/>
          </a:prstGeom>
          <a:solidFill>
            <a:srgbClr val="FFFFFF">
              <a:alpha val="1100"/>
            </a:srgbClr>
          </a:solidFill>
          <a:ln/>
        </p:spPr>
      </p:sp>
      <p:sp>
        <p:nvSpPr>
          <p:cNvPr id="101" name="Shape 99"/>
          <p:cNvSpPr/>
          <p:nvPr/>
        </p:nvSpPr>
        <p:spPr>
          <a:xfrm>
            <a:off x="0" y="873252"/>
            <a:ext cx="12191695" cy="0"/>
          </a:xfrm>
          <a:prstGeom prst="line">
            <a:avLst/>
          </a:prstGeom>
          <a:noFill/>
          <a:ln w="2540">
            <a:solidFill>
              <a:srgbClr val="D0CFCF">
                <a:alpha val="60000"/>
              </a:srgbClr>
            </a:solidFill>
            <a:prstDash val="solid"/>
          </a:ln>
        </p:spPr>
      </p:sp>
      <p:sp>
        <p:nvSpPr>
          <p:cNvPr id="104" name="Text 102"/>
          <p:cNvSpPr/>
          <p:nvPr/>
        </p:nvSpPr>
        <p:spPr>
          <a:xfrm>
            <a:off x="6214262" y="1051560"/>
            <a:ext cx="5577840" cy="1371600"/>
          </a:xfrm>
          <a:prstGeom prst="rect">
            <a:avLst/>
          </a:prstGeom>
          <a:noFill/>
          <a:ln/>
        </p:spPr>
        <p:txBody>
          <a:bodyPr wrap="square" rtlCol="0" anchor="t"/>
          <a:lstStyle/>
          <a:p>
            <a:pPr indent="0" marL="0">
              <a:lnSpc>
                <a:spcPct val="90000"/>
              </a:lnSpc>
              <a:buNone/>
            </a:pPr>
            <a:r>
              <a:rPr lang="en-US" sz="3600" spc="-150" kern="0" dirty="0">
                <a:solidFill>
                  <a:srgbClr val="FFFFFF"/>
                </a:solidFill>
                <a:latin typeface="Manrope" pitchFamily="34" charset="0"/>
                <a:ea typeface="Manrope" pitchFamily="34" charset="-122"/>
                <a:cs typeface="Manrope" pitchFamily="34" charset="-120"/>
              </a:rPr>
              <a:t>Stage 7: start with </a:t>
            </a:r>
            <a:r>
              <a:rPr lang="en-US" sz="3600" spc="-150" kern="0" dirty="0">
                <a:solidFill>
                  <a:srgbClr val="D5E6CD"/>
                </a:solidFill>
                <a:latin typeface="Manrope" pitchFamily="34" charset="0"/>
                <a:ea typeface="Manrope" pitchFamily="34" charset="-122"/>
                <a:cs typeface="Manrope" pitchFamily="34" charset="-120"/>
              </a:rPr>
              <a:t>the simplest workflow</a:t>
            </a:r>
            <a:endParaRPr lang="en-US" sz="4400" dirty="0"/>
          </a:p>
        </p:txBody>
      </p:sp>
      <p:sp>
        <p:nvSpPr>
          <p:cNvPr id="105" name="Shape 103"/>
          <p:cNvSpPr/>
          <p:nvPr/>
        </p:nvSpPr>
        <p:spPr>
          <a:xfrm>
            <a:off x="11835994" y="1750162"/>
            <a:ext cx="803758" cy="657454"/>
          </a:xfrm>
          <a:prstGeom prst="rect">
            <a:avLst/>
          </a:prstGeom>
          <a:solidFill>
            <a:srgbClr val="FFFFFF">
              <a:alpha val="688"/>
            </a:srgbClr>
          </a:solidFill>
          <a:ln/>
        </p:spPr>
      </p:sp>
      <p:sp>
        <p:nvSpPr>
          <p:cNvPr id="106" name="Shape 104"/>
          <p:cNvSpPr/>
          <p:nvPr/>
        </p:nvSpPr>
        <p:spPr>
          <a:xfrm>
            <a:off x="11835994" y="2398471"/>
            <a:ext cx="803758" cy="657454"/>
          </a:xfrm>
          <a:prstGeom prst="rect">
            <a:avLst/>
          </a:prstGeom>
          <a:solidFill>
            <a:srgbClr val="FFFFFF">
              <a:alpha val="1375"/>
            </a:srgbClr>
          </a:solidFill>
          <a:ln/>
        </p:spPr>
      </p:sp>
      <p:sp>
        <p:nvSpPr>
          <p:cNvPr id="107" name="Shape 105"/>
          <p:cNvSpPr/>
          <p:nvPr/>
        </p:nvSpPr>
        <p:spPr>
          <a:xfrm>
            <a:off x="11835994" y="3046781"/>
            <a:ext cx="803758" cy="657454"/>
          </a:xfrm>
          <a:prstGeom prst="rect">
            <a:avLst/>
          </a:prstGeom>
          <a:solidFill>
            <a:srgbClr val="FFFFFF">
              <a:alpha val="2063"/>
            </a:srgbClr>
          </a:solidFill>
          <a:ln/>
        </p:spPr>
      </p:sp>
      <p:sp>
        <p:nvSpPr>
          <p:cNvPr id="108" name="Shape 106"/>
          <p:cNvSpPr/>
          <p:nvPr/>
        </p:nvSpPr>
        <p:spPr>
          <a:xfrm>
            <a:off x="11835994" y="3695090"/>
            <a:ext cx="803758" cy="657454"/>
          </a:xfrm>
          <a:prstGeom prst="rect">
            <a:avLst/>
          </a:prstGeom>
          <a:solidFill>
            <a:srgbClr val="FFFFFF">
              <a:alpha val="2750"/>
            </a:srgbClr>
          </a:solidFill>
          <a:ln/>
        </p:spPr>
      </p:sp>
      <p:sp>
        <p:nvSpPr>
          <p:cNvPr id="109" name="Shape 107"/>
          <p:cNvSpPr/>
          <p:nvPr/>
        </p:nvSpPr>
        <p:spPr>
          <a:xfrm>
            <a:off x="11835994" y="4343400"/>
            <a:ext cx="803758" cy="657454"/>
          </a:xfrm>
          <a:prstGeom prst="rect">
            <a:avLst/>
          </a:prstGeom>
          <a:solidFill>
            <a:srgbClr val="FFFFFF">
              <a:alpha val="3438"/>
            </a:srgbClr>
          </a:solidFill>
          <a:ln/>
        </p:spPr>
      </p:sp>
      <p:sp>
        <p:nvSpPr>
          <p:cNvPr id="110" name="Shape 108"/>
          <p:cNvSpPr/>
          <p:nvPr/>
        </p:nvSpPr>
        <p:spPr>
          <a:xfrm>
            <a:off x="11835994" y="4991710"/>
            <a:ext cx="803758" cy="657454"/>
          </a:xfrm>
          <a:prstGeom prst="rect">
            <a:avLst/>
          </a:prstGeom>
          <a:solidFill>
            <a:srgbClr val="FFFFFF">
              <a:alpha val="4125"/>
            </a:srgbClr>
          </a:solidFill>
          <a:ln/>
        </p:spPr>
      </p:sp>
      <p:sp>
        <p:nvSpPr>
          <p:cNvPr id="111" name="Shape 109"/>
          <p:cNvSpPr/>
          <p:nvPr/>
        </p:nvSpPr>
        <p:spPr>
          <a:xfrm>
            <a:off x="11835994" y="5640019"/>
            <a:ext cx="803758" cy="657454"/>
          </a:xfrm>
          <a:prstGeom prst="rect">
            <a:avLst/>
          </a:prstGeom>
          <a:solidFill>
            <a:srgbClr val="FFFFFF">
              <a:alpha val="4813"/>
            </a:srgbClr>
          </a:solidFill>
          <a:ln/>
        </p:spPr>
      </p:sp>
      <p:sp>
        <p:nvSpPr>
          <p:cNvPr id="112" name="Shape 110"/>
          <p:cNvSpPr/>
          <p:nvPr/>
        </p:nvSpPr>
        <p:spPr>
          <a:xfrm>
            <a:off x="11835994" y="6288329"/>
            <a:ext cx="803758" cy="657454"/>
          </a:xfrm>
          <a:prstGeom prst="rect">
            <a:avLst/>
          </a:prstGeom>
          <a:solidFill>
            <a:srgbClr val="FFFFFF">
              <a:alpha val="5500"/>
            </a:srgbClr>
          </a:solidFill>
          <a:ln/>
        </p:spPr>
      </p:sp>
      <p:sp>
        <p:nvSpPr>
          <p:cNvPr id="113" name="Shape 111"/>
          <p:cNvSpPr/>
          <p:nvPr/>
        </p:nvSpPr>
        <p:spPr>
          <a:xfrm>
            <a:off x="10465308" y="4358030"/>
            <a:ext cx="803758" cy="331356"/>
          </a:xfrm>
          <a:prstGeom prst="rect">
            <a:avLst/>
          </a:prstGeom>
          <a:solidFill>
            <a:srgbClr val="FFFFFF">
              <a:alpha val="138"/>
            </a:srgbClr>
          </a:solidFill>
          <a:ln/>
        </p:spPr>
      </p:sp>
      <p:sp>
        <p:nvSpPr>
          <p:cNvPr id="114" name="Shape 112"/>
          <p:cNvSpPr/>
          <p:nvPr/>
        </p:nvSpPr>
        <p:spPr>
          <a:xfrm>
            <a:off x="10465308" y="4680242"/>
            <a:ext cx="803758" cy="331356"/>
          </a:xfrm>
          <a:prstGeom prst="rect">
            <a:avLst/>
          </a:prstGeom>
          <a:solidFill>
            <a:srgbClr val="FFFFFF">
              <a:alpha val="275"/>
            </a:srgbClr>
          </a:solidFill>
          <a:ln/>
        </p:spPr>
      </p:sp>
      <p:sp>
        <p:nvSpPr>
          <p:cNvPr id="115" name="Shape 113"/>
          <p:cNvSpPr/>
          <p:nvPr/>
        </p:nvSpPr>
        <p:spPr>
          <a:xfrm>
            <a:off x="10465308" y="5002454"/>
            <a:ext cx="803758" cy="331356"/>
          </a:xfrm>
          <a:prstGeom prst="rect">
            <a:avLst/>
          </a:prstGeom>
          <a:solidFill>
            <a:srgbClr val="FFFFFF">
              <a:alpha val="412"/>
            </a:srgbClr>
          </a:solidFill>
          <a:ln/>
        </p:spPr>
      </p:sp>
      <p:sp>
        <p:nvSpPr>
          <p:cNvPr id="116" name="Shape 114"/>
          <p:cNvSpPr/>
          <p:nvPr/>
        </p:nvSpPr>
        <p:spPr>
          <a:xfrm>
            <a:off x="10465308" y="5324666"/>
            <a:ext cx="803758" cy="331356"/>
          </a:xfrm>
          <a:prstGeom prst="rect">
            <a:avLst/>
          </a:prstGeom>
          <a:solidFill>
            <a:srgbClr val="FFFFFF">
              <a:alpha val="550"/>
            </a:srgbClr>
          </a:solidFill>
          <a:ln/>
        </p:spPr>
      </p:sp>
      <p:sp>
        <p:nvSpPr>
          <p:cNvPr id="117" name="Shape 115"/>
          <p:cNvSpPr/>
          <p:nvPr/>
        </p:nvSpPr>
        <p:spPr>
          <a:xfrm>
            <a:off x="10465308" y="5646877"/>
            <a:ext cx="803758" cy="331356"/>
          </a:xfrm>
          <a:prstGeom prst="rect">
            <a:avLst/>
          </a:prstGeom>
          <a:solidFill>
            <a:srgbClr val="FFFFFF">
              <a:alpha val="688"/>
            </a:srgbClr>
          </a:solidFill>
          <a:ln/>
        </p:spPr>
      </p:sp>
      <p:sp>
        <p:nvSpPr>
          <p:cNvPr id="118" name="Shape 116"/>
          <p:cNvSpPr/>
          <p:nvPr/>
        </p:nvSpPr>
        <p:spPr>
          <a:xfrm>
            <a:off x="10465308" y="5969089"/>
            <a:ext cx="803758" cy="331356"/>
          </a:xfrm>
          <a:prstGeom prst="rect">
            <a:avLst/>
          </a:prstGeom>
          <a:solidFill>
            <a:srgbClr val="FFFFFF">
              <a:alpha val="825"/>
            </a:srgbClr>
          </a:solidFill>
          <a:ln/>
        </p:spPr>
      </p:sp>
      <p:sp>
        <p:nvSpPr>
          <p:cNvPr id="119" name="Shape 117"/>
          <p:cNvSpPr/>
          <p:nvPr/>
        </p:nvSpPr>
        <p:spPr>
          <a:xfrm>
            <a:off x="10465308" y="6291301"/>
            <a:ext cx="803758" cy="331356"/>
          </a:xfrm>
          <a:prstGeom prst="rect">
            <a:avLst/>
          </a:prstGeom>
          <a:solidFill>
            <a:srgbClr val="FFFFFF">
              <a:alpha val="963"/>
            </a:srgbClr>
          </a:solidFill>
          <a:ln/>
        </p:spPr>
      </p:sp>
      <p:sp>
        <p:nvSpPr>
          <p:cNvPr id="120" name="Shape 118"/>
          <p:cNvSpPr/>
          <p:nvPr/>
        </p:nvSpPr>
        <p:spPr>
          <a:xfrm>
            <a:off x="10465308" y="6613512"/>
            <a:ext cx="803758" cy="331356"/>
          </a:xfrm>
          <a:prstGeom prst="rect">
            <a:avLst/>
          </a:prstGeom>
          <a:solidFill>
            <a:srgbClr val="FFFFFF">
              <a:alpha val="1100"/>
            </a:srgbClr>
          </a:solidFill>
          <a:ln/>
        </p:spPr>
      </p:sp>
      <p:sp>
        <p:nvSpPr>
          <p:cNvPr id="121" name="Shape 119"/>
          <p:cNvSpPr/>
          <p:nvPr/>
        </p:nvSpPr>
        <p:spPr>
          <a:xfrm>
            <a:off x="11155680" y="3177540"/>
            <a:ext cx="803758" cy="482117"/>
          </a:xfrm>
          <a:prstGeom prst="rect">
            <a:avLst/>
          </a:prstGeom>
          <a:solidFill>
            <a:srgbClr val="FFFFFF">
              <a:alpha val="344"/>
            </a:srgbClr>
          </a:solidFill>
          <a:ln/>
        </p:spPr>
      </p:sp>
      <p:sp>
        <p:nvSpPr>
          <p:cNvPr id="122" name="Shape 120"/>
          <p:cNvSpPr/>
          <p:nvPr/>
        </p:nvSpPr>
        <p:spPr>
          <a:xfrm>
            <a:off x="11155680" y="3650513"/>
            <a:ext cx="803758" cy="482117"/>
          </a:xfrm>
          <a:prstGeom prst="rect">
            <a:avLst/>
          </a:prstGeom>
          <a:solidFill>
            <a:srgbClr val="FFFFFF">
              <a:alpha val="688"/>
            </a:srgbClr>
          </a:solidFill>
          <a:ln/>
        </p:spPr>
      </p:sp>
      <p:sp>
        <p:nvSpPr>
          <p:cNvPr id="123" name="Shape 121"/>
          <p:cNvSpPr/>
          <p:nvPr/>
        </p:nvSpPr>
        <p:spPr>
          <a:xfrm>
            <a:off x="11155680" y="4123487"/>
            <a:ext cx="803758" cy="482117"/>
          </a:xfrm>
          <a:prstGeom prst="rect">
            <a:avLst/>
          </a:prstGeom>
          <a:solidFill>
            <a:srgbClr val="FFFFFF">
              <a:alpha val="1031"/>
            </a:srgbClr>
          </a:solidFill>
          <a:ln/>
        </p:spPr>
      </p:sp>
      <p:sp>
        <p:nvSpPr>
          <p:cNvPr id="124" name="Shape 122"/>
          <p:cNvSpPr/>
          <p:nvPr/>
        </p:nvSpPr>
        <p:spPr>
          <a:xfrm>
            <a:off x="11155680" y="4596460"/>
            <a:ext cx="803758" cy="482117"/>
          </a:xfrm>
          <a:prstGeom prst="rect">
            <a:avLst/>
          </a:prstGeom>
          <a:solidFill>
            <a:srgbClr val="FFFFFF">
              <a:alpha val="1375"/>
            </a:srgbClr>
          </a:solidFill>
          <a:ln/>
        </p:spPr>
      </p:sp>
      <p:sp>
        <p:nvSpPr>
          <p:cNvPr id="125" name="Shape 123"/>
          <p:cNvSpPr/>
          <p:nvPr/>
        </p:nvSpPr>
        <p:spPr>
          <a:xfrm>
            <a:off x="11155680" y="5069434"/>
            <a:ext cx="803758" cy="482117"/>
          </a:xfrm>
          <a:prstGeom prst="rect">
            <a:avLst/>
          </a:prstGeom>
          <a:solidFill>
            <a:srgbClr val="FFFFFF">
              <a:alpha val="1719"/>
            </a:srgbClr>
          </a:solidFill>
          <a:ln/>
        </p:spPr>
      </p:sp>
      <p:sp>
        <p:nvSpPr>
          <p:cNvPr id="126" name="Shape 124"/>
          <p:cNvSpPr/>
          <p:nvPr/>
        </p:nvSpPr>
        <p:spPr>
          <a:xfrm>
            <a:off x="11155680" y="5542407"/>
            <a:ext cx="803758" cy="482117"/>
          </a:xfrm>
          <a:prstGeom prst="rect">
            <a:avLst/>
          </a:prstGeom>
          <a:solidFill>
            <a:srgbClr val="FFFFFF">
              <a:alpha val="2063"/>
            </a:srgbClr>
          </a:solidFill>
          <a:ln/>
        </p:spPr>
      </p:sp>
      <p:sp>
        <p:nvSpPr>
          <p:cNvPr id="127" name="Shape 125"/>
          <p:cNvSpPr/>
          <p:nvPr/>
        </p:nvSpPr>
        <p:spPr>
          <a:xfrm>
            <a:off x="11155680" y="6015380"/>
            <a:ext cx="803758" cy="482117"/>
          </a:xfrm>
          <a:prstGeom prst="rect">
            <a:avLst/>
          </a:prstGeom>
          <a:solidFill>
            <a:srgbClr val="FFFFFF">
              <a:alpha val="2406"/>
            </a:srgbClr>
          </a:solidFill>
          <a:ln/>
        </p:spPr>
      </p:sp>
      <p:sp>
        <p:nvSpPr>
          <p:cNvPr id="128" name="Shape 126"/>
          <p:cNvSpPr/>
          <p:nvPr/>
        </p:nvSpPr>
        <p:spPr>
          <a:xfrm>
            <a:off x="11155680" y="6488354"/>
            <a:ext cx="803758" cy="482117"/>
          </a:xfrm>
          <a:prstGeom prst="rect">
            <a:avLst/>
          </a:prstGeom>
          <a:solidFill>
            <a:srgbClr val="FFFFFF">
              <a:alpha val="2750"/>
            </a:srgbClr>
          </a:solidFill>
          <a:ln/>
        </p:spPr>
      </p:sp>
      <p:sp>
        <p:nvSpPr>
          <p:cNvPr id="129" name="Text 127"/>
          <p:cNvSpPr/>
          <p:nvPr/>
        </p:nvSpPr>
        <p:spPr>
          <a:xfrm>
            <a:off x="7291426" y="2738628"/>
            <a:ext cx="4480560" cy="339241"/>
          </a:xfrm>
          <a:prstGeom prst="rect">
            <a:avLst/>
          </a:prstGeom>
          <a:noFill/>
          <a:ln/>
        </p:spPr>
        <p:txBody>
          <a:bodyPr wrap="square" rtlCol="0" anchor="t"/>
          <a:lstStyle/>
          <a:p>
            <a:pPr indent="0" marL="0">
              <a:lnSpc>
                <a:spcPct val="125000"/>
              </a:lnSpc>
              <a:spcAft>
                <a:spcPts val="600"/>
              </a:spcAft>
              <a:buNone/>
            </a:pPr>
            <a:r>
              <a:rPr lang="en-US" sz="1800" dirty="0">
                <a:solidFill>
                  <a:srgbClr val="D5E6CD"/>
                </a:solidFill>
                <a:latin typeface="Manrope" pitchFamily="34" charset="0"/>
                <a:ea typeface="Manrope" pitchFamily="34" charset="-122"/>
                <a:cs typeface="Manrope" pitchFamily="34" charset="-120"/>
              </a:rPr>
              <a:t>Workflows</a:t>
            </a:r>
            <a:endParaRPr lang="en-US" sz="1800" dirty="0"/>
          </a:p>
        </p:txBody>
      </p:sp>
      <p:sp>
        <p:nvSpPr>
          <p:cNvPr id="130" name="Text 128"/>
          <p:cNvSpPr/>
          <p:nvPr/>
        </p:nvSpPr>
        <p:spPr>
          <a:xfrm>
            <a:off x="7291426" y="3082442"/>
            <a:ext cx="4480560" cy="731520"/>
          </a:xfrm>
          <a:prstGeom prst="rect">
            <a:avLst/>
          </a:prstGeom>
          <a:noFill/>
          <a:ln/>
        </p:spPr>
        <p:txBody>
          <a:bodyPr wrap="square" rtlCol="0" anchor="t"/>
          <a:lstStyle/>
          <a:p>
            <a:pPr indent="0" marL="0">
              <a:lnSpc>
                <a:spcPct val="125000"/>
              </a:lnSpc>
              <a:spcAft>
                <a:spcPts val="600"/>
              </a:spcAft>
              <a:buNone/>
            </a:pPr>
            <a:r>
              <a:rPr lang="en-US" sz="1400" dirty="0">
                <a:solidFill>
                  <a:srgbClr val="FFFFFF"/>
                </a:solidFill>
                <a:latin typeface="Manrope" pitchFamily="34" charset="0"/>
                <a:ea typeface="Manrope" pitchFamily="34" charset="-122"/>
                <a:cs typeface="Manrope" pitchFamily="34" charset="-120"/>
              </a:rPr>
              <a:t>“Systems where LLMs and tools are orchestrated through predefined code paths.”</a:t>
            </a:r>
            <a:endParaRPr lang="en-US" sz="1200" dirty="0"/>
          </a:p>
        </p:txBody>
      </p:sp>
      <p:sp>
        <p:nvSpPr>
          <p:cNvPr id="131" name="Shape 129"/>
          <p:cNvSpPr/>
          <p:nvPr/>
        </p:nvSpPr>
        <p:spPr>
          <a:xfrm>
            <a:off x="6630314" y="2801722"/>
            <a:ext cx="559613" cy="373075"/>
          </a:xfrm>
          <a:prstGeom prst="ellipse">
            <a:avLst/>
          </a:prstGeom>
          <a:ln w="15875">
            <a:solidFill>
              <a:srgbClr val="9FEF9C"/>
            </a:solidFill>
            <a:prstDash val="solid"/>
          </a:ln>
        </p:spPr>
      </p:sp>
      <p:sp>
        <p:nvSpPr>
          <p:cNvPr id="132" name="Shape 130"/>
          <p:cNvSpPr/>
          <p:nvPr/>
        </p:nvSpPr>
        <p:spPr>
          <a:xfrm>
            <a:off x="6814987" y="2924836"/>
            <a:ext cx="190268" cy="126846"/>
          </a:xfrm>
          <a:prstGeom prst="ellipse">
            <a:avLst/>
          </a:prstGeom>
          <a:solidFill>
            <a:srgbClr val="9FEF9C"/>
          </a:solidFill>
          <a:ln/>
        </p:spPr>
      </p:sp>
      <p:sp>
        <p:nvSpPr>
          <p:cNvPr id="133" name="Text 131"/>
          <p:cNvSpPr/>
          <p:nvPr/>
        </p:nvSpPr>
        <p:spPr>
          <a:xfrm>
            <a:off x="7291426" y="3901745"/>
            <a:ext cx="4480560" cy="339241"/>
          </a:xfrm>
          <a:prstGeom prst="rect">
            <a:avLst/>
          </a:prstGeom>
          <a:noFill/>
          <a:ln/>
        </p:spPr>
        <p:txBody>
          <a:bodyPr wrap="square" rtlCol="0" anchor="t"/>
          <a:lstStyle/>
          <a:p>
            <a:pPr indent="0" marL="0">
              <a:lnSpc>
                <a:spcPct val="125000"/>
              </a:lnSpc>
              <a:spcAft>
                <a:spcPts val="600"/>
              </a:spcAft>
              <a:buNone/>
            </a:pPr>
            <a:r>
              <a:rPr lang="en-US" sz="1800" dirty="0">
                <a:solidFill>
                  <a:srgbClr val="D5E6CD"/>
                </a:solidFill>
                <a:latin typeface="Manrope" pitchFamily="34" charset="0"/>
                <a:ea typeface="Manrope" pitchFamily="34" charset="-122"/>
                <a:cs typeface="Manrope" pitchFamily="34" charset="-120"/>
              </a:rPr>
              <a:t>Agents</a:t>
            </a:r>
            <a:endParaRPr lang="en-US" sz="1800" dirty="0"/>
          </a:p>
        </p:txBody>
      </p:sp>
      <p:sp>
        <p:nvSpPr>
          <p:cNvPr id="134" name="Text 132"/>
          <p:cNvSpPr/>
          <p:nvPr/>
        </p:nvSpPr>
        <p:spPr>
          <a:xfrm>
            <a:off x="7291426" y="4245559"/>
            <a:ext cx="4480560" cy="731520"/>
          </a:xfrm>
          <a:prstGeom prst="rect">
            <a:avLst/>
          </a:prstGeom>
          <a:noFill/>
          <a:ln/>
        </p:spPr>
        <p:txBody>
          <a:bodyPr wrap="square" rtlCol="0" anchor="t"/>
          <a:lstStyle/>
          <a:p>
            <a:pPr indent="0" marL="0">
              <a:lnSpc>
                <a:spcPct val="125000"/>
              </a:lnSpc>
              <a:spcAft>
                <a:spcPts val="600"/>
              </a:spcAft>
              <a:buNone/>
            </a:pPr>
            <a:r>
              <a:rPr lang="en-US" sz="1400" dirty="0">
                <a:solidFill>
                  <a:srgbClr val="FFFFFF"/>
                </a:solidFill>
                <a:latin typeface="Manrope" pitchFamily="34" charset="0"/>
                <a:ea typeface="Manrope" pitchFamily="34" charset="-122"/>
                <a:cs typeface="Manrope" pitchFamily="34" charset="-120"/>
              </a:rPr>
              <a:t>“Systems where LLMs dynamically direct their own processes and tool usage.”</a:t>
            </a:r>
            <a:endParaRPr lang="en-US" sz="1200" dirty="0"/>
          </a:p>
        </p:txBody>
      </p:sp>
      <p:sp>
        <p:nvSpPr>
          <p:cNvPr id="135" name="Shape 133"/>
          <p:cNvSpPr/>
          <p:nvPr/>
        </p:nvSpPr>
        <p:spPr>
          <a:xfrm>
            <a:off x="6730898" y="3945636"/>
            <a:ext cx="410566" cy="410566"/>
          </a:xfrm>
          <a:prstGeom prst="ellipse">
            <a:avLst/>
          </a:prstGeom>
          <a:ln w="15875">
            <a:solidFill>
              <a:srgbClr val="9FEF9C"/>
            </a:solidFill>
            <a:prstDash val="solid"/>
          </a:ln>
        </p:spPr>
      </p:sp>
      <p:sp>
        <p:nvSpPr>
          <p:cNvPr id="136" name="Shape 134"/>
          <p:cNvSpPr/>
          <p:nvPr/>
        </p:nvSpPr>
        <p:spPr>
          <a:xfrm>
            <a:off x="6866385" y="4081123"/>
            <a:ext cx="139592" cy="139592"/>
          </a:xfrm>
          <a:prstGeom prst="ellipse">
            <a:avLst/>
          </a:prstGeom>
          <a:solidFill>
            <a:srgbClr val="9FEF9C"/>
          </a:solidFill>
          <a:ln/>
        </p:spPr>
      </p:sp>
      <p:sp>
        <p:nvSpPr>
          <p:cNvPr id="137" name="Text 135"/>
          <p:cNvSpPr/>
          <p:nvPr/>
        </p:nvSpPr>
        <p:spPr>
          <a:xfrm>
            <a:off x="7291426" y="5065776"/>
            <a:ext cx="4480560" cy="339241"/>
          </a:xfrm>
          <a:prstGeom prst="rect">
            <a:avLst/>
          </a:prstGeom>
          <a:noFill/>
          <a:ln/>
        </p:spPr>
        <p:txBody>
          <a:bodyPr wrap="square" rtlCol="0" anchor="t"/>
          <a:lstStyle/>
          <a:p>
            <a:pPr indent="0" marL="0">
              <a:lnSpc>
                <a:spcPct val="125000"/>
              </a:lnSpc>
              <a:spcAft>
                <a:spcPts val="600"/>
              </a:spcAft>
              <a:buNone/>
            </a:pPr>
            <a:r>
              <a:rPr lang="en-US" sz="1800" dirty="0">
                <a:solidFill>
                  <a:srgbClr val="D5E6CD"/>
                </a:solidFill>
                <a:latin typeface="Manrope" pitchFamily="34" charset="0"/>
                <a:ea typeface="Manrope" pitchFamily="34" charset="-122"/>
                <a:cs typeface="Manrope" pitchFamily="34" charset="-120"/>
              </a:rPr>
              <a:t>The principle</a:t>
            </a:r>
            <a:endParaRPr lang="en-US" sz="1800" dirty="0"/>
          </a:p>
        </p:txBody>
      </p:sp>
      <p:sp>
        <p:nvSpPr>
          <p:cNvPr id="138" name="Text 136"/>
          <p:cNvSpPr/>
          <p:nvPr/>
        </p:nvSpPr>
        <p:spPr>
          <a:xfrm>
            <a:off x="7291426" y="5409590"/>
            <a:ext cx="4480560" cy="731520"/>
          </a:xfrm>
          <a:prstGeom prst="rect">
            <a:avLst/>
          </a:prstGeom>
          <a:noFill/>
          <a:ln/>
        </p:spPr>
        <p:txBody>
          <a:bodyPr wrap="square" rtlCol="0" anchor="t"/>
          <a:lstStyle/>
          <a:p>
            <a:pPr indent="0" marL="0">
              <a:lnSpc>
                <a:spcPct val="125000"/>
              </a:lnSpc>
              <a:spcAft>
                <a:spcPts val="600"/>
              </a:spcAft>
              <a:buNone/>
            </a:pPr>
            <a:r>
              <a:rPr lang="en-US" sz="1400" dirty="0">
                <a:solidFill>
                  <a:srgbClr val="FFFFFF"/>
                </a:solidFill>
                <a:latin typeface="Manrope" pitchFamily="34" charset="0"/>
                <a:ea typeface="Manrope" pitchFamily="34" charset="-122"/>
                <a:cs typeface="Manrope" pitchFamily="34" charset="-120"/>
              </a:rPr>
              <a:t>“Finding the simplest solution possible, and only increasing complexity when needed.”</a:t>
            </a:r>
            <a:endParaRPr lang="en-US" sz="1200" dirty="0"/>
          </a:p>
        </p:txBody>
      </p:sp>
      <p:sp>
        <p:nvSpPr>
          <p:cNvPr id="139" name="Shape 137"/>
          <p:cNvSpPr/>
          <p:nvPr/>
        </p:nvSpPr>
        <p:spPr>
          <a:xfrm>
            <a:off x="6725412" y="5066690"/>
            <a:ext cx="410566" cy="410566"/>
          </a:xfrm>
          <a:prstGeom prst="ellipse">
            <a:avLst/>
          </a:prstGeom>
          <a:ln w="15875">
            <a:solidFill>
              <a:srgbClr val="9FEF9C"/>
            </a:solidFill>
            <a:prstDash val="solid"/>
          </a:ln>
        </p:spPr>
      </p:sp>
      <p:sp>
        <p:nvSpPr>
          <p:cNvPr id="140" name="Shape 138"/>
          <p:cNvSpPr/>
          <p:nvPr/>
        </p:nvSpPr>
        <p:spPr>
          <a:xfrm>
            <a:off x="6860899" y="5202177"/>
            <a:ext cx="139592" cy="139592"/>
          </a:xfrm>
          <a:prstGeom prst="ellipse">
            <a:avLst/>
          </a:prstGeom>
          <a:solidFill>
            <a:srgbClr val="9FEF9C"/>
          </a:solidFill>
          <a:ln/>
        </p:spPr>
      </p:sp>
      <p:sp>
        <p:nvSpPr>
          <p:cNvPr id="2001" name="g1 text 2001"/>
          <p:cNvSpPr txBox="1"/>
          <p:nvPr/>
        </p:nvSpPr>
        <p:spPr>
          <a:xfrm>
            <a:off x="7287768" y="6217920"/>
            <a:ext cx="4480560" cy="320040"/>
          </a:xfrm>
          <a:prstGeom prst="rect">
            <a:avLst/>
          </a:prstGeom>
          <a:noFill/>
        </p:spPr>
        <p:txBody>
          <a:bodyPr wrap="square" lIns="0" tIns="0" rIns="0" bIns="0" anchor="t">
            <a:noAutofit/>
          </a:bodyPr>
          <a:lstStyle/>
          <a:p>
            <a:pPr algn="l">
              <a:lnSpc>
                <a:spcPct val="100000"/>
              </a:lnSpc>
              <a:buNone/>
            </a:pPr>
            <a:r>
              <a:rPr lang="en-US" sz="1200" b="0" dirty="0">
                <a:solidFill>
                  <a:srgbClr val="D5E6CD"/>
                </a:solidFill>
                <a:latin typeface="Manrope"/>
                <a:ea typeface="Manrope"/>
                <a:cs typeface="Manrope"/>
              </a:rPr>
              <a:t>All three: Anthropic, “Building effective agents” (Dec 2024)</a:t>
            </a:r>
          </a:p>
        </p:txBody>
      </p:sp>
      <p:sp>
        <p:nvSpPr>
          <p:cNvPr id="2002" name="g1 text 2002"/>
          <p:cNvSpPr txBox="1"/>
          <p:nvPr/>
        </p:nvSpPr>
        <p:spPr>
          <a:xfrm>
            <a:off x="548640" y="1188720"/>
            <a:ext cx="4846320" cy="411480"/>
          </a:xfrm>
          <a:prstGeom prst="rect">
            <a:avLst/>
          </a:prstGeom>
          <a:noFill/>
        </p:spPr>
        <p:txBody>
          <a:bodyPr wrap="square" lIns="0" tIns="0" rIns="0" bIns="0" anchor="t">
            <a:noAutofit/>
          </a:bodyPr>
          <a:lstStyle/>
          <a:p>
            <a:pPr algn="l">
              <a:lnSpc>
                <a:spcPct val="100000"/>
              </a:lnSpc>
              <a:buNone/>
            </a:pPr>
            <a:r>
              <a:rPr lang="en-US" sz="2000" b="1" dirty="0">
                <a:solidFill>
                  <a:srgbClr val="FFFFFF"/>
                </a:solidFill>
                <a:latin typeface="Manrope"/>
                <a:ea typeface="Manrope"/>
                <a:cs typeface="Manrope"/>
              </a:rPr>
              <a:t>Anthropic’s five workflow patterns</a:t>
            </a:r>
          </a:p>
        </p:txBody>
      </p:sp>
      <p:sp>
        <p:nvSpPr>
          <p:cNvPr id="2003" name="g1 shape 2003"/>
          <p:cNvSpPr/>
          <p:nvPr/>
        </p:nvSpPr>
        <p:spPr>
          <a:xfrm>
            <a:off x="548640" y="1828800"/>
            <a:ext cx="402336" cy="402336"/>
          </a:xfrm>
          <a:prstGeom prst="ellipse">
            <a:avLst/>
          </a:prstGeom>
          <a:solidFill>
            <a:srgbClr val="FCFF9B"/>
          </a:solidFill>
          <a:ln>
            <a:noFill/>
          </a:ln>
        </p:spPr>
        <p:txBody>
          <a:bodyPr wrap="none" lIns="0" tIns="0" rIns="0" bIns="0" anchor="ctr">
            <a:noAutofit/>
          </a:bodyPr>
          <a:lstStyle/>
          <a:p>
            <a:pPr algn="ctr">
              <a:buNone/>
            </a:pPr>
            <a:r>
              <a:rPr lang="en-US" sz="1400" b="1" dirty="0">
                <a:solidFill>
                  <a:srgbClr val="12352B"/>
                </a:solidFill>
                <a:latin typeface="Manrope"/>
                <a:ea typeface="Manrope"/>
                <a:cs typeface="Manrope"/>
              </a:rPr>
              <a:t>1</a:t>
            </a:r>
          </a:p>
        </p:txBody>
      </p:sp>
      <p:sp>
        <p:nvSpPr>
          <p:cNvPr id="2004" name="g1 text 2004"/>
          <p:cNvSpPr txBox="1"/>
          <p:nvPr/>
        </p:nvSpPr>
        <p:spPr>
          <a:xfrm>
            <a:off x="1143000" y="1810512"/>
            <a:ext cx="4297680" cy="320040"/>
          </a:xfrm>
          <a:prstGeom prst="rect">
            <a:avLst/>
          </a:prstGeom>
          <a:noFill/>
        </p:spPr>
        <p:txBody>
          <a:bodyPr wrap="square" lIns="0" tIns="0" rIns="0" bIns="0" anchor="t">
            <a:noAutofit/>
          </a:bodyPr>
          <a:lstStyle/>
          <a:p>
            <a:pPr algn="l">
              <a:lnSpc>
                <a:spcPct val="100000"/>
              </a:lnSpc>
              <a:buNone/>
            </a:pPr>
            <a:r>
              <a:rPr lang="en-US" sz="1600" b="1" dirty="0">
                <a:solidFill>
                  <a:srgbClr val="FFFFFF"/>
                </a:solidFill>
                <a:latin typeface="Manrope"/>
                <a:ea typeface="Manrope"/>
                <a:cs typeface="Manrope"/>
              </a:rPr>
              <a:t>Prompt chaining</a:t>
            </a:r>
          </a:p>
        </p:txBody>
      </p:sp>
      <p:sp>
        <p:nvSpPr>
          <p:cNvPr id="2005" name="g1 text 2005"/>
          <p:cNvSpPr txBox="1"/>
          <p:nvPr/>
        </p:nvSpPr>
        <p:spPr>
          <a:xfrm>
            <a:off x="1143000" y="2130552"/>
            <a:ext cx="4297680" cy="548640"/>
          </a:xfrm>
          <a:prstGeom prst="rect">
            <a:avLst/>
          </a:prstGeom>
          <a:noFill/>
        </p:spPr>
        <p:txBody>
          <a:bodyPr wrap="square" lIns="0" tIns="0" rIns="0" bIns="0" anchor="t">
            <a:noAutofit/>
          </a:bodyPr>
          <a:lstStyle/>
          <a:p>
            <a:pPr algn="l">
              <a:lnSpc>
                <a:spcPct val="100000"/>
              </a:lnSpc>
              <a:buNone/>
            </a:pPr>
            <a:r>
              <a:rPr lang="en-US" sz="1300" b="0" dirty="0">
                <a:solidFill>
                  <a:srgbClr val="FFFFFF"/>
                </a:solidFill>
                <a:latin typeface="Manrope"/>
                <a:ea typeface="Manrope"/>
                <a:cs typeface="Manrope"/>
              </a:rPr>
              <a:t>Each LLM call processes the previous output, with optional “gates”.</a:t>
            </a:r>
          </a:p>
        </p:txBody>
      </p:sp>
      <p:sp>
        <p:nvSpPr>
          <p:cNvPr id="2006" name="g1 shape 2006"/>
          <p:cNvSpPr/>
          <p:nvPr/>
        </p:nvSpPr>
        <p:spPr>
          <a:xfrm>
            <a:off x="548640" y="2761488"/>
            <a:ext cx="402336" cy="402336"/>
          </a:xfrm>
          <a:prstGeom prst="ellipse">
            <a:avLst/>
          </a:prstGeom>
          <a:solidFill>
            <a:srgbClr val="FCFF9B"/>
          </a:solidFill>
          <a:ln>
            <a:noFill/>
          </a:ln>
        </p:spPr>
        <p:txBody>
          <a:bodyPr wrap="none" lIns="0" tIns="0" rIns="0" bIns="0" anchor="ctr">
            <a:noAutofit/>
          </a:bodyPr>
          <a:lstStyle/>
          <a:p>
            <a:pPr algn="ctr">
              <a:buNone/>
            </a:pPr>
            <a:r>
              <a:rPr lang="en-US" sz="1400" b="1" dirty="0">
                <a:solidFill>
                  <a:srgbClr val="12352B"/>
                </a:solidFill>
                <a:latin typeface="Manrope"/>
                <a:ea typeface="Manrope"/>
                <a:cs typeface="Manrope"/>
              </a:rPr>
              <a:t>2</a:t>
            </a:r>
          </a:p>
        </p:txBody>
      </p:sp>
      <p:sp>
        <p:nvSpPr>
          <p:cNvPr id="2007" name="g1 text 2007"/>
          <p:cNvSpPr txBox="1"/>
          <p:nvPr/>
        </p:nvSpPr>
        <p:spPr>
          <a:xfrm>
            <a:off x="1143000" y="2743200"/>
            <a:ext cx="4297680" cy="320040"/>
          </a:xfrm>
          <a:prstGeom prst="rect">
            <a:avLst/>
          </a:prstGeom>
          <a:noFill/>
        </p:spPr>
        <p:txBody>
          <a:bodyPr wrap="square" lIns="0" tIns="0" rIns="0" bIns="0" anchor="t">
            <a:noAutofit/>
          </a:bodyPr>
          <a:lstStyle/>
          <a:p>
            <a:pPr algn="l">
              <a:lnSpc>
                <a:spcPct val="100000"/>
              </a:lnSpc>
              <a:buNone/>
            </a:pPr>
            <a:r>
              <a:rPr lang="en-US" sz="1600" b="1" dirty="0">
                <a:solidFill>
                  <a:srgbClr val="FFFFFF"/>
                </a:solidFill>
                <a:latin typeface="Manrope"/>
                <a:ea typeface="Manrope"/>
                <a:cs typeface="Manrope"/>
              </a:rPr>
              <a:t>Routing</a:t>
            </a:r>
          </a:p>
        </p:txBody>
      </p:sp>
      <p:sp>
        <p:nvSpPr>
          <p:cNvPr id="2008" name="g1 text 2008"/>
          <p:cNvSpPr txBox="1"/>
          <p:nvPr/>
        </p:nvSpPr>
        <p:spPr>
          <a:xfrm>
            <a:off x="1143000" y="3063240"/>
            <a:ext cx="4297680" cy="548640"/>
          </a:xfrm>
          <a:prstGeom prst="rect">
            <a:avLst/>
          </a:prstGeom>
          <a:noFill/>
        </p:spPr>
        <p:txBody>
          <a:bodyPr wrap="square" lIns="0" tIns="0" rIns="0" bIns="0" anchor="t">
            <a:noAutofit/>
          </a:bodyPr>
          <a:lstStyle/>
          <a:p>
            <a:pPr algn="l">
              <a:lnSpc>
                <a:spcPct val="100000"/>
              </a:lnSpc>
              <a:buNone/>
            </a:pPr>
            <a:r>
              <a:rPr lang="en-US" sz="1300" b="0" dirty="0">
                <a:solidFill>
                  <a:srgbClr val="FFFFFF"/>
                </a:solidFill>
                <a:latin typeface="Manrope"/>
                <a:ea typeface="Manrope"/>
                <a:cs typeface="Manrope"/>
              </a:rPr>
              <a:t>Classify the input and send it to a specialized follow-up.</a:t>
            </a:r>
          </a:p>
        </p:txBody>
      </p:sp>
      <p:sp>
        <p:nvSpPr>
          <p:cNvPr id="2009" name="g1 shape 2009"/>
          <p:cNvSpPr/>
          <p:nvPr/>
        </p:nvSpPr>
        <p:spPr>
          <a:xfrm>
            <a:off x="548640" y="3694176"/>
            <a:ext cx="402336" cy="402336"/>
          </a:xfrm>
          <a:prstGeom prst="ellipse">
            <a:avLst/>
          </a:prstGeom>
          <a:solidFill>
            <a:srgbClr val="FCFF9B"/>
          </a:solidFill>
          <a:ln>
            <a:noFill/>
          </a:ln>
        </p:spPr>
        <p:txBody>
          <a:bodyPr wrap="none" lIns="0" tIns="0" rIns="0" bIns="0" anchor="ctr">
            <a:noAutofit/>
          </a:bodyPr>
          <a:lstStyle/>
          <a:p>
            <a:pPr algn="ctr">
              <a:buNone/>
            </a:pPr>
            <a:r>
              <a:rPr lang="en-US" sz="1400" b="1" dirty="0">
                <a:solidFill>
                  <a:srgbClr val="12352B"/>
                </a:solidFill>
                <a:latin typeface="Manrope"/>
                <a:ea typeface="Manrope"/>
                <a:cs typeface="Manrope"/>
              </a:rPr>
              <a:t>3</a:t>
            </a:r>
          </a:p>
        </p:txBody>
      </p:sp>
      <p:sp>
        <p:nvSpPr>
          <p:cNvPr id="2010" name="g1 text 2010"/>
          <p:cNvSpPr txBox="1"/>
          <p:nvPr/>
        </p:nvSpPr>
        <p:spPr>
          <a:xfrm>
            <a:off x="1143000" y="3675888"/>
            <a:ext cx="4297680" cy="320040"/>
          </a:xfrm>
          <a:prstGeom prst="rect">
            <a:avLst/>
          </a:prstGeom>
          <a:noFill/>
        </p:spPr>
        <p:txBody>
          <a:bodyPr wrap="square" lIns="0" tIns="0" rIns="0" bIns="0" anchor="t">
            <a:noAutofit/>
          </a:bodyPr>
          <a:lstStyle/>
          <a:p>
            <a:pPr algn="l">
              <a:lnSpc>
                <a:spcPct val="100000"/>
              </a:lnSpc>
              <a:buNone/>
            </a:pPr>
            <a:r>
              <a:rPr lang="en-US" sz="1600" b="1" dirty="0">
                <a:solidFill>
                  <a:srgbClr val="FFFFFF"/>
                </a:solidFill>
                <a:latin typeface="Manrope"/>
                <a:ea typeface="Manrope"/>
                <a:cs typeface="Manrope"/>
              </a:rPr>
              <a:t>Parallelization</a:t>
            </a:r>
          </a:p>
        </p:txBody>
      </p:sp>
      <p:sp>
        <p:nvSpPr>
          <p:cNvPr id="2011" name="g1 text 2011"/>
          <p:cNvSpPr txBox="1"/>
          <p:nvPr/>
        </p:nvSpPr>
        <p:spPr>
          <a:xfrm>
            <a:off x="1143000" y="3995928"/>
            <a:ext cx="4297680" cy="548640"/>
          </a:xfrm>
          <a:prstGeom prst="rect">
            <a:avLst/>
          </a:prstGeom>
          <a:noFill/>
        </p:spPr>
        <p:txBody>
          <a:bodyPr wrap="square" lIns="0" tIns="0" rIns="0" bIns="0" anchor="t">
            <a:noAutofit/>
          </a:bodyPr>
          <a:lstStyle/>
          <a:p>
            <a:pPr algn="l">
              <a:lnSpc>
                <a:spcPct val="100000"/>
              </a:lnSpc>
              <a:buNone/>
            </a:pPr>
            <a:r>
              <a:rPr lang="en-US" sz="1300" b="0" dirty="0">
                <a:solidFill>
                  <a:srgbClr val="FFFFFF"/>
                </a:solidFill>
                <a:latin typeface="Manrope"/>
                <a:ea typeface="Manrope"/>
                <a:cs typeface="Manrope"/>
              </a:rPr>
              <a:t>“Sectioning” (independent subtasks) or “voting” (same task, several runs).</a:t>
            </a:r>
          </a:p>
        </p:txBody>
      </p:sp>
      <p:sp>
        <p:nvSpPr>
          <p:cNvPr id="2012" name="g1 shape 2012"/>
          <p:cNvSpPr/>
          <p:nvPr/>
        </p:nvSpPr>
        <p:spPr>
          <a:xfrm>
            <a:off x="548640" y="4626864"/>
            <a:ext cx="402336" cy="402336"/>
          </a:xfrm>
          <a:prstGeom prst="ellipse">
            <a:avLst/>
          </a:prstGeom>
          <a:solidFill>
            <a:srgbClr val="FCFF9B"/>
          </a:solidFill>
          <a:ln>
            <a:noFill/>
          </a:ln>
        </p:spPr>
        <p:txBody>
          <a:bodyPr wrap="none" lIns="0" tIns="0" rIns="0" bIns="0" anchor="ctr">
            <a:noAutofit/>
          </a:bodyPr>
          <a:lstStyle/>
          <a:p>
            <a:pPr algn="ctr">
              <a:buNone/>
            </a:pPr>
            <a:r>
              <a:rPr lang="en-US" sz="1400" b="1" dirty="0">
                <a:solidFill>
                  <a:srgbClr val="12352B"/>
                </a:solidFill>
                <a:latin typeface="Manrope"/>
                <a:ea typeface="Manrope"/>
                <a:cs typeface="Manrope"/>
              </a:rPr>
              <a:t>4</a:t>
            </a:r>
          </a:p>
        </p:txBody>
      </p:sp>
      <p:sp>
        <p:nvSpPr>
          <p:cNvPr id="2013" name="g1 text 2013"/>
          <p:cNvSpPr txBox="1"/>
          <p:nvPr/>
        </p:nvSpPr>
        <p:spPr>
          <a:xfrm>
            <a:off x="1143000" y="4608576"/>
            <a:ext cx="4297680" cy="320040"/>
          </a:xfrm>
          <a:prstGeom prst="rect">
            <a:avLst/>
          </a:prstGeom>
          <a:noFill/>
        </p:spPr>
        <p:txBody>
          <a:bodyPr wrap="square" lIns="0" tIns="0" rIns="0" bIns="0" anchor="t">
            <a:noAutofit/>
          </a:bodyPr>
          <a:lstStyle/>
          <a:p>
            <a:pPr algn="l">
              <a:lnSpc>
                <a:spcPct val="100000"/>
              </a:lnSpc>
              <a:buNone/>
            </a:pPr>
            <a:r>
              <a:rPr lang="en-US" sz="1600" b="1" dirty="0">
                <a:solidFill>
                  <a:srgbClr val="FFFFFF"/>
                </a:solidFill>
                <a:latin typeface="Manrope"/>
                <a:ea typeface="Manrope"/>
                <a:cs typeface="Manrope"/>
              </a:rPr>
              <a:t>Orchestrator–workers</a:t>
            </a:r>
          </a:p>
        </p:txBody>
      </p:sp>
      <p:sp>
        <p:nvSpPr>
          <p:cNvPr id="2014" name="g1 text 2014"/>
          <p:cNvSpPr txBox="1"/>
          <p:nvPr/>
        </p:nvSpPr>
        <p:spPr>
          <a:xfrm>
            <a:off x="1143000" y="4928616"/>
            <a:ext cx="4297680" cy="548640"/>
          </a:xfrm>
          <a:prstGeom prst="rect">
            <a:avLst/>
          </a:prstGeom>
          <a:noFill/>
        </p:spPr>
        <p:txBody>
          <a:bodyPr wrap="square" lIns="0" tIns="0" rIns="0" bIns="0" anchor="t">
            <a:noAutofit/>
          </a:bodyPr>
          <a:lstStyle/>
          <a:p>
            <a:pPr algn="l">
              <a:lnSpc>
                <a:spcPct val="100000"/>
              </a:lnSpc>
              <a:buNone/>
            </a:pPr>
            <a:r>
              <a:rPr lang="en-US" sz="1300" b="0" dirty="0">
                <a:solidFill>
                  <a:srgbClr val="FFFFFF"/>
                </a:solidFill>
                <a:latin typeface="Manrope"/>
                <a:ea typeface="Manrope"/>
                <a:cs typeface="Manrope"/>
              </a:rPr>
              <a:t>A central LLM breaks down tasks, delegates them and synthesizes results.</a:t>
            </a:r>
          </a:p>
        </p:txBody>
      </p:sp>
      <p:sp>
        <p:nvSpPr>
          <p:cNvPr id="2015" name="g1 shape 2015"/>
          <p:cNvSpPr/>
          <p:nvPr/>
        </p:nvSpPr>
        <p:spPr>
          <a:xfrm>
            <a:off x="548640" y="5559552"/>
            <a:ext cx="402336" cy="402336"/>
          </a:xfrm>
          <a:prstGeom prst="ellipse">
            <a:avLst/>
          </a:prstGeom>
          <a:solidFill>
            <a:srgbClr val="FCFF9B"/>
          </a:solidFill>
          <a:ln>
            <a:noFill/>
          </a:ln>
        </p:spPr>
        <p:txBody>
          <a:bodyPr wrap="none" lIns="0" tIns="0" rIns="0" bIns="0" anchor="ctr">
            <a:noAutofit/>
          </a:bodyPr>
          <a:lstStyle/>
          <a:p>
            <a:pPr algn="ctr">
              <a:buNone/>
            </a:pPr>
            <a:r>
              <a:rPr lang="en-US" sz="1400" b="1" dirty="0">
                <a:solidFill>
                  <a:srgbClr val="12352B"/>
                </a:solidFill>
                <a:latin typeface="Manrope"/>
                <a:ea typeface="Manrope"/>
                <a:cs typeface="Manrope"/>
              </a:rPr>
              <a:t>5</a:t>
            </a:r>
          </a:p>
        </p:txBody>
      </p:sp>
      <p:sp>
        <p:nvSpPr>
          <p:cNvPr id="2016" name="g1 text 2016"/>
          <p:cNvSpPr txBox="1"/>
          <p:nvPr/>
        </p:nvSpPr>
        <p:spPr>
          <a:xfrm>
            <a:off x="1143000" y="5541264"/>
            <a:ext cx="4297680" cy="320040"/>
          </a:xfrm>
          <a:prstGeom prst="rect">
            <a:avLst/>
          </a:prstGeom>
          <a:noFill/>
        </p:spPr>
        <p:txBody>
          <a:bodyPr wrap="square" lIns="0" tIns="0" rIns="0" bIns="0" anchor="t">
            <a:noAutofit/>
          </a:bodyPr>
          <a:lstStyle/>
          <a:p>
            <a:pPr algn="l">
              <a:lnSpc>
                <a:spcPct val="100000"/>
              </a:lnSpc>
              <a:buNone/>
            </a:pPr>
            <a:r>
              <a:rPr lang="en-US" sz="1600" b="1" dirty="0">
                <a:solidFill>
                  <a:srgbClr val="FFFFFF"/>
                </a:solidFill>
                <a:latin typeface="Manrope"/>
                <a:ea typeface="Manrope"/>
                <a:cs typeface="Manrope"/>
              </a:rPr>
              <a:t>Evaluator–optimizer</a:t>
            </a:r>
          </a:p>
        </p:txBody>
      </p:sp>
      <p:sp>
        <p:nvSpPr>
          <p:cNvPr id="2017" name="g1 text 2017"/>
          <p:cNvSpPr txBox="1"/>
          <p:nvPr/>
        </p:nvSpPr>
        <p:spPr>
          <a:xfrm>
            <a:off x="1143000" y="5861304"/>
            <a:ext cx="4297680" cy="548640"/>
          </a:xfrm>
          <a:prstGeom prst="rect">
            <a:avLst/>
          </a:prstGeom>
          <a:noFill/>
        </p:spPr>
        <p:txBody>
          <a:bodyPr wrap="square" lIns="0" tIns="0" rIns="0" bIns="0" anchor="t">
            <a:noAutofit/>
          </a:bodyPr>
          <a:lstStyle/>
          <a:p>
            <a:pPr algn="l">
              <a:lnSpc>
                <a:spcPct val="100000"/>
              </a:lnSpc>
              <a:buNone/>
            </a:pPr>
            <a:r>
              <a:rPr lang="en-US" sz="1300" b="0" dirty="0">
                <a:solidFill>
                  <a:srgbClr val="FFFFFF"/>
                </a:solidFill>
                <a:latin typeface="Manrope"/>
                <a:ea typeface="Manrope"/>
                <a:cs typeface="Manrope"/>
              </a:rPr>
              <a:t>One LLM generates, another evaluates and gives feedback, in a loop.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D1D1D"/>
        </a:solidFill>
      </p:bgPr>
    </p:bg>
    <p:spTree>
      <p:nvGrpSpPr>
        <p:cNvPr id="1" name=""/>
        <p:cNvGrpSpPr/>
        <p:nvPr/>
      </p:nvGrpSpPr>
      <p:grpSpPr>
        <a:xfrm>
          <a:off x="0" y="0"/>
          <a:ext cx="0" cy="0"/>
          <a:chOff x="0" y="0"/>
          <a:chExt cx="0" cy="0"/>
        </a:xfrm>
      </p:grpSpPr>
      <p:sp>
        <p:nvSpPr>
          <p:cNvPr id="4" name="Shape 2"/>
          <p:cNvSpPr/>
          <p:nvPr/>
        </p:nvSpPr>
        <p:spPr>
          <a:xfrm>
            <a:off x="0" y="873252"/>
            <a:ext cx="12191695" cy="0"/>
          </a:xfrm>
          <a:prstGeom prst="line">
            <a:avLst/>
          </a:prstGeom>
          <a:noFill/>
          <a:ln w="2540">
            <a:solidFill>
              <a:srgbClr val="D0CFCF">
                <a:alpha val="60000"/>
              </a:srgbClr>
            </a:solidFill>
            <a:prstDash val="solid"/>
          </a:ln>
        </p:spPr>
      </p:sp>
      <p:sp>
        <p:nvSpPr>
          <p:cNvPr id="7" name="Shape 5"/>
          <p:cNvSpPr/>
          <p:nvPr/>
        </p:nvSpPr>
        <p:spPr>
          <a:xfrm>
            <a:off x="11835994" y="1750162"/>
            <a:ext cx="803758" cy="657454"/>
          </a:xfrm>
          <a:prstGeom prst="rect">
            <a:avLst/>
          </a:prstGeom>
          <a:solidFill>
            <a:srgbClr val="FFFFFF">
              <a:alpha val="688"/>
            </a:srgbClr>
          </a:solidFill>
          <a:ln/>
        </p:spPr>
      </p:sp>
      <p:sp>
        <p:nvSpPr>
          <p:cNvPr id="8" name="Shape 6"/>
          <p:cNvSpPr/>
          <p:nvPr/>
        </p:nvSpPr>
        <p:spPr>
          <a:xfrm>
            <a:off x="11835994" y="2398471"/>
            <a:ext cx="803758" cy="657454"/>
          </a:xfrm>
          <a:prstGeom prst="rect">
            <a:avLst/>
          </a:prstGeom>
          <a:solidFill>
            <a:srgbClr val="FFFFFF">
              <a:alpha val="1375"/>
            </a:srgbClr>
          </a:solidFill>
          <a:ln/>
        </p:spPr>
      </p:sp>
      <p:sp>
        <p:nvSpPr>
          <p:cNvPr id="9" name="Shape 7"/>
          <p:cNvSpPr/>
          <p:nvPr/>
        </p:nvSpPr>
        <p:spPr>
          <a:xfrm>
            <a:off x="11835994" y="3046781"/>
            <a:ext cx="803758" cy="657454"/>
          </a:xfrm>
          <a:prstGeom prst="rect">
            <a:avLst/>
          </a:prstGeom>
          <a:solidFill>
            <a:srgbClr val="FFFFFF">
              <a:alpha val="2063"/>
            </a:srgbClr>
          </a:solidFill>
          <a:ln/>
        </p:spPr>
      </p:sp>
      <p:sp>
        <p:nvSpPr>
          <p:cNvPr id="10" name="Shape 8"/>
          <p:cNvSpPr/>
          <p:nvPr/>
        </p:nvSpPr>
        <p:spPr>
          <a:xfrm>
            <a:off x="11835994" y="3695090"/>
            <a:ext cx="803758" cy="657454"/>
          </a:xfrm>
          <a:prstGeom prst="rect">
            <a:avLst/>
          </a:prstGeom>
          <a:solidFill>
            <a:srgbClr val="FFFFFF">
              <a:alpha val="2750"/>
            </a:srgbClr>
          </a:solidFill>
          <a:ln/>
        </p:spPr>
      </p:sp>
      <p:sp>
        <p:nvSpPr>
          <p:cNvPr id="11" name="Shape 9"/>
          <p:cNvSpPr/>
          <p:nvPr/>
        </p:nvSpPr>
        <p:spPr>
          <a:xfrm>
            <a:off x="11835994" y="4343400"/>
            <a:ext cx="803758" cy="657454"/>
          </a:xfrm>
          <a:prstGeom prst="rect">
            <a:avLst/>
          </a:prstGeom>
          <a:solidFill>
            <a:srgbClr val="FFFFFF">
              <a:alpha val="3438"/>
            </a:srgbClr>
          </a:solidFill>
          <a:ln/>
        </p:spPr>
      </p:sp>
      <p:sp>
        <p:nvSpPr>
          <p:cNvPr id="12" name="Shape 10"/>
          <p:cNvSpPr/>
          <p:nvPr/>
        </p:nvSpPr>
        <p:spPr>
          <a:xfrm>
            <a:off x="11835994" y="4991710"/>
            <a:ext cx="803758" cy="657454"/>
          </a:xfrm>
          <a:prstGeom prst="rect">
            <a:avLst/>
          </a:prstGeom>
          <a:solidFill>
            <a:srgbClr val="FFFFFF">
              <a:alpha val="4125"/>
            </a:srgbClr>
          </a:solidFill>
          <a:ln/>
        </p:spPr>
      </p:sp>
      <p:sp>
        <p:nvSpPr>
          <p:cNvPr id="13" name="Shape 11"/>
          <p:cNvSpPr/>
          <p:nvPr/>
        </p:nvSpPr>
        <p:spPr>
          <a:xfrm>
            <a:off x="11835994" y="5640019"/>
            <a:ext cx="803758" cy="657454"/>
          </a:xfrm>
          <a:prstGeom prst="rect">
            <a:avLst/>
          </a:prstGeom>
          <a:solidFill>
            <a:srgbClr val="FFFFFF">
              <a:alpha val="4813"/>
            </a:srgbClr>
          </a:solidFill>
          <a:ln/>
        </p:spPr>
      </p:sp>
      <p:sp>
        <p:nvSpPr>
          <p:cNvPr id="14" name="Shape 12"/>
          <p:cNvSpPr/>
          <p:nvPr/>
        </p:nvSpPr>
        <p:spPr>
          <a:xfrm>
            <a:off x="11835994" y="6288329"/>
            <a:ext cx="803758" cy="657454"/>
          </a:xfrm>
          <a:prstGeom prst="rect">
            <a:avLst/>
          </a:prstGeom>
          <a:solidFill>
            <a:srgbClr val="FFFFFF">
              <a:alpha val="5500"/>
            </a:srgbClr>
          </a:solidFill>
          <a:ln/>
        </p:spPr>
      </p:sp>
      <p:sp>
        <p:nvSpPr>
          <p:cNvPr id="15" name="Shape 13"/>
          <p:cNvSpPr/>
          <p:nvPr/>
        </p:nvSpPr>
        <p:spPr>
          <a:xfrm>
            <a:off x="10465308" y="4358030"/>
            <a:ext cx="803758" cy="331356"/>
          </a:xfrm>
          <a:prstGeom prst="rect">
            <a:avLst/>
          </a:prstGeom>
          <a:solidFill>
            <a:srgbClr val="FFFFFF">
              <a:alpha val="138"/>
            </a:srgbClr>
          </a:solidFill>
          <a:ln/>
        </p:spPr>
      </p:sp>
      <p:sp>
        <p:nvSpPr>
          <p:cNvPr id="16" name="Shape 14"/>
          <p:cNvSpPr/>
          <p:nvPr/>
        </p:nvSpPr>
        <p:spPr>
          <a:xfrm>
            <a:off x="10465308" y="4680242"/>
            <a:ext cx="803758" cy="331356"/>
          </a:xfrm>
          <a:prstGeom prst="rect">
            <a:avLst/>
          </a:prstGeom>
          <a:solidFill>
            <a:srgbClr val="FFFFFF">
              <a:alpha val="275"/>
            </a:srgbClr>
          </a:solidFill>
          <a:ln/>
        </p:spPr>
      </p:sp>
      <p:sp>
        <p:nvSpPr>
          <p:cNvPr id="17" name="Shape 15"/>
          <p:cNvSpPr/>
          <p:nvPr/>
        </p:nvSpPr>
        <p:spPr>
          <a:xfrm>
            <a:off x="10465308" y="5002454"/>
            <a:ext cx="803758" cy="331356"/>
          </a:xfrm>
          <a:prstGeom prst="rect">
            <a:avLst/>
          </a:prstGeom>
          <a:solidFill>
            <a:srgbClr val="FFFFFF">
              <a:alpha val="412"/>
            </a:srgbClr>
          </a:solidFill>
          <a:ln/>
        </p:spPr>
      </p:sp>
      <p:sp>
        <p:nvSpPr>
          <p:cNvPr id="18" name="Shape 16"/>
          <p:cNvSpPr/>
          <p:nvPr/>
        </p:nvSpPr>
        <p:spPr>
          <a:xfrm>
            <a:off x="10465308" y="5324666"/>
            <a:ext cx="803758" cy="331356"/>
          </a:xfrm>
          <a:prstGeom prst="rect">
            <a:avLst/>
          </a:prstGeom>
          <a:solidFill>
            <a:srgbClr val="FFFFFF">
              <a:alpha val="550"/>
            </a:srgbClr>
          </a:solidFill>
          <a:ln/>
        </p:spPr>
      </p:sp>
      <p:sp>
        <p:nvSpPr>
          <p:cNvPr id="19" name="Shape 17"/>
          <p:cNvSpPr/>
          <p:nvPr/>
        </p:nvSpPr>
        <p:spPr>
          <a:xfrm>
            <a:off x="10465308" y="5646877"/>
            <a:ext cx="803758" cy="331356"/>
          </a:xfrm>
          <a:prstGeom prst="rect">
            <a:avLst/>
          </a:prstGeom>
          <a:solidFill>
            <a:srgbClr val="FFFFFF">
              <a:alpha val="688"/>
            </a:srgbClr>
          </a:solidFill>
          <a:ln/>
        </p:spPr>
      </p:sp>
      <p:sp>
        <p:nvSpPr>
          <p:cNvPr id="20" name="Shape 18"/>
          <p:cNvSpPr/>
          <p:nvPr/>
        </p:nvSpPr>
        <p:spPr>
          <a:xfrm>
            <a:off x="10465308" y="5969089"/>
            <a:ext cx="803758" cy="331356"/>
          </a:xfrm>
          <a:prstGeom prst="rect">
            <a:avLst/>
          </a:prstGeom>
          <a:solidFill>
            <a:srgbClr val="FFFFFF">
              <a:alpha val="825"/>
            </a:srgbClr>
          </a:solidFill>
          <a:ln/>
        </p:spPr>
      </p:sp>
      <p:sp>
        <p:nvSpPr>
          <p:cNvPr id="21" name="Shape 19"/>
          <p:cNvSpPr/>
          <p:nvPr/>
        </p:nvSpPr>
        <p:spPr>
          <a:xfrm>
            <a:off x="10465308" y="6291301"/>
            <a:ext cx="803758" cy="331356"/>
          </a:xfrm>
          <a:prstGeom prst="rect">
            <a:avLst/>
          </a:prstGeom>
          <a:solidFill>
            <a:srgbClr val="FFFFFF">
              <a:alpha val="963"/>
            </a:srgbClr>
          </a:solidFill>
          <a:ln/>
        </p:spPr>
      </p:sp>
      <p:sp>
        <p:nvSpPr>
          <p:cNvPr id="22" name="Shape 20"/>
          <p:cNvSpPr/>
          <p:nvPr/>
        </p:nvSpPr>
        <p:spPr>
          <a:xfrm>
            <a:off x="10465308" y="6613512"/>
            <a:ext cx="803758" cy="331356"/>
          </a:xfrm>
          <a:prstGeom prst="rect">
            <a:avLst/>
          </a:prstGeom>
          <a:solidFill>
            <a:srgbClr val="FFFFFF">
              <a:alpha val="1100"/>
            </a:srgbClr>
          </a:solidFill>
          <a:ln/>
        </p:spPr>
      </p:sp>
      <p:sp>
        <p:nvSpPr>
          <p:cNvPr id="23" name="Shape 21"/>
          <p:cNvSpPr/>
          <p:nvPr/>
        </p:nvSpPr>
        <p:spPr>
          <a:xfrm>
            <a:off x="11155680" y="3177540"/>
            <a:ext cx="803758" cy="482117"/>
          </a:xfrm>
          <a:prstGeom prst="rect">
            <a:avLst/>
          </a:prstGeom>
          <a:solidFill>
            <a:srgbClr val="FFFFFF">
              <a:alpha val="344"/>
            </a:srgbClr>
          </a:solidFill>
          <a:ln/>
        </p:spPr>
      </p:sp>
      <p:sp>
        <p:nvSpPr>
          <p:cNvPr id="24" name="Shape 22"/>
          <p:cNvSpPr/>
          <p:nvPr/>
        </p:nvSpPr>
        <p:spPr>
          <a:xfrm>
            <a:off x="11155680" y="3650513"/>
            <a:ext cx="803758" cy="482117"/>
          </a:xfrm>
          <a:prstGeom prst="rect">
            <a:avLst/>
          </a:prstGeom>
          <a:solidFill>
            <a:srgbClr val="FFFFFF">
              <a:alpha val="688"/>
            </a:srgbClr>
          </a:solidFill>
          <a:ln/>
        </p:spPr>
      </p:sp>
      <p:sp>
        <p:nvSpPr>
          <p:cNvPr id="25" name="Shape 23"/>
          <p:cNvSpPr/>
          <p:nvPr/>
        </p:nvSpPr>
        <p:spPr>
          <a:xfrm>
            <a:off x="11155680" y="4123487"/>
            <a:ext cx="803758" cy="482117"/>
          </a:xfrm>
          <a:prstGeom prst="rect">
            <a:avLst/>
          </a:prstGeom>
          <a:solidFill>
            <a:srgbClr val="FFFFFF">
              <a:alpha val="1031"/>
            </a:srgbClr>
          </a:solidFill>
          <a:ln/>
        </p:spPr>
      </p:sp>
      <p:sp>
        <p:nvSpPr>
          <p:cNvPr id="26" name="Shape 24"/>
          <p:cNvSpPr/>
          <p:nvPr/>
        </p:nvSpPr>
        <p:spPr>
          <a:xfrm>
            <a:off x="11155680" y="4596460"/>
            <a:ext cx="803758" cy="482117"/>
          </a:xfrm>
          <a:prstGeom prst="rect">
            <a:avLst/>
          </a:prstGeom>
          <a:solidFill>
            <a:srgbClr val="FFFFFF">
              <a:alpha val="1375"/>
            </a:srgbClr>
          </a:solidFill>
          <a:ln/>
        </p:spPr>
      </p:sp>
      <p:sp>
        <p:nvSpPr>
          <p:cNvPr id="27" name="Shape 25"/>
          <p:cNvSpPr/>
          <p:nvPr/>
        </p:nvSpPr>
        <p:spPr>
          <a:xfrm>
            <a:off x="11155680" y="5069434"/>
            <a:ext cx="803758" cy="482117"/>
          </a:xfrm>
          <a:prstGeom prst="rect">
            <a:avLst/>
          </a:prstGeom>
          <a:solidFill>
            <a:srgbClr val="FFFFFF">
              <a:alpha val="1719"/>
            </a:srgbClr>
          </a:solidFill>
          <a:ln/>
        </p:spPr>
      </p:sp>
      <p:sp>
        <p:nvSpPr>
          <p:cNvPr id="28" name="Shape 26"/>
          <p:cNvSpPr/>
          <p:nvPr/>
        </p:nvSpPr>
        <p:spPr>
          <a:xfrm>
            <a:off x="11155680" y="5542407"/>
            <a:ext cx="803758" cy="482117"/>
          </a:xfrm>
          <a:prstGeom prst="rect">
            <a:avLst/>
          </a:prstGeom>
          <a:solidFill>
            <a:srgbClr val="FFFFFF">
              <a:alpha val="2063"/>
            </a:srgbClr>
          </a:solidFill>
          <a:ln/>
        </p:spPr>
      </p:sp>
      <p:sp>
        <p:nvSpPr>
          <p:cNvPr id="29" name="Shape 27"/>
          <p:cNvSpPr/>
          <p:nvPr/>
        </p:nvSpPr>
        <p:spPr>
          <a:xfrm>
            <a:off x="11155680" y="6015380"/>
            <a:ext cx="803758" cy="482117"/>
          </a:xfrm>
          <a:prstGeom prst="rect">
            <a:avLst/>
          </a:prstGeom>
          <a:solidFill>
            <a:srgbClr val="FFFFFF">
              <a:alpha val="2406"/>
            </a:srgbClr>
          </a:solidFill>
          <a:ln/>
        </p:spPr>
      </p:sp>
      <p:sp>
        <p:nvSpPr>
          <p:cNvPr id="30" name="Shape 28"/>
          <p:cNvSpPr/>
          <p:nvPr/>
        </p:nvSpPr>
        <p:spPr>
          <a:xfrm>
            <a:off x="11155680" y="6488354"/>
            <a:ext cx="803758" cy="482117"/>
          </a:xfrm>
          <a:prstGeom prst="rect">
            <a:avLst/>
          </a:prstGeom>
          <a:solidFill>
            <a:srgbClr val="FFFFFF">
              <a:alpha val="2750"/>
            </a:srgbClr>
          </a:solidFill>
          <a:ln/>
        </p:spPr>
      </p:sp>
      <p:sp>
        <p:nvSpPr>
          <p:cNvPr id="31" name="Text 29"/>
          <p:cNvSpPr/>
          <p:nvPr/>
        </p:nvSpPr>
        <p:spPr>
          <a:xfrm>
            <a:off x="7993685" y="1051560"/>
            <a:ext cx="4023360" cy="1645920"/>
          </a:xfrm>
          <a:prstGeom prst="rect">
            <a:avLst/>
          </a:prstGeom>
          <a:noFill/>
          <a:ln/>
        </p:spPr>
        <p:txBody>
          <a:bodyPr wrap="square" rtlCol="0" anchor="t"/>
          <a:lstStyle/>
          <a:p>
            <a:pPr indent="0" marL="0">
              <a:lnSpc>
                <a:spcPct val="90000"/>
              </a:lnSpc>
              <a:buNone/>
            </a:pPr>
            <a:r>
              <a:rPr lang="en-US" sz="3200" spc="-150" kern="0" dirty="0">
                <a:solidFill>
                  <a:srgbClr val="FFFFFF"/>
                </a:solidFill>
                <a:latin typeface="Manrope" pitchFamily="34" charset="0"/>
                <a:ea typeface="Manrope" pitchFamily="34" charset="-122"/>
                <a:cs typeface="Manrope" pitchFamily="34" charset="-120"/>
              </a:rPr>
              <a:t>Stage 7: ReAct interleaves </a:t>
            </a:r>
            <a:r>
              <a:rPr lang="en-US" sz="3200" spc="-150" kern="0" dirty="0">
                <a:solidFill>
                  <a:srgbClr val="D5E6CD"/>
                </a:solidFill>
                <a:latin typeface="Manrope" pitchFamily="34" charset="0"/>
                <a:ea typeface="Manrope" pitchFamily="34" charset="-122"/>
                <a:cs typeface="Manrope" pitchFamily="34" charset="-120"/>
              </a:rPr>
              <a:t>thought, action, observation</a:t>
            </a:r>
            <a:endParaRPr lang="en-US" sz="1800" dirty="0"/>
          </a:p>
        </p:txBody>
      </p:sp>
      <p:sp>
        <p:nvSpPr>
          <p:cNvPr id="32" name="Shape 30"/>
          <p:cNvSpPr/>
          <p:nvPr/>
        </p:nvSpPr>
        <p:spPr>
          <a:xfrm>
            <a:off x="7541971" y="873252"/>
            <a:ext cx="0" cy="5984748"/>
          </a:xfrm>
          <a:prstGeom prst="line">
            <a:avLst/>
          </a:prstGeom>
          <a:noFill/>
          <a:ln w="2540">
            <a:solidFill>
              <a:srgbClr val="D0CFCF"/>
            </a:solidFill>
            <a:prstDash val="solid"/>
          </a:ln>
        </p:spPr>
      </p:sp>
      <p:sp>
        <p:nvSpPr>
          <p:cNvPr id="33" name="Shape 31"/>
          <p:cNvSpPr/>
          <p:nvPr/>
        </p:nvSpPr>
        <p:spPr>
          <a:xfrm>
            <a:off x="7506310" y="836676"/>
            <a:ext cx="72238" cy="72238"/>
          </a:xfrm>
          <a:prstGeom prst="ellipse">
            <a:avLst/>
          </a:prstGeom>
          <a:solidFill>
            <a:srgbClr val="D0CFCF"/>
          </a:solidFill>
          <a:ln/>
        </p:spPr>
      </p:sp>
      <p:sp>
        <p:nvSpPr>
          <p:cNvPr id="34" name="Text 32"/>
          <p:cNvSpPr/>
          <p:nvPr/>
        </p:nvSpPr>
        <p:spPr>
          <a:xfrm>
            <a:off x="7993685" y="2834640"/>
            <a:ext cx="4014216" cy="349301"/>
          </a:xfrm>
          <a:prstGeom prst="rect">
            <a:avLst/>
          </a:prstGeom>
          <a:noFill/>
          <a:ln/>
        </p:spPr>
        <p:txBody>
          <a:bodyPr wrap="square" rtlCol="0" anchor="t"/>
          <a:lstStyle/>
          <a:p>
            <a:pPr indent="0" marL="0">
              <a:lnSpc>
                <a:spcPct val="110000"/>
              </a:lnSpc>
              <a:spcAft>
                <a:spcPts val="600"/>
              </a:spcAft>
              <a:buNone/>
            </a:pPr>
            <a:r>
              <a:rPr lang="en-US" sz="1800" dirty="0">
                <a:solidFill>
                  <a:srgbClr val="FFFFFF"/>
                </a:solidFill>
                <a:latin typeface="Manrope" pitchFamily="34" charset="0"/>
                <a:ea typeface="Manrope" pitchFamily="34" charset="-122"/>
                <a:cs typeface="Manrope" pitchFamily="34" charset="-120"/>
              </a:rPr>
              <a:t>Memory and the hard parts</a:t>
            </a:r>
            <a:endParaRPr lang="en-US" sz="1600" dirty="0"/>
          </a:p>
        </p:txBody>
      </p:sp>
      <p:sp>
        <p:nvSpPr>
          <p:cNvPr id="35" name="Text 33"/>
          <p:cNvSpPr/>
          <p:nvPr/>
        </p:nvSpPr>
        <p:spPr>
          <a:xfrm>
            <a:off x="8044891" y="3255264"/>
            <a:ext cx="493776" cy="349301"/>
          </a:xfrm>
          <a:prstGeom prst="rect">
            <a:avLst/>
          </a:prstGeom>
          <a:noFill/>
          <a:ln/>
        </p:spPr>
        <p:txBody>
          <a:bodyPr wrap="square" rtlCol="0" anchor="t"/>
          <a:lstStyle/>
          <a:p>
            <a:pPr indent="0" marL="0">
              <a:lnSpc>
                <a:spcPct val="110000"/>
              </a:lnSpc>
              <a:spcAft>
                <a:spcPts val="600"/>
              </a:spcAft>
              <a:buNone/>
            </a:pPr>
            <a:r>
              <a:rPr lang="en-US" sz="1600" dirty="0">
                <a:solidFill>
                  <a:srgbClr val="96C182"/>
                </a:solidFill>
                <a:latin typeface="Manrope" pitchFamily="34" charset="0"/>
                <a:ea typeface="Manrope" pitchFamily="34" charset="-122"/>
                <a:cs typeface="Manrope" pitchFamily="34" charset="-120"/>
              </a:rPr>
              <a:t>01</a:t>
            </a:r>
            <a:endParaRPr lang="en-US" sz="1600" dirty="0"/>
          </a:p>
        </p:txBody>
      </p:sp>
      <p:sp>
        <p:nvSpPr>
          <p:cNvPr id="36" name="Text 34"/>
          <p:cNvSpPr/>
          <p:nvPr/>
        </p:nvSpPr>
        <p:spPr>
          <a:xfrm>
            <a:off x="8538667" y="3291840"/>
            <a:ext cx="3611880" cy="562355"/>
          </a:xfrm>
          <a:prstGeom prst="rect">
            <a:avLst/>
          </a:prstGeom>
          <a:noFill/>
          <a:ln/>
        </p:spPr>
        <p:txBody>
          <a:bodyPr wrap="square" rtlCol="0" anchor="t"/>
          <a:lstStyle/>
          <a:p>
            <a:pPr indent="0" marL="0">
              <a:lnSpc>
                <a:spcPct val="110000"/>
              </a:lnSpc>
              <a:spcAft>
                <a:spcPts val="600"/>
              </a:spcAft>
              <a:buNone/>
            </a:pPr>
            <a:r>
              <a:rPr lang="en-US" sz="1400" dirty="0">
                <a:solidFill>
                  <a:srgbClr val="FFFFFF"/>
                </a:solidFill>
                <a:latin typeface="Manrope" pitchFamily="34" charset="0"/>
                <a:ea typeface="Manrope" pitchFamily="34" charset="-122"/>
                <a:cs typeface="Manrope" pitchFamily="34" charset="-120"/>
              </a:rPr>
              <a:t>Short-term memory = the context window.</a:t>
            </a:r>
            <a:endParaRPr lang="en-US" sz="1200" dirty="0"/>
          </a:p>
        </p:txBody>
      </p:sp>
      <p:sp>
        <p:nvSpPr>
          <p:cNvPr id="37" name="Text 35"/>
          <p:cNvSpPr/>
          <p:nvPr/>
        </p:nvSpPr>
        <p:spPr>
          <a:xfrm>
            <a:off x="8044891" y="3822192"/>
            <a:ext cx="493776" cy="349301"/>
          </a:xfrm>
          <a:prstGeom prst="rect">
            <a:avLst/>
          </a:prstGeom>
          <a:noFill/>
          <a:ln/>
        </p:spPr>
        <p:txBody>
          <a:bodyPr wrap="square" rtlCol="0" anchor="t"/>
          <a:lstStyle/>
          <a:p>
            <a:pPr indent="0" marL="0">
              <a:lnSpc>
                <a:spcPct val="110000"/>
              </a:lnSpc>
              <a:spcAft>
                <a:spcPts val="600"/>
              </a:spcAft>
              <a:buNone/>
            </a:pPr>
            <a:r>
              <a:rPr lang="en-US" sz="1600" dirty="0">
                <a:solidFill>
                  <a:srgbClr val="96C182"/>
                </a:solidFill>
                <a:latin typeface="Manrope" pitchFamily="34" charset="0"/>
                <a:ea typeface="Manrope" pitchFamily="34" charset="-122"/>
                <a:cs typeface="Manrope" pitchFamily="34" charset="-120"/>
              </a:rPr>
              <a:t>02</a:t>
            </a:r>
            <a:endParaRPr lang="en-US" sz="1600" dirty="0"/>
          </a:p>
        </p:txBody>
      </p:sp>
      <p:sp>
        <p:nvSpPr>
          <p:cNvPr id="38" name="Text 36"/>
          <p:cNvSpPr/>
          <p:nvPr/>
        </p:nvSpPr>
        <p:spPr>
          <a:xfrm>
            <a:off x="8538667" y="3858768"/>
            <a:ext cx="3611880" cy="685800"/>
          </a:xfrm>
          <a:prstGeom prst="rect">
            <a:avLst/>
          </a:prstGeom>
          <a:noFill/>
          <a:ln/>
        </p:spPr>
        <p:txBody>
          <a:bodyPr wrap="square" rtlCol="0" anchor="t"/>
          <a:lstStyle/>
          <a:p>
            <a:pPr indent="0" marL="0">
              <a:lnSpc>
                <a:spcPct val="110000"/>
              </a:lnSpc>
              <a:spcAft>
                <a:spcPts val="600"/>
              </a:spcAft>
              <a:buNone/>
            </a:pPr>
            <a:r>
              <a:rPr lang="en-US" sz="1400" dirty="0">
                <a:solidFill>
                  <a:srgbClr val="FFFFFF"/>
                </a:solidFill>
                <a:latin typeface="Manrope" pitchFamily="34" charset="0"/>
                <a:ea typeface="Manrope" pitchFamily="34" charset="-122"/>
                <a:cs typeface="Manrope" pitchFamily="34" charset="-120"/>
              </a:rPr>
              <a:t>Long-term memory = a vector store, retrieved by recency, importance and relevance.</a:t>
            </a:r>
            <a:endParaRPr lang="en-US" sz="1200" dirty="0"/>
          </a:p>
        </p:txBody>
      </p:sp>
      <p:sp>
        <p:nvSpPr>
          <p:cNvPr id="39" name="Text 37"/>
          <p:cNvSpPr/>
          <p:nvPr/>
        </p:nvSpPr>
        <p:spPr>
          <a:xfrm>
            <a:off x="8044891" y="4736592"/>
            <a:ext cx="493776" cy="349301"/>
          </a:xfrm>
          <a:prstGeom prst="rect">
            <a:avLst/>
          </a:prstGeom>
          <a:noFill/>
          <a:ln/>
        </p:spPr>
        <p:txBody>
          <a:bodyPr wrap="square" rtlCol="0" anchor="t"/>
          <a:lstStyle/>
          <a:p>
            <a:pPr indent="0" marL="0">
              <a:lnSpc>
                <a:spcPct val="110000"/>
              </a:lnSpc>
              <a:spcAft>
                <a:spcPts val="600"/>
              </a:spcAft>
              <a:buNone/>
            </a:pPr>
            <a:r>
              <a:rPr lang="en-US" sz="1600" dirty="0">
                <a:solidFill>
                  <a:srgbClr val="96C182"/>
                </a:solidFill>
                <a:latin typeface="Manrope" pitchFamily="34" charset="0"/>
                <a:ea typeface="Manrope" pitchFamily="34" charset="-122"/>
                <a:cs typeface="Manrope" pitchFamily="34" charset="-120"/>
              </a:rPr>
              <a:t>03</a:t>
            </a:r>
            <a:endParaRPr lang="en-US" sz="1600" dirty="0"/>
          </a:p>
        </p:txBody>
      </p:sp>
      <p:sp>
        <p:nvSpPr>
          <p:cNvPr id="40" name="Text 38"/>
          <p:cNvSpPr/>
          <p:nvPr/>
        </p:nvSpPr>
        <p:spPr>
          <a:xfrm>
            <a:off x="8538667" y="4773168"/>
            <a:ext cx="3611880" cy="685800"/>
          </a:xfrm>
          <a:prstGeom prst="rect">
            <a:avLst/>
          </a:prstGeom>
          <a:noFill/>
          <a:ln/>
        </p:spPr>
        <p:txBody>
          <a:bodyPr wrap="square" rtlCol="0" anchor="t"/>
          <a:lstStyle/>
          <a:p>
            <a:pPr indent="0" marL="0">
              <a:lnSpc>
                <a:spcPct val="110000"/>
              </a:lnSpc>
              <a:spcAft>
                <a:spcPts val="600"/>
              </a:spcAft>
              <a:buNone/>
            </a:pPr>
            <a:r>
              <a:rPr lang="en-US" sz="1400" dirty="0">
                <a:solidFill>
                  <a:srgbClr val="FFFFFF"/>
                </a:solidFill>
                <a:latin typeface="Manrope" pitchFamily="34" charset="0"/>
                <a:ea typeface="Manrope" pitchFamily="34" charset="-122"/>
                <a:cs typeface="Manrope" pitchFamily="34" charset="-120"/>
              </a:rPr>
              <a:t>Weng’s 3 challenges: finite context, long-horizon planning, reliable natural-language interfaces.</a:t>
            </a:r>
            <a:endParaRPr lang="en-US" sz="1200" dirty="0"/>
          </a:p>
        </p:txBody>
      </p:sp>
      <p:sp>
        <p:nvSpPr>
          <p:cNvPr id="41" name="Text 39"/>
          <p:cNvSpPr/>
          <p:nvPr/>
        </p:nvSpPr>
        <p:spPr>
          <a:xfrm>
            <a:off x="8487461" y="5669280"/>
            <a:ext cx="3611880" cy="731520"/>
          </a:xfrm>
          <a:prstGeom prst="rect">
            <a:avLst/>
          </a:prstGeom>
          <a:noFill/>
          <a:ln/>
        </p:spPr>
        <p:txBody>
          <a:bodyPr wrap="square" rtlCol="0" anchor="t"/>
          <a:lstStyle/>
          <a:p>
            <a:pPr indent="0" marL="0">
              <a:lnSpc>
                <a:spcPct val="110000"/>
              </a:lnSpc>
              <a:spcAft>
                <a:spcPts val="600"/>
              </a:spcAft>
              <a:buNone/>
            </a:pPr>
            <a:r>
              <a:rPr lang="en-US" sz="1300" dirty="0">
                <a:solidFill>
                  <a:srgbClr val="FFFFFF"/>
                </a:solidFill>
                <a:latin typeface="Manrope" pitchFamily="34" charset="0"/>
                <a:ea typeface="Manrope" pitchFamily="34" charset="-122"/>
                <a:cs typeface="Manrope" pitchFamily="34" charset="-120"/>
              </a:rPr>
              <a:t>Absolute gains in success rate, in percentage points, over imitation/RL baselines (Yao et al., ReAct).</a:t>
            </a:r>
            <a:endParaRPr lang="en-US" sz="1200" dirty="0"/>
          </a:p>
        </p:txBody>
      </p:sp>
      <p:sp>
        <p:nvSpPr>
          <p:cNvPr id="42" name="Shape 40"/>
          <p:cNvSpPr/>
          <p:nvPr/>
        </p:nvSpPr>
        <p:spPr>
          <a:xfrm>
            <a:off x="8105242" y="5742432"/>
            <a:ext cx="275234" cy="366674"/>
          </a:xfrm>
          <a:prstGeom prst="ellipse">
            <a:avLst/>
          </a:prstGeom>
          <a:ln w="15875">
            <a:solidFill>
              <a:srgbClr val="9FEF9C"/>
            </a:solidFill>
            <a:prstDash val="solid"/>
          </a:ln>
        </p:spPr>
      </p:sp>
      <p:sp>
        <p:nvSpPr>
          <p:cNvPr id="43" name="Shape 41"/>
          <p:cNvSpPr/>
          <p:nvPr/>
        </p:nvSpPr>
        <p:spPr>
          <a:xfrm>
            <a:off x="8196069" y="5861304"/>
            <a:ext cx="93580" cy="124669"/>
          </a:xfrm>
          <a:prstGeom prst="ellipse">
            <a:avLst/>
          </a:prstGeom>
          <a:solidFill>
            <a:srgbClr val="9FEF9C"/>
          </a:solidFill>
          <a:ln/>
        </p:spPr>
      </p:sp>
      <p:sp>
        <p:nvSpPr>
          <p:cNvPr id="3044" name="track 44"/>
          <p:cNvSpPr/>
          <p:nvPr/>
        </p:nvSpPr>
        <p:spPr>
          <a:xfrm rot="19488000">
            <a:off x="611734" y="1249985"/>
            <a:ext cx="6494983" cy="6494983"/>
          </a:xfrm>
          <a:prstGeom prst="blockArc">
            <a:avLst>
              <a:gd name="adj1" fmla="val 2202000"/>
              <a:gd name="adj2" fmla="val 2142000"/>
              <a:gd name="adj3" fmla="val 10250"/>
            </a:avLst>
          </a:prstGeom>
          <a:solidFill>
            <a:srgbClr val="262626"/>
          </a:solidFill>
          <a:ln/>
        </p:spPr>
      </p:sp>
      <p:sp>
        <p:nvSpPr>
          <p:cNvPr id="44" name="Shape 42"/>
          <p:cNvSpPr/>
          <p:nvPr/>
        </p:nvSpPr>
        <p:spPr>
          <a:xfrm rot="19488000">
            <a:off x="611734" y="1249985"/>
            <a:ext cx="6494983" cy="6494983"/>
          </a:xfrm>
          <a:prstGeom prst="blockArc">
            <a:avLst>
              <a:gd name="adj1" fmla="val 16398000"/>
              <a:gd name="adj2" fmla="val 2142000"/>
              <a:gd name="adj3" fmla="val 10250"/>
            </a:avLst>
          </a:prstGeom>
          <a:solidFill>
            <a:srgbClr val="C0DAB4"/>
          </a:solidFill>
          <a:ln/>
        </p:spPr>
      </p:sp>
      <p:sp>
        <p:nvSpPr>
          <p:cNvPr id="3045" name="track 45"/>
          <p:cNvSpPr/>
          <p:nvPr/>
        </p:nvSpPr>
        <p:spPr>
          <a:xfrm rot="19488000">
            <a:off x="1615745" y="2193646"/>
            <a:ext cx="4608576" cy="4608576"/>
          </a:xfrm>
          <a:prstGeom prst="blockArc">
            <a:avLst>
              <a:gd name="adj1" fmla="val 2202000"/>
              <a:gd name="adj2" fmla="val 2142000"/>
              <a:gd name="adj3" fmla="val 12700"/>
            </a:avLst>
          </a:prstGeom>
          <a:solidFill>
            <a:srgbClr val="262626"/>
          </a:solidFill>
          <a:ln/>
        </p:spPr>
      </p:sp>
      <p:sp>
        <p:nvSpPr>
          <p:cNvPr id="45" name="Shape 43"/>
          <p:cNvSpPr/>
          <p:nvPr/>
        </p:nvSpPr>
        <p:spPr>
          <a:xfrm rot="19488000">
            <a:off x="1615745" y="2193646"/>
            <a:ext cx="4608576" cy="4608576"/>
          </a:xfrm>
          <a:prstGeom prst="blockArc">
            <a:avLst>
              <a:gd name="adj1" fmla="val 21582000"/>
              <a:gd name="adj2" fmla="val 2142000"/>
              <a:gd name="adj3" fmla="val 12700"/>
            </a:avLst>
          </a:prstGeom>
          <a:solidFill>
            <a:srgbClr val="96C182"/>
          </a:solidFill>
          <a:ln/>
        </p:spPr>
      </p:sp>
      <p:sp>
        <p:nvSpPr>
          <p:cNvPr id="52" name="Shape 50"/>
          <p:cNvSpPr/>
          <p:nvPr/>
        </p:nvSpPr>
        <p:spPr>
          <a:xfrm>
            <a:off x="3422599" y="4014216"/>
            <a:ext cx="837590" cy="837590"/>
          </a:xfrm>
          <a:prstGeom prst="ellipse">
            <a:avLst/>
          </a:prstGeom>
          <a:solidFill>
            <a:srgbClr val="84B84E"/>
          </a:solidFill>
          <a:ln/>
        </p:spPr>
      </p:sp>
      <p:sp>
        <p:nvSpPr>
          <p:cNvPr id="53" name="Text 51"/>
          <p:cNvSpPr/>
          <p:nvPr/>
        </p:nvSpPr>
        <p:spPr>
          <a:xfrm>
            <a:off x="3422599" y="4014216"/>
            <a:ext cx="837590" cy="837590"/>
          </a:xfrm>
          <a:prstGeom prst="rect">
            <a:avLst/>
          </a:prstGeom>
          <a:noFill/>
          <a:ln/>
        </p:spPr>
        <p:txBody>
          <a:bodyPr wrap="square" lIns="0" tIns="0" rIns="0" bIns="0" rtlCol="0" anchor="ctr"/>
          <a:lstStyle/>
          <a:p>
            <a:pPr algn="ctr" indent="0" marL="0">
              <a:buNone/>
            </a:pPr>
            <a:r>
              <a:rPr lang="en-US" sz="1600" b="1" i="0" dirty="0">
                <a:solidFill>
                  <a:srgbClr val="FFFFFF"/>
                </a:solidFill>
                <a:latin typeface="Manrope" pitchFamily="34" charset="0"/>
                <a:ea typeface="Manrope" pitchFamily="34" charset="-122"/>
                <a:cs typeface="Manrope" pitchFamily="34" charset="-120"/>
              </a:rPr>
              <a:t>ReAct</a:t>
            </a:r>
            <a:endParaRPr lang="en-US" sz="2600" dirty="0"/>
          </a:p>
        </p:txBody>
      </p:sp>
      <p:sp>
        <p:nvSpPr>
          <p:cNvPr id="54" name="Text 52"/>
          <p:cNvSpPr/>
          <p:nvPr/>
        </p:nvSpPr>
        <p:spPr>
          <a:xfrm>
            <a:off x="6236208" y="4617720"/>
            <a:ext cx="1280160" cy="457200"/>
          </a:xfrm>
          <a:prstGeom prst="rect">
            <a:avLst/>
          </a:prstGeom>
          <a:noFill/>
          <a:ln/>
        </p:spPr>
        <p:txBody>
          <a:bodyPr wrap="square" rtlCol="0" anchor="t"/>
          <a:lstStyle/>
          <a:p>
            <a:pPr indent="0" marL="0" algn="l">
              <a:lnSpc>
                <a:spcPct val="90000"/>
              </a:lnSpc>
              <a:buNone/>
            </a:pPr>
            <a:r>
              <a:rPr lang="en-US" sz="2600" spc="-150" kern="0" dirty="0">
                <a:solidFill>
                  <a:srgbClr val="C0DAB4"/>
                </a:solidFill>
                <a:latin typeface="Manrope" pitchFamily="34" charset="0"/>
                <a:ea typeface="Manrope" pitchFamily="34" charset="-122"/>
                <a:cs typeface="Manrope" pitchFamily="34" charset="-120"/>
              </a:rPr>
              <a:t>+34 pts</a:t>
            </a:r>
            <a:endParaRPr lang="en-US" sz="3600" dirty="0"/>
          </a:p>
        </p:txBody>
      </p:sp>
      <p:sp>
        <p:nvSpPr>
          <p:cNvPr id="55" name="Text 53"/>
          <p:cNvSpPr/>
          <p:nvPr/>
        </p:nvSpPr>
        <p:spPr>
          <a:xfrm>
            <a:off x="6236208" y="5074920"/>
            <a:ext cx="1280160" cy="274320"/>
          </a:xfrm>
          <a:prstGeom prst="rect">
            <a:avLst/>
          </a:prstGeom>
          <a:noFill/>
          <a:ln/>
        </p:spPr>
        <p:txBody>
          <a:bodyPr wrap="square" rtlCol="0" anchor="t"/>
          <a:lstStyle/>
          <a:p>
            <a:pPr indent="0" marL="0" algn="l">
              <a:lnSpc>
                <a:spcPct val="110000"/>
              </a:lnSpc>
              <a:spcAft>
                <a:spcPts val="600"/>
              </a:spcAft>
              <a:buNone/>
            </a:pPr>
            <a:r>
              <a:rPr lang="en-US" sz="1300" dirty="0">
                <a:solidFill>
                  <a:srgbClr val="FFFFFF"/>
                </a:solidFill>
                <a:latin typeface="Manrope" pitchFamily="34" charset="0"/>
                <a:ea typeface="Manrope" pitchFamily="34" charset="-122"/>
                <a:cs typeface="Manrope" pitchFamily="34" charset="-120"/>
              </a:rPr>
              <a:t>ALFWorld</a:t>
            </a:r>
            <a:endParaRPr lang="en-US" sz="1200" dirty="0"/>
          </a:p>
        </p:txBody>
      </p:sp>
      <p:sp>
        <p:nvSpPr>
          <p:cNvPr id="56" name="Text 54"/>
          <p:cNvSpPr/>
          <p:nvPr/>
        </p:nvSpPr>
        <p:spPr>
          <a:xfrm>
            <a:off x="4846320" y="4617720"/>
            <a:ext cx="1280160" cy="457200"/>
          </a:xfrm>
          <a:prstGeom prst="rect">
            <a:avLst/>
          </a:prstGeom>
          <a:noFill/>
          <a:ln/>
        </p:spPr>
        <p:txBody>
          <a:bodyPr wrap="square" rtlCol="0" anchor="t"/>
          <a:lstStyle/>
          <a:p>
            <a:pPr indent="0" marL="0" algn="r">
              <a:lnSpc>
                <a:spcPct val="90000"/>
              </a:lnSpc>
              <a:buNone/>
            </a:pPr>
            <a:r>
              <a:rPr lang="en-US" sz="2600" spc="-150" kern="0" dirty="0">
                <a:solidFill>
                  <a:srgbClr val="96C182"/>
                </a:solidFill>
                <a:latin typeface="Manrope" pitchFamily="34" charset="0"/>
                <a:ea typeface="Manrope" pitchFamily="34" charset="-122"/>
                <a:cs typeface="Manrope" pitchFamily="34" charset="-120"/>
              </a:rPr>
              <a:t>+10 pts</a:t>
            </a:r>
            <a:endParaRPr lang="en-US" sz="3600" dirty="0"/>
          </a:p>
        </p:txBody>
      </p:sp>
      <p:sp>
        <p:nvSpPr>
          <p:cNvPr id="57" name="Text 55"/>
          <p:cNvSpPr/>
          <p:nvPr/>
        </p:nvSpPr>
        <p:spPr>
          <a:xfrm>
            <a:off x="4846320" y="5074920"/>
            <a:ext cx="1280160" cy="274320"/>
          </a:xfrm>
          <a:prstGeom prst="rect">
            <a:avLst/>
          </a:prstGeom>
          <a:noFill/>
          <a:ln/>
        </p:spPr>
        <p:txBody>
          <a:bodyPr wrap="square" rtlCol="0" anchor="t"/>
          <a:lstStyle/>
          <a:p>
            <a:pPr indent="0" marL="0" algn="r">
              <a:lnSpc>
                <a:spcPct val="110000"/>
              </a:lnSpc>
              <a:spcAft>
                <a:spcPts val="600"/>
              </a:spcAft>
              <a:buNone/>
            </a:pPr>
            <a:r>
              <a:rPr lang="en-US" sz="1300" dirty="0">
                <a:solidFill>
                  <a:srgbClr val="FFFFFF"/>
                </a:solidFill>
                <a:latin typeface="Manrope" pitchFamily="34" charset="0"/>
                <a:ea typeface="Manrope" pitchFamily="34" charset="-122"/>
                <a:cs typeface="Manrope" pitchFamily="34" charset="-120"/>
              </a:rPr>
              <a:t>WebShop</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D1D1D"/>
        </a:solidFill>
      </p:bgPr>
    </p:bg>
    <p:spTree>
      <p:nvGrpSpPr>
        <p:cNvPr id="1" name=""/>
        <p:cNvGrpSpPr/>
        <p:nvPr/>
      </p:nvGrpSpPr>
      <p:grpSpPr>
        <a:xfrm>
          <a:off x="0" y="0"/>
          <a:ext cx="0" cy="0"/>
          <a:chOff x="0" y="0"/>
          <a:chExt cx="0" cy="0"/>
        </a:xfrm>
      </p:grpSpPr>
      <p:sp>
        <p:nvSpPr>
          <p:cNvPr id="4" name="Shape 2"/>
          <p:cNvSpPr/>
          <p:nvPr/>
        </p:nvSpPr>
        <p:spPr>
          <a:xfrm>
            <a:off x="0" y="873252"/>
            <a:ext cx="12191695" cy="0"/>
          </a:xfrm>
          <a:prstGeom prst="line">
            <a:avLst/>
          </a:prstGeom>
          <a:noFill/>
          <a:ln w="2540">
            <a:solidFill>
              <a:srgbClr val="D0CFCF">
                <a:alpha val="60000"/>
              </a:srgbClr>
            </a:solidFill>
            <a:prstDash val="solid"/>
          </a:ln>
        </p:spPr>
      </p:sp>
      <p:sp>
        <p:nvSpPr>
          <p:cNvPr id="7" name="Shape 5"/>
          <p:cNvSpPr/>
          <p:nvPr/>
        </p:nvSpPr>
        <p:spPr>
          <a:xfrm>
            <a:off x="874166" y="2732227"/>
            <a:ext cx="6165799" cy="1878178"/>
          </a:xfrm>
          <a:prstGeom prst="roundRect">
            <a:avLst>
              <a:gd name="adj" fmla="val 4484"/>
            </a:avLst>
          </a:prstGeom>
          <a:solidFill>
            <a:srgbClr val="FFFFFF">
              <a:alpha val="10000"/>
            </a:srgbClr>
          </a:solidFill>
          <a:ln w="2540">
            <a:solidFill>
              <a:srgbClr val="FFFFFF">
                <a:alpha val="40000"/>
              </a:srgbClr>
            </a:solidFill>
            <a:prstDash val="solid"/>
          </a:ln>
        </p:spPr>
      </p:sp>
      <p:sp>
        <p:nvSpPr>
          <p:cNvPr id="8" name="Shape 6"/>
          <p:cNvSpPr/>
          <p:nvPr/>
        </p:nvSpPr>
        <p:spPr>
          <a:xfrm>
            <a:off x="-581558" y="1528877"/>
            <a:ext cx="803758" cy="753809"/>
          </a:xfrm>
          <a:prstGeom prst="rect">
            <a:avLst/>
          </a:prstGeom>
          <a:solidFill>
            <a:srgbClr val="96C182">
              <a:alpha val="1031"/>
            </a:srgbClr>
          </a:solidFill>
          <a:ln/>
        </p:spPr>
      </p:sp>
      <p:sp>
        <p:nvSpPr>
          <p:cNvPr id="9" name="Shape 7"/>
          <p:cNvSpPr/>
          <p:nvPr/>
        </p:nvSpPr>
        <p:spPr>
          <a:xfrm>
            <a:off x="-581558" y="2273541"/>
            <a:ext cx="803758" cy="753809"/>
          </a:xfrm>
          <a:prstGeom prst="rect">
            <a:avLst/>
          </a:prstGeom>
          <a:solidFill>
            <a:srgbClr val="96C182">
              <a:alpha val="2063"/>
            </a:srgbClr>
          </a:solidFill>
          <a:ln/>
        </p:spPr>
      </p:sp>
      <p:sp>
        <p:nvSpPr>
          <p:cNvPr id="10" name="Shape 8"/>
          <p:cNvSpPr/>
          <p:nvPr/>
        </p:nvSpPr>
        <p:spPr>
          <a:xfrm>
            <a:off x="-581558" y="3018206"/>
            <a:ext cx="803758" cy="753809"/>
          </a:xfrm>
          <a:prstGeom prst="rect">
            <a:avLst/>
          </a:prstGeom>
          <a:solidFill>
            <a:srgbClr val="96C182">
              <a:alpha val="3094"/>
            </a:srgbClr>
          </a:solidFill>
          <a:ln/>
        </p:spPr>
      </p:sp>
      <p:sp>
        <p:nvSpPr>
          <p:cNvPr id="11" name="Shape 9"/>
          <p:cNvSpPr/>
          <p:nvPr/>
        </p:nvSpPr>
        <p:spPr>
          <a:xfrm>
            <a:off x="-581558" y="3762870"/>
            <a:ext cx="803758" cy="753809"/>
          </a:xfrm>
          <a:prstGeom prst="rect">
            <a:avLst/>
          </a:prstGeom>
          <a:solidFill>
            <a:srgbClr val="96C182">
              <a:alpha val="4125"/>
            </a:srgbClr>
          </a:solidFill>
          <a:ln/>
        </p:spPr>
      </p:sp>
      <p:sp>
        <p:nvSpPr>
          <p:cNvPr id="12" name="Shape 10"/>
          <p:cNvSpPr/>
          <p:nvPr/>
        </p:nvSpPr>
        <p:spPr>
          <a:xfrm>
            <a:off x="-581558" y="4507535"/>
            <a:ext cx="803758" cy="753809"/>
          </a:xfrm>
          <a:prstGeom prst="rect">
            <a:avLst/>
          </a:prstGeom>
          <a:solidFill>
            <a:srgbClr val="96C182">
              <a:alpha val="5156"/>
            </a:srgbClr>
          </a:solidFill>
          <a:ln/>
        </p:spPr>
      </p:sp>
      <p:sp>
        <p:nvSpPr>
          <p:cNvPr id="13" name="Shape 11"/>
          <p:cNvSpPr/>
          <p:nvPr/>
        </p:nvSpPr>
        <p:spPr>
          <a:xfrm>
            <a:off x="-581558" y="5252199"/>
            <a:ext cx="803758" cy="753809"/>
          </a:xfrm>
          <a:prstGeom prst="rect">
            <a:avLst/>
          </a:prstGeom>
          <a:solidFill>
            <a:srgbClr val="96C182">
              <a:alpha val="6188"/>
            </a:srgbClr>
          </a:solidFill>
          <a:ln/>
        </p:spPr>
      </p:sp>
      <p:sp>
        <p:nvSpPr>
          <p:cNvPr id="14" name="Shape 12"/>
          <p:cNvSpPr/>
          <p:nvPr/>
        </p:nvSpPr>
        <p:spPr>
          <a:xfrm>
            <a:off x="-581558" y="5996864"/>
            <a:ext cx="803758" cy="753809"/>
          </a:xfrm>
          <a:prstGeom prst="rect">
            <a:avLst/>
          </a:prstGeom>
          <a:solidFill>
            <a:srgbClr val="96C182">
              <a:alpha val="7219"/>
            </a:srgbClr>
          </a:solidFill>
          <a:ln/>
        </p:spPr>
      </p:sp>
      <p:sp>
        <p:nvSpPr>
          <p:cNvPr id="15" name="Shape 13"/>
          <p:cNvSpPr/>
          <p:nvPr/>
        </p:nvSpPr>
        <p:spPr>
          <a:xfrm>
            <a:off x="-581558" y="6741528"/>
            <a:ext cx="803758" cy="753809"/>
          </a:xfrm>
          <a:prstGeom prst="rect">
            <a:avLst/>
          </a:prstGeom>
          <a:solidFill>
            <a:srgbClr val="96C182">
              <a:alpha val="8250"/>
            </a:srgbClr>
          </a:solidFill>
          <a:ln/>
        </p:spPr>
      </p:sp>
      <p:sp>
        <p:nvSpPr>
          <p:cNvPr id="16" name="Shape 14"/>
          <p:cNvSpPr/>
          <p:nvPr/>
        </p:nvSpPr>
        <p:spPr>
          <a:xfrm>
            <a:off x="789127" y="4136746"/>
            <a:ext cx="803758" cy="427825"/>
          </a:xfrm>
          <a:prstGeom prst="rect">
            <a:avLst/>
          </a:prstGeom>
          <a:solidFill>
            <a:srgbClr val="96C182">
              <a:alpha val="344"/>
            </a:srgbClr>
          </a:solidFill>
          <a:ln/>
        </p:spPr>
      </p:sp>
      <p:sp>
        <p:nvSpPr>
          <p:cNvPr id="17" name="Shape 15"/>
          <p:cNvSpPr/>
          <p:nvPr/>
        </p:nvSpPr>
        <p:spPr>
          <a:xfrm>
            <a:off x="789127" y="4555427"/>
            <a:ext cx="803758" cy="427825"/>
          </a:xfrm>
          <a:prstGeom prst="rect">
            <a:avLst/>
          </a:prstGeom>
          <a:solidFill>
            <a:srgbClr val="96C182">
              <a:alpha val="688"/>
            </a:srgbClr>
          </a:solidFill>
          <a:ln/>
        </p:spPr>
      </p:sp>
      <p:sp>
        <p:nvSpPr>
          <p:cNvPr id="18" name="Shape 16"/>
          <p:cNvSpPr/>
          <p:nvPr/>
        </p:nvSpPr>
        <p:spPr>
          <a:xfrm>
            <a:off x="789127" y="4974107"/>
            <a:ext cx="803758" cy="427825"/>
          </a:xfrm>
          <a:prstGeom prst="rect">
            <a:avLst/>
          </a:prstGeom>
          <a:solidFill>
            <a:srgbClr val="96C182">
              <a:alpha val="1031"/>
            </a:srgbClr>
          </a:solidFill>
          <a:ln/>
        </p:spPr>
      </p:sp>
      <p:sp>
        <p:nvSpPr>
          <p:cNvPr id="19" name="Shape 17"/>
          <p:cNvSpPr/>
          <p:nvPr/>
        </p:nvSpPr>
        <p:spPr>
          <a:xfrm>
            <a:off x="789127" y="5392788"/>
            <a:ext cx="803758" cy="427825"/>
          </a:xfrm>
          <a:prstGeom prst="rect">
            <a:avLst/>
          </a:prstGeom>
          <a:solidFill>
            <a:srgbClr val="96C182">
              <a:alpha val="1375"/>
            </a:srgbClr>
          </a:solidFill>
          <a:ln/>
        </p:spPr>
      </p:sp>
      <p:sp>
        <p:nvSpPr>
          <p:cNvPr id="20" name="Shape 18"/>
          <p:cNvSpPr/>
          <p:nvPr/>
        </p:nvSpPr>
        <p:spPr>
          <a:xfrm>
            <a:off x="789127" y="5811469"/>
            <a:ext cx="803758" cy="427825"/>
          </a:xfrm>
          <a:prstGeom prst="rect">
            <a:avLst/>
          </a:prstGeom>
          <a:solidFill>
            <a:srgbClr val="96C182">
              <a:alpha val="1719"/>
            </a:srgbClr>
          </a:solidFill>
          <a:ln/>
        </p:spPr>
      </p:sp>
      <p:sp>
        <p:nvSpPr>
          <p:cNvPr id="21" name="Shape 19"/>
          <p:cNvSpPr/>
          <p:nvPr/>
        </p:nvSpPr>
        <p:spPr>
          <a:xfrm>
            <a:off x="789127" y="6230150"/>
            <a:ext cx="803758" cy="427825"/>
          </a:xfrm>
          <a:prstGeom prst="rect">
            <a:avLst/>
          </a:prstGeom>
          <a:solidFill>
            <a:srgbClr val="96C182">
              <a:alpha val="2063"/>
            </a:srgbClr>
          </a:solidFill>
          <a:ln/>
        </p:spPr>
      </p:sp>
      <p:sp>
        <p:nvSpPr>
          <p:cNvPr id="22" name="Shape 20"/>
          <p:cNvSpPr/>
          <p:nvPr/>
        </p:nvSpPr>
        <p:spPr>
          <a:xfrm>
            <a:off x="789127" y="6648831"/>
            <a:ext cx="803758" cy="427825"/>
          </a:xfrm>
          <a:prstGeom prst="rect">
            <a:avLst/>
          </a:prstGeom>
          <a:solidFill>
            <a:srgbClr val="96C182">
              <a:alpha val="2406"/>
            </a:srgbClr>
          </a:solidFill>
          <a:ln/>
        </p:spPr>
      </p:sp>
      <p:sp>
        <p:nvSpPr>
          <p:cNvPr id="23" name="Shape 21"/>
          <p:cNvSpPr/>
          <p:nvPr/>
        </p:nvSpPr>
        <p:spPr>
          <a:xfrm>
            <a:off x="789127" y="7067512"/>
            <a:ext cx="803758" cy="427825"/>
          </a:xfrm>
          <a:prstGeom prst="rect">
            <a:avLst/>
          </a:prstGeom>
          <a:solidFill>
            <a:srgbClr val="96C182">
              <a:alpha val="2750"/>
            </a:srgbClr>
          </a:solidFill>
          <a:ln/>
        </p:spPr>
      </p:sp>
      <p:sp>
        <p:nvSpPr>
          <p:cNvPr id="24" name="Shape 22"/>
          <p:cNvSpPr/>
          <p:nvPr/>
        </p:nvSpPr>
        <p:spPr>
          <a:xfrm>
            <a:off x="98755" y="2956255"/>
            <a:ext cx="803758" cy="572300"/>
          </a:xfrm>
          <a:prstGeom prst="rect">
            <a:avLst/>
          </a:prstGeom>
          <a:solidFill>
            <a:srgbClr val="96C182">
              <a:alpha val="688"/>
            </a:srgbClr>
          </a:solidFill>
          <a:ln/>
        </p:spPr>
      </p:sp>
      <p:sp>
        <p:nvSpPr>
          <p:cNvPr id="25" name="Shape 23"/>
          <p:cNvSpPr/>
          <p:nvPr/>
        </p:nvSpPr>
        <p:spPr>
          <a:xfrm>
            <a:off x="98755" y="3519411"/>
            <a:ext cx="803758" cy="572300"/>
          </a:xfrm>
          <a:prstGeom prst="rect">
            <a:avLst/>
          </a:prstGeom>
          <a:solidFill>
            <a:srgbClr val="96C182">
              <a:alpha val="1375"/>
            </a:srgbClr>
          </a:solidFill>
          <a:ln/>
        </p:spPr>
      </p:sp>
      <p:sp>
        <p:nvSpPr>
          <p:cNvPr id="26" name="Shape 24"/>
          <p:cNvSpPr/>
          <p:nvPr/>
        </p:nvSpPr>
        <p:spPr>
          <a:xfrm>
            <a:off x="98755" y="4082567"/>
            <a:ext cx="803758" cy="572300"/>
          </a:xfrm>
          <a:prstGeom prst="rect">
            <a:avLst/>
          </a:prstGeom>
          <a:solidFill>
            <a:srgbClr val="96C182">
              <a:alpha val="2063"/>
            </a:srgbClr>
          </a:solidFill>
          <a:ln/>
        </p:spPr>
      </p:sp>
      <p:sp>
        <p:nvSpPr>
          <p:cNvPr id="27" name="Shape 25"/>
          <p:cNvSpPr/>
          <p:nvPr/>
        </p:nvSpPr>
        <p:spPr>
          <a:xfrm>
            <a:off x="98755" y="4645724"/>
            <a:ext cx="803758" cy="572300"/>
          </a:xfrm>
          <a:prstGeom prst="rect">
            <a:avLst/>
          </a:prstGeom>
          <a:solidFill>
            <a:srgbClr val="96C182">
              <a:alpha val="2750"/>
            </a:srgbClr>
          </a:solidFill>
          <a:ln/>
        </p:spPr>
      </p:sp>
      <p:sp>
        <p:nvSpPr>
          <p:cNvPr id="28" name="Shape 26"/>
          <p:cNvSpPr/>
          <p:nvPr/>
        </p:nvSpPr>
        <p:spPr>
          <a:xfrm>
            <a:off x="98755" y="5208880"/>
            <a:ext cx="803758" cy="572300"/>
          </a:xfrm>
          <a:prstGeom prst="rect">
            <a:avLst/>
          </a:prstGeom>
          <a:solidFill>
            <a:srgbClr val="96C182">
              <a:alpha val="3438"/>
            </a:srgbClr>
          </a:solidFill>
          <a:ln/>
        </p:spPr>
      </p:sp>
      <p:sp>
        <p:nvSpPr>
          <p:cNvPr id="29" name="Shape 27"/>
          <p:cNvSpPr/>
          <p:nvPr/>
        </p:nvSpPr>
        <p:spPr>
          <a:xfrm>
            <a:off x="98755" y="5772036"/>
            <a:ext cx="803758" cy="572300"/>
          </a:xfrm>
          <a:prstGeom prst="rect">
            <a:avLst/>
          </a:prstGeom>
          <a:solidFill>
            <a:srgbClr val="96C182">
              <a:alpha val="4125"/>
            </a:srgbClr>
          </a:solidFill>
          <a:ln/>
        </p:spPr>
      </p:sp>
      <p:sp>
        <p:nvSpPr>
          <p:cNvPr id="30" name="Shape 28"/>
          <p:cNvSpPr/>
          <p:nvPr/>
        </p:nvSpPr>
        <p:spPr>
          <a:xfrm>
            <a:off x="98755" y="6335192"/>
            <a:ext cx="803758" cy="572300"/>
          </a:xfrm>
          <a:prstGeom prst="rect">
            <a:avLst/>
          </a:prstGeom>
          <a:solidFill>
            <a:srgbClr val="96C182">
              <a:alpha val="4813"/>
            </a:srgbClr>
          </a:solidFill>
          <a:ln/>
        </p:spPr>
      </p:sp>
      <p:sp>
        <p:nvSpPr>
          <p:cNvPr id="31" name="Shape 29"/>
          <p:cNvSpPr/>
          <p:nvPr/>
        </p:nvSpPr>
        <p:spPr>
          <a:xfrm>
            <a:off x="98755" y="6898348"/>
            <a:ext cx="803758" cy="572300"/>
          </a:xfrm>
          <a:prstGeom prst="rect">
            <a:avLst/>
          </a:prstGeom>
          <a:solidFill>
            <a:srgbClr val="96C182">
              <a:alpha val="5500"/>
            </a:srgbClr>
          </a:solidFill>
          <a:ln/>
        </p:spPr>
      </p:sp>
      <p:sp>
        <p:nvSpPr>
          <p:cNvPr id="32" name="Shape 30"/>
          <p:cNvSpPr/>
          <p:nvPr/>
        </p:nvSpPr>
        <p:spPr>
          <a:xfrm>
            <a:off x="11835994" y="1750162"/>
            <a:ext cx="803758" cy="657454"/>
          </a:xfrm>
          <a:prstGeom prst="rect">
            <a:avLst/>
          </a:prstGeom>
          <a:solidFill>
            <a:srgbClr val="FFFFFF">
              <a:alpha val="688"/>
            </a:srgbClr>
          </a:solidFill>
          <a:ln/>
        </p:spPr>
      </p:sp>
      <p:sp>
        <p:nvSpPr>
          <p:cNvPr id="33" name="Shape 31"/>
          <p:cNvSpPr/>
          <p:nvPr/>
        </p:nvSpPr>
        <p:spPr>
          <a:xfrm>
            <a:off x="11835994" y="2398471"/>
            <a:ext cx="803758" cy="657454"/>
          </a:xfrm>
          <a:prstGeom prst="rect">
            <a:avLst/>
          </a:prstGeom>
          <a:solidFill>
            <a:srgbClr val="FFFFFF">
              <a:alpha val="1375"/>
            </a:srgbClr>
          </a:solidFill>
          <a:ln/>
        </p:spPr>
      </p:sp>
      <p:sp>
        <p:nvSpPr>
          <p:cNvPr id="34" name="Shape 32"/>
          <p:cNvSpPr/>
          <p:nvPr/>
        </p:nvSpPr>
        <p:spPr>
          <a:xfrm>
            <a:off x="11835994" y="3046781"/>
            <a:ext cx="803758" cy="657454"/>
          </a:xfrm>
          <a:prstGeom prst="rect">
            <a:avLst/>
          </a:prstGeom>
          <a:solidFill>
            <a:srgbClr val="FFFFFF">
              <a:alpha val="2063"/>
            </a:srgbClr>
          </a:solidFill>
          <a:ln/>
        </p:spPr>
      </p:sp>
      <p:sp>
        <p:nvSpPr>
          <p:cNvPr id="35" name="Shape 33"/>
          <p:cNvSpPr/>
          <p:nvPr/>
        </p:nvSpPr>
        <p:spPr>
          <a:xfrm>
            <a:off x="11835994" y="3695090"/>
            <a:ext cx="803758" cy="657454"/>
          </a:xfrm>
          <a:prstGeom prst="rect">
            <a:avLst/>
          </a:prstGeom>
          <a:solidFill>
            <a:srgbClr val="FFFFFF">
              <a:alpha val="2750"/>
            </a:srgbClr>
          </a:solidFill>
          <a:ln/>
        </p:spPr>
      </p:sp>
      <p:sp>
        <p:nvSpPr>
          <p:cNvPr id="36" name="Shape 34"/>
          <p:cNvSpPr/>
          <p:nvPr/>
        </p:nvSpPr>
        <p:spPr>
          <a:xfrm>
            <a:off x="11835994" y="4343400"/>
            <a:ext cx="803758" cy="657454"/>
          </a:xfrm>
          <a:prstGeom prst="rect">
            <a:avLst/>
          </a:prstGeom>
          <a:solidFill>
            <a:srgbClr val="FFFFFF">
              <a:alpha val="3438"/>
            </a:srgbClr>
          </a:solidFill>
          <a:ln/>
        </p:spPr>
      </p:sp>
      <p:sp>
        <p:nvSpPr>
          <p:cNvPr id="37" name="Shape 35"/>
          <p:cNvSpPr/>
          <p:nvPr/>
        </p:nvSpPr>
        <p:spPr>
          <a:xfrm>
            <a:off x="11835994" y="4991710"/>
            <a:ext cx="803758" cy="657454"/>
          </a:xfrm>
          <a:prstGeom prst="rect">
            <a:avLst/>
          </a:prstGeom>
          <a:solidFill>
            <a:srgbClr val="FFFFFF">
              <a:alpha val="4125"/>
            </a:srgbClr>
          </a:solidFill>
          <a:ln/>
        </p:spPr>
      </p:sp>
      <p:sp>
        <p:nvSpPr>
          <p:cNvPr id="38" name="Shape 36"/>
          <p:cNvSpPr/>
          <p:nvPr/>
        </p:nvSpPr>
        <p:spPr>
          <a:xfrm>
            <a:off x="11835994" y="5640019"/>
            <a:ext cx="803758" cy="657454"/>
          </a:xfrm>
          <a:prstGeom prst="rect">
            <a:avLst/>
          </a:prstGeom>
          <a:solidFill>
            <a:srgbClr val="FFFFFF">
              <a:alpha val="4813"/>
            </a:srgbClr>
          </a:solidFill>
          <a:ln/>
        </p:spPr>
      </p:sp>
      <p:sp>
        <p:nvSpPr>
          <p:cNvPr id="39" name="Shape 37"/>
          <p:cNvSpPr/>
          <p:nvPr/>
        </p:nvSpPr>
        <p:spPr>
          <a:xfrm>
            <a:off x="11835994" y="6288329"/>
            <a:ext cx="803758" cy="657454"/>
          </a:xfrm>
          <a:prstGeom prst="rect">
            <a:avLst/>
          </a:prstGeom>
          <a:solidFill>
            <a:srgbClr val="FFFFFF">
              <a:alpha val="5500"/>
            </a:srgbClr>
          </a:solidFill>
          <a:ln/>
        </p:spPr>
      </p:sp>
      <p:sp>
        <p:nvSpPr>
          <p:cNvPr id="40" name="Shape 38"/>
          <p:cNvSpPr/>
          <p:nvPr/>
        </p:nvSpPr>
        <p:spPr>
          <a:xfrm>
            <a:off x="10465308" y="4358030"/>
            <a:ext cx="803758" cy="331356"/>
          </a:xfrm>
          <a:prstGeom prst="rect">
            <a:avLst/>
          </a:prstGeom>
          <a:solidFill>
            <a:srgbClr val="FFFFFF">
              <a:alpha val="138"/>
            </a:srgbClr>
          </a:solidFill>
          <a:ln/>
        </p:spPr>
      </p:sp>
      <p:sp>
        <p:nvSpPr>
          <p:cNvPr id="41" name="Shape 39"/>
          <p:cNvSpPr/>
          <p:nvPr/>
        </p:nvSpPr>
        <p:spPr>
          <a:xfrm>
            <a:off x="10465308" y="4680242"/>
            <a:ext cx="803758" cy="331356"/>
          </a:xfrm>
          <a:prstGeom prst="rect">
            <a:avLst/>
          </a:prstGeom>
          <a:solidFill>
            <a:srgbClr val="FFFFFF">
              <a:alpha val="275"/>
            </a:srgbClr>
          </a:solidFill>
          <a:ln/>
        </p:spPr>
      </p:sp>
      <p:sp>
        <p:nvSpPr>
          <p:cNvPr id="42" name="Shape 40"/>
          <p:cNvSpPr/>
          <p:nvPr/>
        </p:nvSpPr>
        <p:spPr>
          <a:xfrm>
            <a:off x="10465308" y="5002454"/>
            <a:ext cx="803758" cy="331356"/>
          </a:xfrm>
          <a:prstGeom prst="rect">
            <a:avLst/>
          </a:prstGeom>
          <a:solidFill>
            <a:srgbClr val="FFFFFF">
              <a:alpha val="412"/>
            </a:srgbClr>
          </a:solidFill>
          <a:ln/>
        </p:spPr>
      </p:sp>
      <p:sp>
        <p:nvSpPr>
          <p:cNvPr id="43" name="Shape 41"/>
          <p:cNvSpPr/>
          <p:nvPr/>
        </p:nvSpPr>
        <p:spPr>
          <a:xfrm>
            <a:off x="10465308" y="5324666"/>
            <a:ext cx="803758" cy="331356"/>
          </a:xfrm>
          <a:prstGeom prst="rect">
            <a:avLst/>
          </a:prstGeom>
          <a:solidFill>
            <a:srgbClr val="FFFFFF">
              <a:alpha val="550"/>
            </a:srgbClr>
          </a:solidFill>
          <a:ln/>
        </p:spPr>
      </p:sp>
      <p:sp>
        <p:nvSpPr>
          <p:cNvPr id="44" name="Shape 42"/>
          <p:cNvSpPr/>
          <p:nvPr/>
        </p:nvSpPr>
        <p:spPr>
          <a:xfrm>
            <a:off x="10465308" y="5646877"/>
            <a:ext cx="803758" cy="331356"/>
          </a:xfrm>
          <a:prstGeom prst="rect">
            <a:avLst/>
          </a:prstGeom>
          <a:solidFill>
            <a:srgbClr val="FFFFFF">
              <a:alpha val="688"/>
            </a:srgbClr>
          </a:solidFill>
          <a:ln/>
        </p:spPr>
      </p:sp>
      <p:sp>
        <p:nvSpPr>
          <p:cNvPr id="45" name="Shape 43"/>
          <p:cNvSpPr/>
          <p:nvPr/>
        </p:nvSpPr>
        <p:spPr>
          <a:xfrm>
            <a:off x="10465308" y="5969089"/>
            <a:ext cx="803758" cy="331356"/>
          </a:xfrm>
          <a:prstGeom prst="rect">
            <a:avLst/>
          </a:prstGeom>
          <a:solidFill>
            <a:srgbClr val="FFFFFF">
              <a:alpha val="825"/>
            </a:srgbClr>
          </a:solidFill>
          <a:ln/>
        </p:spPr>
      </p:sp>
      <p:sp>
        <p:nvSpPr>
          <p:cNvPr id="46" name="Shape 44"/>
          <p:cNvSpPr/>
          <p:nvPr/>
        </p:nvSpPr>
        <p:spPr>
          <a:xfrm>
            <a:off x="10465308" y="6291301"/>
            <a:ext cx="803758" cy="331356"/>
          </a:xfrm>
          <a:prstGeom prst="rect">
            <a:avLst/>
          </a:prstGeom>
          <a:solidFill>
            <a:srgbClr val="FFFFFF">
              <a:alpha val="963"/>
            </a:srgbClr>
          </a:solidFill>
          <a:ln/>
        </p:spPr>
      </p:sp>
      <p:sp>
        <p:nvSpPr>
          <p:cNvPr id="47" name="Shape 45"/>
          <p:cNvSpPr/>
          <p:nvPr/>
        </p:nvSpPr>
        <p:spPr>
          <a:xfrm>
            <a:off x="10465308" y="6613512"/>
            <a:ext cx="803758" cy="331356"/>
          </a:xfrm>
          <a:prstGeom prst="rect">
            <a:avLst/>
          </a:prstGeom>
          <a:solidFill>
            <a:srgbClr val="FFFFFF">
              <a:alpha val="1100"/>
            </a:srgbClr>
          </a:solidFill>
          <a:ln/>
        </p:spPr>
      </p:sp>
      <p:sp>
        <p:nvSpPr>
          <p:cNvPr id="48" name="Shape 46"/>
          <p:cNvSpPr/>
          <p:nvPr/>
        </p:nvSpPr>
        <p:spPr>
          <a:xfrm>
            <a:off x="11155680" y="3177540"/>
            <a:ext cx="803758" cy="482117"/>
          </a:xfrm>
          <a:prstGeom prst="rect">
            <a:avLst/>
          </a:prstGeom>
          <a:solidFill>
            <a:srgbClr val="FFFFFF">
              <a:alpha val="344"/>
            </a:srgbClr>
          </a:solidFill>
          <a:ln/>
        </p:spPr>
      </p:sp>
      <p:sp>
        <p:nvSpPr>
          <p:cNvPr id="49" name="Shape 47"/>
          <p:cNvSpPr/>
          <p:nvPr/>
        </p:nvSpPr>
        <p:spPr>
          <a:xfrm>
            <a:off x="11155680" y="3650513"/>
            <a:ext cx="803758" cy="482117"/>
          </a:xfrm>
          <a:prstGeom prst="rect">
            <a:avLst/>
          </a:prstGeom>
          <a:solidFill>
            <a:srgbClr val="FFFFFF">
              <a:alpha val="688"/>
            </a:srgbClr>
          </a:solidFill>
          <a:ln/>
        </p:spPr>
      </p:sp>
      <p:sp>
        <p:nvSpPr>
          <p:cNvPr id="50" name="Shape 48"/>
          <p:cNvSpPr/>
          <p:nvPr/>
        </p:nvSpPr>
        <p:spPr>
          <a:xfrm>
            <a:off x="11155680" y="4123487"/>
            <a:ext cx="803758" cy="482117"/>
          </a:xfrm>
          <a:prstGeom prst="rect">
            <a:avLst/>
          </a:prstGeom>
          <a:solidFill>
            <a:srgbClr val="FFFFFF">
              <a:alpha val="1031"/>
            </a:srgbClr>
          </a:solidFill>
          <a:ln/>
        </p:spPr>
      </p:sp>
      <p:sp>
        <p:nvSpPr>
          <p:cNvPr id="51" name="Shape 49"/>
          <p:cNvSpPr/>
          <p:nvPr/>
        </p:nvSpPr>
        <p:spPr>
          <a:xfrm>
            <a:off x="11155680" y="4596460"/>
            <a:ext cx="803758" cy="482117"/>
          </a:xfrm>
          <a:prstGeom prst="rect">
            <a:avLst/>
          </a:prstGeom>
          <a:solidFill>
            <a:srgbClr val="FFFFFF">
              <a:alpha val="1375"/>
            </a:srgbClr>
          </a:solidFill>
          <a:ln/>
        </p:spPr>
      </p:sp>
      <p:sp>
        <p:nvSpPr>
          <p:cNvPr id="52" name="Shape 50"/>
          <p:cNvSpPr/>
          <p:nvPr/>
        </p:nvSpPr>
        <p:spPr>
          <a:xfrm>
            <a:off x="11155680" y="5069434"/>
            <a:ext cx="803758" cy="482117"/>
          </a:xfrm>
          <a:prstGeom prst="rect">
            <a:avLst/>
          </a:prstGeom>
          <a:solidFill>
            <a:srgbClr val="FFFFFF">
              <a:alpha val="1719"/>
            </a:srgbClr>
          </a:solidFill>
          <a:ln/>
        </p:spPr>
      </p:sp>
      <p:sp>
        <p:nvSpPr>
          <p:cNvPr id="53" name="Shape 51"/>
          <p:cNvSpPr/>
          <p:nvPr/>
        </p:nvSpPr>
        <p:spPr>
          <a:xfrm>
            <a:off x="11155680" y="5542407"/>
            <a:ext cx="803758" cy="482117"/>
          </a:xfrm>
          <a:prstGeom prst="rect">
            <a:avLst/>
          </a:prstGeom>
          <a:solidFill>
            <a:srgbClr val="FFFFFF">
              <a:alpha val="2063"/>
            </a:srgbClr>
          </a:solidFill>
          <a:ln/>
        </p:spPr>
      </p:sp>
      <p:sp>
        <p:nvSpPr>
          <p:cNvPr id="54" name="Shape 52"/>
          <p:cNvSpPr/>
          <p:nvPr/>
        </p:nvSpPr>
        <p:spPr>
          <a:xfrm>
            <a:off x="11155680" y="6015380"/>
            <a:ext cx="803758" cy="482117"/>
          </a:xfrm>
          <a:prstGeom prst="rect">
            <a:avLst/>
          </a:prstGeom>
          <a:solidFill>
            <a:srgbClr val="FFFFFF">
              <a:alpha val="2406"/>
            </a:srgbClr>
          </a:solidFill>
          <a:ln/>
        </p:spPr>
      </p:sp>
      <p:sp>
        <p:nvSpPr>
          <p:cNvPr id="55" name="Shape 53"/>
          <p:cNvSpPr/>
          <p:nvPr/>
        </p:nvSpPr>
        <p:spPr>
          <a:xfrm>
            <a:off x="11155680" y="6488354"/>
            <a:ext cx="803758" cy="482117"/>
          </a:xfrm>
          <a:prstGeom prst="rect">
            <a:avLst/>
          </a:prstGeom>
          <a:solidFill>
            <a:srgbClr val="FFFFFF">
              <a:alpha val="2750"/>
            </a:srgbClr>
          </a:solidFill>
          <a:ln/>
        </p:spPr>
      </p:sp>
      <p:sp>
        <p:nvSpPr>
          <p:cNvPr id="56" name="Text 54"/>
          <p:cNvSpPr/>
          <p:nvPr/>
        </p:nvSpPr>
        <p:spPr>
          <a:xfrm>
            <a:off x="811987" y="1097280"/>
            <a:ext cx="6309360" cy="1280160"/>
          </a:xfrm>
          <a:prstGeom prst="rect">
            <a:avLst/>
          </a:prstGeom>
          <a:noFill/>
          <a:ln/>
        </p:spPr>
        <p:txBody>
          <a:bodyPr wrap="square" rtlCol="0" anchor="t"/>
          <a:lstStyle/>
          <a:p>
            <a:pPr indent="0" marL="0">
              <a:lnSpc>
                <a:spcPct val="90000"/>
              </a:lnSpc>
              <a:buNone/>
            </a:pPr>
            <a:r>
              <a:rPr lang="en-US" sz="3600" spc="-150" kern="0" dirty="0">
                <a:solidFill>
                  <a:srgbClr val="FFFFFF"/>
                </a:solidFill>
                <a:latin typeface="Manrope" pitchFamily="34" charset="0"/>
                <a:ea typeface="Manrope" pitchFamily="34" charset="-122"/>
                <a:cs typeface="Manrope" pitchFamily="34" charset="-120"/>
              </a:rPr>
              <a:t>Stage 6: tools let </a:t>
            </a:r>
            <a:r>
              <a:rPr lang="en-US" sz="3600" spc="-150" kern="0" dirty="0">
                <a:solidFill>
                  <a:srgbClr val="D5E6CD"/>
                </a:solidFill>
                <a:latin typeface="Manrope" pitchFamily="34" charset="0"/>
                <a:ea typeface="Manrope" pitchFamily="34" charset="-122"/>
                <a:cs typeface="Manrope" pitchFamily="34" charset="-120"/>
              </a:rPr>
              <a:t>the model act</a:t>
            </a:r>
            <a:endParaRPr lang="en-US" sz="1800" dirty="0"/>
          </a:p>
        </p:txBody>
      </p:sp>
      <p:sp>
        <p:nvSpPr>
          <p:cNvPr id="57" name="Shape 55"/>
          <p:cNvSpPr/>
          <p:nvPr/>
        </p:nvSpPr>
        <p:spPr>
          <a:xfrm>
            <a:off x="7541971" y="873252"/>
            <a:ext cx="0" cy="5984748"/>
          </a:xfrm>
          <a:prstGeom prst="line">
            <a:avLst/>
          </a:prstGeom>
          <a:noFill/>
          <a:ln w="2540">
            <a:solidFill>
              <a:srgbClr val="D0CFCF"/>
            </a:solidFill>
            <a:prstDash val="solid"/>
          </a:ln>
        </p:spPr>
      </p:sp>
      <p:sp>
        <p:nvSpPr>
          <p:cNvPr id="58" name="Shape 56"/>
          <p:cNvSpPr/>
          <p:nvPr/>
        </p:nvSpPr>
        <p:spPr>
          <a:xfrm>
            <a:off x="7506310" y="836676"/>
            <a:ext cx="72238" cy="72238"/>
          </a:xfrm>
          <a:prstGeom prst="ellipse">
            <a:avLst/>
          </a:prstGeom>
          <a:solidFill>
            <a:srgbClr val="D0CFCF"/>
          </a:solidFill>
          <a:ln/>
        </p:spPr>
      </p:sp>
      <p:sp>
        <p:nvSpPr>
          <p:cNvPr id="59" name="Text 57"/>
          <p:cNvSpPr/>
          <p:nvPr/>
        </p:nvSpPr>
        <p:spPr>
          <a:xfrm>
            <a:off x="7993685" y="1143000"/>
            <a:ext cx="4023360" cy="411480"/>
          </a:xfrm>
          <a:prstGeom prst="rect">
            <a:avLst/>
          </a:prstGeom>
          <a:noFill/>
          <a:ln/>
        </p:spPr>
        <p:txBody>
          <a:bodyPr wrap="square" rtlCol="0" anchor="t"/>
          <a:lstStyle/>
          <a:p>
            <a:pPr indent="0" marL="0">
              <a:lnSpc>
                <a:spcPct val="110000"/>
              </a:lnSpc>
              <a:spcAft>
                <a:spcPts val="600"/>
              </a:spcAft>
              <a:buNone/>
            </a:pPr>
            <a:r>
              <a:rPr lang="en-US" sz="1800" dirty="0">
                <a:solidFill>
                  <a:srgbClr val="FFFFFF"/>
                </a:solidFill>
                <a:latin typeface="Manrope" pitchFamily="34" charset="0"/>
                <a:ea typeface="Manrope" pitchFamily="34" charset="-122"/>
                <a:cs typeface="Manrope" pitchFamily="34" charset="-120"/>
              </a:rPr>
              <a:t>Design tools as carefully as prompts</a:t>
            </a:r>
            <a:endParaRPr lang="en-US" sz="1600" dirty="0"/>
          </a:p>
        </p:txBody>
      </p:sp>
      <p:sp>
        <p:nvSpPr>
          <p:cNvPr id="60" name="Text 58"/>
          <p:cNvSpPr/>
          <p:nvPr/>
        </p:nvSpPr>
        <p:spPr>
          <a:xfrm>
            <a:off x="8044891" y="1746504"/>
            <a:ext cx="493776" cy="349301"/>
          </a:xfrm>
          <a:prstGeom prst="rect">
            <a:avLst/>
          </a:prstGeom>
          <a:noFill/>
          <a:ln/>
        </p:spPr>
        <p:txBody>
          <a:bodyPr wrap="square" rtlCol="0" anchor="t"/>
          <a:lstStyle/>
          <a:p>
            <a:pPr indent="0" marL="0">
              <a:lnSpc>
                <a:spcPct val="110000"/>
              </a:lnSpc>
              <a:spcAft>
                <a:spcPts val="600"/>
              </a:spcAft>
              <a:buNone/>
            </a:pPr>
            <a:r>
              <a:rPr lang="en-US" sz="1600" dirty="0">
                <a:solidFill>
                  <a:srgbClr val="96C182"/>
                </a:solidFill>
                <a:latin typeface="Manrope" pitchFamily="34" charset="0"/>
                <a:ea typeface="Manrope" pitchFamily="34" charset="-122"/>
                <a:cs typeface="Manrope" pitchFamily="34" charset="-120"/>
              </a:rPr>
              <a:t>01</a:t>
            </a:r>
            <a:endParaRPr lang="en-US" sz="1600" dirty="0"/>
          </a:p>
        </p:txBody>
      </p:sp>
      <p:sp>
        <p:nvSpPr>
          <p:cNvPr id="61" name="Text 59"/>
          <p:cNvSpPr/>
          <p:nvPr/>
        </p:nvSpPr>
        <p:spPr>
          <a:xfrm>
            <a:off x="8538667" y="1783080"/>
            <a:ext cx="3566160" cy="777240"/>
          </a:xfrm>
          <a:prstGeom prst="rect">
            <a:avLst/>
          </a:prstGeom>
          <a:noFill/>
          <a:ln/>
        </p:spPr>
        <p:txBody>
          <a:bodyPr wrap="square" rtlCol="0" anchor="t"/>
          <a:lstStyle/>
          <a:p>
            <a:pPr indent="0" marL="0">
              <a:lnSpc>
                <a:spcPct val="110000"/>
              </a:lnSpc>
              <a:spcAft>
                <a:spcPts val="600"/>
              </a:spcAft>
              <a:buNone/>
            </a:pPr>
            <a:r>
              <a:rPr lang="en-US" sz="1400" dirty="0">
                <a:solidFill>
                  <a:srgbClr val="FFFFFF"/>
                </a:solidFill>
                <a:latin typeface="Manrope" pitchFamily="34" charset="0"/>
                <a:ea typeface="Manrope" pitchFamily="34" charset="-122"/>
                <a:cs typeface="Manrope" pitchFamily="34" charset="-120"/>
              </a:rPr>
              <a:t>Anthropic spent more time optimizing tools than the overall prompt when building its SWE-bench agent.</a:t>
            </a:r>
            <a:endParaRPr lang="en-US" sz="1200" dirty="0"/>
          </a:p>
        </p:txBody>
      </p:sp>
      <p:sp>
        <p:nvSpPr>
          <p:cNvPr id="62" name="Text 60"/>
          <p:cNvSpPr/>
          <p:nvPr/>
        </p:nvSpPr>
        <p:spPr>
          <a:xfrm>
            <a:off x="8044891" y="2615184"/>
            <a:ext cx="493776" cy="349301"/>
          </a:xfrm>
          <a:prstGeom prst="rect">
            <a:avLst/>
          </a:prstGeom>
          <a:noFill/>
          <a:ln/>
        </p:spPr>
        <p:txBody>
          <a:bodyPr wrap="square" rtlCol="0" anchor="t"/>
          <a:lstStyle/>
          <a:p>
            <a:pPr indent="0" marL="0">
              <a:lnSpc>
                <a:spcPct val="110000"/>
              </a:lnSpc>
              <a:spcAft>
                <a:spcPts val="600"/>
              </a:spcAft>
              <a:buNone/>
            </a:pPr>
            <a:r>
              <a:rPr lang="en-US" sz="1600" dirty="0">
                <a:solidFill>
                  <a:srgbClr val="96C182"/>
                </a:solidFill>
                <a:latin typeface="Manrope" pitchFamily="34" charset="0"/>
                <a:ea typeface="Manrope" pitchFamily="34" charset="-122"/>
                <a:cs typeface="Manrope" pitchFamily="34" charset="-120"/>
              </a:rPr>
              <a:t>02</a:t>
            </a:r>
            <a:endParaRPr lang="en-US" sz="1600" dirty="0"/>
          </a:p>
        </p:txBody>
      </p:sp>
      <p:sp>
        <p:nvSpPr>
          <p:cNvPr id="63" name="Text 61"/>
          <p:cNvSpPr/>
          <p:nvPr/>
        </p:nvSpPr>
        <p:spPr>
          <a:xfrm>
            <a:off x="8538667" y="2651760"/>
            <a:ext cx="3566160" cy="777240"/>
          </a:xfrm>
          <a:prstGeom prst="rect">
            <a:avLst/>
          </a:prstGeom>
          <a:noFill/>
          <a:ln/>
        </p:spPr>
        <p:txBody>
          <a:bodyPr wrap="square" rtlCol="0" anchor="t"/>
          <a:lstStyle/>
          <a:p>
            <a:pPr indent="0" marL="0">
              <a:lnSpc>
                <a:spcPct val="110000"/>
              </a:lnSpc>
              <a:spcAft>
                <a:spcPts val="600"/>
              </a:spcAft>
              <a:buNone/>
            </a:pPr>
            <a:r>
              <a:rPr lang="en-US" sz="1400" dirty="0">
                <a:solidFill>
                  <a:srgbClr val="FFFFFF"/>
                </a:solidFill>
                <a:latin typeface="Manrope" pitchFamily="34" charset="0"/>
                <a:ea typeface="Manrope" pitchFamily="34" charset="-122"/>
                <a:cs typeface="Manrope" pitchFamily="34" charset="-120"/>
              </a:rPr>
              <a:t>Make tools “poka-yoke”: mistake-proof them (Anthropic, Appendix 2).</a:t>
            </a:r>
            <a:endParaRPr lang="en-US" sz="1200" dirty="0"/>
          </a:p>
        </p:txBody>
      </p:sp>
      <p:sp>
        <p:nvSpPr>
          <p:cNvPr id="64" name="Text 62"/>
          <p:cNvSpPr/>
          <p:nvPr/>
        </p:nvSpPr>
        <p:spPr>
          <a:xfrm>
            <a:off x="8044891" y="3483864"/>
            <a:ext cx="493776" cy="349301"/>
          </a:xfrm>
          <a:prstGeom prst="rect">
            <a:avLst/>
          </a:prstGeom>
          <a:noFill/>
          <a:ln/>
        </p:spPr>
        <p:txBody>
          <a:bodyPr wrap="square" rtlCol="0" anchor="t"/>
          <a:lstStyle/>
          <a:p>
            <a:pPr indent="0" marL="0">
              <a:lnSpc>
                <a:spcPct val="110000"/>
              </a:lnSpc>
              <a:spcAft>
                <a:spcPts val="600"/>
              </a:spcAft>
              <a:buNone/>
            </a:pPr>
            <a:r>
              <a:rPr lang="en-US" sz="1600" dirty="0">
                <a:solidFill>
                  <a:srgbClr val="96C182"/>
                </a:solidFill>
                <a:latin typeface="Manrope" pitchFamily="34" charset="0"/>
                <a:ea typeface="Manrope" pitchFamily="34" charset="-122"/>
                <a:cs typeface="Manrope" pitchFamily="34" charset="-120"/>
              </a:rPr>
              <a:t>03</a:t>
            </a:r>
            <a:endParaRPr lang="en-US" sz="1600" dirty="0"/>
          </a:p>
        </p:txBody>
      </p:sp>
      <p:sp>
        <p:nvSpPr>
          <p:cNvPr id="65" name="Text 63"/>
          <p:cNvSpPr/>
          <p:nvPr/>
        </p:nvSpPr>
        <p:spPr>
          <a:xfrm>
            <a:off x="8538667" y="3520440"/>
            <a:ext cx="3566160" cy="777240"/>
          </a:xfrm>
          <a:prstGeom prst="rect">
            <a:avLst/>
          </a:prstGeom>
          <a:noFill/>
          <a:ln/>
        </p:spPr>
        <p:txBody>
          <a:bodyPr wrap="square" rtlCol="0" anchor="t"/>
          <a:lstStyle/>
          <a:p>
            <a:pPr indent="0" marL="0">
              <a:lnSpc>
                <a:spcPct val="110000"/>
              </a:lnSpc>
              <a:spcAft>
                <a:spcPts val="600"/>
              </a:spcAft>
              <a:buNone/>
            </a:pPr>
            <a:r>
              <a:rPr lang="en-US" sz="1400" dirty="0">
                <a:solidFill>
                  <a:srgbClr val="FFFFFF"/>
                </a:solidFill>
                <a:latin typeface="Manrope" pitchFamily="34" charset="0"/>
                <a:ea typeface="Manrope" pitchFamily="34" charset="-122"/>
                <a:cs typeface="Manrope" pitchFamily="34" charset="-120"/>
              </a:rPr>
              <a:t>Define tools with JSON Schema. Strict mode makes calls adhere to the schema.</a:t>
            </a:r>
            <a:endParaRPr lang="en-US" sz="1200" dirty="0"/>
          </a:p>
        </p:txBody>
      </p:sp>
      <p:sp>
        <p:nvSpPr>
          <p:cNvPr id="66" name="Text 64"/>
          <p:cNvSpPr/>
          <p:nvPr/>
        </p:nvSpPr>
        <p:spPr>
          <a:xfrm>
            <a:off x="8487461" y="5257800"/>
            <a:ext cx="3520440" cy="822960"/>
          </a:xfrm>
          <a:prstGeom prst="rect">
            <a:avLst/>
          </a:prstGeom>
          <a:noFill/>
          <a:ln/>
        </p:spPr>
        <p:txBody>
          <a:bodyPr wrap="square" rtlCol="0" anchor="t"/>
          <a:lstStyle/>
          <a:p>
            <a:pPr indent="0" marL="0">
              <a:lnSpc>
                <a:spcPct val="110000"/>
              </a:lnSpc>
              <a:spcAft>
                <a:spcPts val="600"/>
              </a:spcAft>
              <a:buNone/>
            </a:pPr>
            <a:r>
              <a:rPr lang="en-US" sz="1300" dirty="0">
                <a:solidFill>
                  <a:srgbClr val="FFFFFF"/>
                </a:solidFill>
                <a:latin typeface="Manrope" pitchFamily="34" charset="0"/>
                <a:ea typeface="Manrope" pitchFamily="34" charset="-122"/>
                <a:cs typeface="Manrope" pitchFamily="34" charset="-120"/>
              </a:rPr>
              <a:t>Controls to learn: tool_choice (auto, required, forced, allowed_tools), parallel calls, error handling.</a:t>
            </a:r>
            <a:endParaRPr lang="en-US" sz="1200" dirty="0"/>
          </a:p>
        </p:txBody>
      </p:sp>
      <p:sp>
        <p:nvSpPr>
          <p:cNvPr id="68" name="Text 66"/>
          <p:cNvSpPr/>
          <p:nvPr/>
        </p:nvSpPr>
        <p:spPr>
          <a:xfrm>
            <a:off x="1000354" y="4969764"/>
            <a:ext cx="1717243" cy="780898"/>
          </a:xfrm>
          <a:prstGeom prst="rect">
            <a:avLst/>
          </a:prstGeom>
          <a:noFill/>
          <a:ln/>
        </p:spPr>
        <p:txBody>
          <a:bodyPr wrap="square" rtlCol="0" anchor="t"/>
          <a:lstStyle/>
          <a:p>
            <a:pPr indent="0" marL="0">
              <a:lnSpc>
                <a:spcPct val="90000"/>
              </a:lnSpc>
              <a:buNone/>
            </a:pPr>
            <a:r>
              <a:rPr lang="en-US" sz="6000" spc="-150" kern="0" dirty="0">
                <a:solidFill>
                  <a:srgbClr val="709162"/>
                </a:solidFill>
                <a:latin typeface="Manrope" pitchFamily="34" charset="0"/>
                <a:ea typeface="Manrope" pitchFamily="34" charset="-122"/>
                <a:cs typeface="Manrope" pitchFamily="34" charset="-120"/>
              </a:rPr>
              <a:t>5</a:t>
            </a:r>
            <a:endParaRPr lang="en-US" sz="6000" dirty="0"/>
          </a:p>
        </p:txBody>
      </p:sp>
      <p:sp>
        <p:nvSpPr>
          <p:cNvPr id="69" name="Text 67"/>
          <p:cNvSpPr/>
          <p:nvPr/>
        </p:nvSpPr>
        <p:spPr>
          <a:xfrm>
            <a:off x="1024128" y="5755234"/>
            <a:ext cx="1783080" cy="457200"/>
          </a:xfrm>
          <a:prstGeom prst="rect">
            <a:avLst/>
          </a:prstGeom>
          <a:noFill/>
          <a:ln/>
        </p:spPr>
        <p:txBody>
          <a:bodyPr wrap="square" rtlCol="0" anchor="t"/>
          <a:lstStyle/>
          <a:p>
            <a:pPr indent="0" marL="0">
              <a:lnSpc>
                <a:spcPct val="110000"/>
              </a:lnSpc>
              <a:spcAft>
                <a:spcPts val="600"/>
              </a:spcAft>
              <a:buNone/>
            </a:pPr>
            <a:r>
              <a:rPr lang="en-US" sz="1200" dirty="0">
                <a:solidFill>
                  <a:srgbClr val="FFFFFF"/>
                </a:solidFill>
                <a:latin typeface="Manrope" pitchFamily="34" charset="0"/>
                <a:ea typeface="Manrope" pitchFamily="34" charset="-122"/>
                <a:cs typeface="Manrope" pitchFamily="34" charset="-120"/>
              </a:rPr>
              <a:t>steps in OpenAI’s tool-calling flow</a:t>
            </a:r>
            <a:endParaRPr lang="en-US" sz="1200" dirty="0"/>
          </a:p>
        </p:txBody>
      </p:sp>
      <p:sp>
        <p:nvSpPr>
          <p:cNvPr id="71" name="Text 69"/>
          <p:cNvSpPr/>
          <p:nvPr/>
        </p:nvSpPr>
        <p:spPr>
          <a:xfrm>
            <a:off x="2926080" y="4969764"/>
            <a:ext cx="1755648" cy="780898"/>
          </a:xfrm>
          <a:prstGeom prst="rect">
            <a:avLst/>
          </a:prstGeom>
          <a:noFill/>
          <a:ln/>
        </p:spPr>
        <p:txBody>
          <a:bodyPr wrap="square" rtlCol="0" anchor="t"/>
          <a:lstStyle/>
          <a:p>
            <a:pPr indent="0" marL="0">
              <a:lnSpc>
                <a:spcPct val="90000"/>
              </a:lnSpc>
              <a:buNone/>
            </a:pPr>
            <a:r>
              <a:rPr lang="en-US" sz="6000" spc="-150" kern="0" dirty="0">
                <a:solidFill>
                  <a:srgbClr val="709162"/>
                </a:solidFill>
                <a:latin typeface="Manrope" pitchFamily="34" charset="0"/>
                <a:ea typeface="Manrope" pitchFamily="34" charset="-122"/>
                <a:cs typeface="Manrope" pitchFamily="34" charset="-120"/>
              </a:rPr>
              <a:t>&lt;20</a:t>
            </a:r>
            <a:endParaRPr lang="en-US" sz="6000" dirty="0"/>
          </a:p>
        </p:txBody>
      </p:sp>
      <p:sp>
        <p:nvSpPr>
          <p:cNvPr id="72" name="Text 70"/>
          <p:cNvSpPr/>
          <p:nvPr/>
        </p:nvSpPr>
        <p:spPr>
          <a:xfrm>
            <a:off x="2949854" y="5755234"/>
            <a:ext cx="1920240" cy="457200"/>
          </a:xfrm>
          <a:prstGeom prst="rect">
            <a:avLst/>
          </a:prstGeom>
          <a:noFill/>
          <a:ln/>
        </p:spPr>
        <p:txBody>
          <a:bodyPr wrap="square" rtlCol="0" anchor="t"/>
          <a:lstStyle/>
          <a:p>
            <a:pPr indent="0" marL="0">
              <a:lnSpc>
                <a:spcPct val="110000"/>
              </a:lnSpc>
              <a:spcAft>
                <a:spcPts val="600"/>
              </a:spcAft>
              <a:buNone/>
            </a:pPr>
            <a:r>
              <a:rPr lang="en-US" sz="1200" dirty="0">
                <a:solidFill>
                  <a:srgbClr val="FFFFFF"/>
                </a:solidFill>
                <a:latin typeface="Manrope" pitchFamily="34" charset="0"/>
                <a:ea typeface="Manrope" pitchFamily="34" charset="-122"/>
                <a:cs typeface="Manrope" pitchFamily="34" charset="-120"/>
              </a:rPr>
              <a:t>functions available at once (OpenAI)</a:t>
            </a:r>
            <a:endParaRPr lang="en-US" sz="1200" dirty="0"/>
          </a:p>
        </p:txBody>
      </p:sp>
      <p:sp>
        <p:nvSpPr>
          <p:cNvPr id="74" name="Text 72"/>
          <p:cNvSpPr/>
          <p:nvPr/>
        </p:nvSpPr>
        <p:spPr>
          <a:xfrm>
            <a:off x="5212994" y="4969764"/>
            <a:ext cx="2006194" cy="780898"/>
          </a:xfrm>
          <a:prstGeom prst="rect">
            <a:avLst/>
          </a:prstGeom>
          <a:noFill/>
          <a:ln/>
        </p:spPr>
        <p:txBody>
          <a:bodyPr wrap="square" rtlCol="0" anchor="t"/>
          <a:lstStyle/>
          <a:p>
            <a:pPr indent="0" marL="0">
              <a:lnSpc>
                <a:spcPct val="90000"/>
              </a:lnSpc>
              <a:buNone/>
            </a:pPr>
            <a:r>
              <a:rPr lang="en-US" sz="6000" spc="-150" kern="0" dirty="0">
                <a:solidFill>
                  <a:srgbClr val="709162"/>
                </a:solidFill>
                <a:latin typeface="Manrope" pitchFamily="34" charset="0"/>
                <a:ea typeface="Manrope" pitchFamily="34" charset="-122"/>
                <a:cs typeface="Manrope" pitchFamily="34" charset="-120"/>
              </a:rPr>
              <a:t>3</a:t>
            </a:r>
            <a:endParaRPr lang="en-US" sz="6000" dirty="0"/>
          </a:p>
        </p:txBody>
      </p:sp>
      <p:sp>
        <p:nvSpPr>
          <p:cNvPr id="75" name="Text 73"/>
          <p:cNvSpPr/>
          <p:nvPr/>
        </p:nvSpPr>
        <p:spPr>
          <a:xfrm>
            <a:off x="5236769" y="5755234"/>
            <a:ext cx="1828800" cy="457200"/>
          </a:xfrm>
          <a:prstGeom prst="rect">
            <a:avLst/>
          </a:prstGeom>
          <a:noFill/>
          <a:ln/>
        </p:spPr>
        <p:txBody>
          <a:bodyPr wrap="square" rtlCol="0" anchor="t"/>
          <a:lstStyle/>
          <a:p>
            <a:pPr indent="0" marL="0">
              <a:lnSpc>
                <a:spcPct val="110000"/>
              </a:lnSpc>
              <a:spcAft>
                <a:spcPts val="600"/>
              </a:spcAft>
              <a:buNone/>
            </a:pPr>
            <a:r>
              <a:rPr lang="en-US" sz="1200" dirty="0">
                <a:solidFill>
                  <a:srgbClr val="FFFFFF"/>
                </a:solidFill>
                <a:latin typeface="Manrope" pitchFamily="34" charset="0"/>
                <a:ea typeface="Manrope" pitchFamily="34" charset="-122"/>
                <a:cs typeface="Manrope" pitchFamily="34" charset="-120"/>
              </a:rPr>
              <a:t>tools in the first raw-loop project</a:t>
            </a:r>
            <a:endParaRPr lang="en-US" sz="1200" dirty="0"/>
          </a:p>
        </p:txBody>
      </p:sp>
      <p:sp>
        <p:nvSpPr>
          <p:cNvPr id="78" name="Shape 76"/>
          <p:cNvSpPr/>
          <p:nvPr/>
        </p:nvSpPr>
        <p:spPr>
          <a:xfrm>
            <a:off x="7947965" y="5438851"/>
            <a:ext cx="446227" cy="446227"/>
          </a:xfrm>
          <a:prstGeom prst="ellipse">
            <a:avLst/>
          </a:prstGeom>
          <a:ln w="15875">
            <a:solidFill>
              <a:srgbClr val="9FEF9C"/>
            </a:solidFill>
            <a:prstDash val="solid"/>
          </a:ln>
        </p:spPr>
      </p:sp>
      <p:sp>
        <p:nvSpPr>
          <p:cNvPr id="79" name="Shape 77"/>
          <p:cNvSpPr/>
          <p:nvPr/>
        </p:nvSpPr>
        <p:spPr>
          <a:xfrm>
            <a:off x="8095220" y="5586106"/>
            <a:ext cx="151717" cy="151717"/>
          </a:xfrm>
          <a:prstGeom prst="ellipse">
            <a:avLst/>
          </a:prstGeom>
          <a:solidFill>
            <a:srgbClr val="9FEF9C"/>
          </a:solidFill>
          <a:ln/>
        </p:spPr>
      </p:sp>
      <p:sp>
        <p:nvSpPr>
          <p:cNvPr id="2001" name="g1 text 2001"/>
          <p:cNvSpPr txBox="1"/>
          <p:nvPr/>
        </p:nvSpPr>
        <p:spPr>
          <a:xfrm>
            <a:off x="1097280" y="2852928"/>
            <a:ext cx="5760720" cy="320040"/>
          </a:xfrm>
          <a:prstGeom prst="rect">
            <a:avLst/>
          </a:prstGeom>
          <a:noFill/>
        </p:spPr>
        <p:txBody>
          <a:bodyPr wrap="square" lIns="0" tIns="0" rIns="0" bIns="0" anchor="t">
            <a:noAutofit/>
          </a:bodyPr>
          <a:lstStyle/>
          <a:p>
            <a:pPr algn="l">
              <a:lnSpc>
                <a:spcPct val="100000"/>
              </a:lnSpc>
              <a:buNone/>
            </a:pPr>
            <a:r>
              <a:rPr lang="en-US" sz="1300" b="1" dirty="0">
                <a:solidFill>
                  <a:srgbClr val="D5E6CD"/>
                </a:solidFill>
                <a:latin typeface="Manrope"/>
                <a:ea typeface="Manrope"/>
                <a:cs typeface="Manrope"/>
              </a:rPr>
              <a:t>The 5-step tool loop between your app and the model</a:t>
            </a:r>
          </a:p>
        </p:txBody>
      </p:sp>
      <p:sp>
        <p:nvSpPr>
          <p:cNvPr id="2015" name="g1 shape 2001"/>
          <p:cNvSpPr/>
          <p:nvPr/>
        </p:nvSpPr>
        <p:spPr>
          <a:xfrm>
            <a:off x="1014984" y="3310128"/>
            <a:ext cx="1051560" cy="777240"/>
          </a:xfrm>
          <a:prstGeom prst="roundRect">
            <a:avLst/>
          </a:prstGeom>
          <a:solidFill>
            <a:srgbClr val="3A3A3A"/>
          </a:solidFill>
          <a:ln>
            <a:noFill/>
          </a:ln>
        </p:spPr>
        <p:txBody>
          <a:bodyPr wrap="none" lIns="0" tIns="0" rIns="0" bIns="0" anchor="ctr">
            <a:noAutofit/>
          </a:bodyPr>
          <a:lstStyle/>
          <a:p>
            <a:pPr algn="ctr">
              <a:buNone/>
            </a:pPr>
            <a:r>
              <a:rPr lang="en-US" sz="1300" b="1" dirty="0">
                <a:solidFill>
                  <a:srgbClr val="FFFFFF"/>
                </a:solidFill>
                <a:latin typeface="Manrope"/>
                <a:ea typeface="Manrope"/>
                <a:cs typeface="Manrope"/>
              </a:rPr>
              <a:t>Request</a:t>
            </a:r>
          </a:p>
        </p:txBody>
      </p:sp>
      <p:sp>
        <p:nvSpPr>
          <p:cNvPr id="2002" name="g1 text 2002"/>
          <p:cNvSpPr txBox="1"/>
          <p:nvPr/>
        </p:nvSpPr>
        <p:spPr>
          <a:xfrm>
            <a:off x="1014984" y="4151376"/>
            <a:ext cx="1051560" cy="274320"/>
          </a:xfrm>
          <a:prstGeom prst="rect">
            <a:avLst/>
          </a:prstGeom>
          <a:noFill/>
        </p:spPr>
        <p:txBody>
          <a:bodyPr wrap="square" lIns="0" tIns="0" rIns="0" bIns="0" anchor="t">
            <a:noAutofit/>
          </a:bodyPr>
          <a:lstStyle/>
          <a:p>
            <a:pPr algn="ctr">
              <a:lnSpc>
                <a:spcPct val="100000"/>
              </a:lnSpc>
              <a:buNone/>
            </a:pPr>
            <a:r>
              <a:rPr lang="en-US" sz="1200" b="0" dirty="0">
                <a:solidFill>
                  <a:srgbClr val="D5E6CD"/>
                </a:solidFill>
                <a:latin typeface="Manrope"/>
                <a:ea typeface="Manrope"/>
                <a:cs typeface="Manrope"/>
              </a:rPr>
              <a:t>App</a:t>
            </a:r>
          </a:p>
        </p:txBody>
      </p:sp>
      <p:sp>
        <p:nvSpPr>
          <p:cNvPr id="2003" name="g1 shape 2003"/>
          <p:cNvSpPr/>
          <p:nvPr/>
        </p:nvSpPr>
        <p:spPr>
          <a:xfrm>
            <a:off x="2089404" y="3611880"/>
            <a:ext cx="109728" cy="182880"/>
          </a:xfrm>
          <a:prstGeom prst="rightArrow">
            <a:avLst/>
          </a:prstGeom>
          <a:solidFill>
            <a:srgbClr val="D5E6CD"/>
          </a:solidFill>
          <a:ln>
            <a:noFill/>
          </a:ln>
        </p:spPr>
      </p:sp>
      <p:sp>
        <p:nvSpPr>
          <p:cNvPr id="2004" name="g1 shape 2004"/>
          <p:cNvSpPr/>
          <p:nvPr/>
        </p:nvSpPr>
        <p:spPr>
          <a:xfrm>
            <a:off x="2221992" y="3310128"/>
            <a:ext cx="1051560" cy="777240"/>
          </a:xfrm>
          <a:prstGeom prst="roundRect">
            <a:avLst/>
          </a:prstGeom>
          <a:solidFill>
            <a:srgbClr val="FCFF9B"/>
          </a:solidFill>
          <a:ln>
            <a:noFill/>
          </a:ln>
        </p:spPr>
        <p:txBody>
          <a:bodyPr wrap="none" lIns="0" tIns="0" rIns="0" bIns="0" anchor="ctr">
            <a:noAutofit/>
          </a:bodyPr>
          <a:lstStyle/>
          <a:p>
            <a:pPr algn="ctr">
              <a:buNone/>
            </a:pPr>
            <a:r>
              <a:rPr lang="en-US" sz="1300" b="1" dirty="0">
                <a:solidFill>
                  <a:srgbClr val="12352B"/>
                </a:solidFill>
                <a:latin typeface="Manrope"/>
                <a:ea typeface="Manrope"/>
                <a:cs typeface="Manrope"/>
              </a:rPr>
              <a:t>Tool call</a:t>
            </a:r>
          </a:p>
        </p:txBody>
      </p:sp>
      <p:sp>
        <p:nvSpPr>
          <p:cNvPr id="2005" name="g1 text 2005"/>
          <p:cNvSpPr txBox="1"/>
          <p:nvPr/>
        </p:nvSpPr>
        <p:spPr>
          <a:xfrm>
            <a:off x="2221992" y="4151376"/>
            <a:ext cx="1051560" cy="274320"/>
          </a:xfrm>
          <a:prstGeom prst="rect">
            <a:avLst/>
          </a:prstGeom>
          <a:noFill/>
        </p:spPr>
        <p:txBody>
          <a:bodyPr wrap="square" lIns="0" tIns="0" rIns="0" bIns="0" anchor="t">
            <a:noAutofit/>
          </a:bodyPr>
          <a:lstStyle/>
          <a:p>
            <a:pPr algn="ctr">
              <a:lnSpc>
                <a:spcPct val="100000"/>
              </a:lnSpc>
              <a:buNone/>
            </a:pPr>
            <a:r>
              <a:rPr lang="en-US" sz="1200" b="0" dirty="0">
                <a:solidFill>
                  <a:srgbClr val="D5E6CD"/>
                </a:solidFill>
                <a:latin typeface="Manrope"/>
                <a:ea typeface="Manrope"/>
                <a:cs typeface="Manrope"/>
              </a:rPr>
              <a:t>Model</a:t>
            </a:r>
          </a:p>
        </p:txBody>
      </p:sp>
      <p:sp>
        <p:nvSpPr>
          <p:cNvPr id="2006" name="g1 shape 2006"/>
          <p:cNvSpPr/>
          <p:nvPr/>
        </p:nvSpPr>
        <p:spPr>
          <a:xfrm>
            <a:off x="3296412" y="3611880"/>
            <a:ext cx="109728" cy="182880"/>
          </a:xfrm>
          <a:prstGeom prst="rightArrow">
            <a:avLst/>
          </a:prstGeom>
          <a:solidFill>
            <a:srgbClr val="D5E6CD"/>
          </a:solidFill>
          <a:ln>
            <a:noFill/>
          </a:ln>
        </p:spPr>
      </p:sp>
      <p:sp>
        <p:nvSpPr>
          <p:cNvPr id="2007" name="g1 shape 2007"/>
          <p:cNvSpPr/>
          <p:nvPr/>
        </p:nvSpPr>
        <p:spPr>
          <a:xfrm>
            <a:off x="3429000" y="3310128"/>
            <a:ext cx="1051560" cy="777240"/>
          </a:xfrm>
          <a:prstGeom prst="roundRect">
            <a:avLst/>
          </a:prstGeom>
          <a:solidFill>
            <a:srgbClr val="3A3A3A"/>
          </a:solidFill>
          <a:ln>
            <a:noFill/>
          </a:ln>
        </p:spPr>
        <p:txBody>
          <a:bodyPr wrap="none" lIns="0" tIns="0" rIns="0" bIns="0" anchor="ctr">
            <a:noAutofit/>
          </a:bodyPr>
          <a:lstStyle/>
          <a:p>
            <a:pPr algn="ctr">
              <a:buNone/>
            </a:pPr>
            <a:r>
              <a:rPr lang="en-US" sz="1300" b="1" dirty="0">
                <a:solidFill>
                  <a:srgbClr val="FFFFFF"/>
                </a:solidFill>
                <a:latin typeface="Manrope"/>
                <a:ea typeface="Manrope"/>
                <a:cs typeface="Manrope"/>
              </a:rPr>
              <a:t>Execute</a:t>
            </a:r>
          </a:p>
        </p:txBody>
      </p:sp>
      <p:sp>
        <p:nvSpPr>
          <p:cNvPr id="2008" name="g1 text 2008"/>
          <p:cNvSpPr txBox="1"/>
          <p:nvPr/>
        </p:nvSpPr>
        <p:spPr>
          <a:xfrm>
            <a:off x="3429000" y="4151376"/>
            <a:ext cx="1051560" cy="274320"/>
          </a:xfrm>
          <a:prstGeom prst="rect">
            <a:avLst/>
          </a:prstGeom>
          <a:noFill/>
        </p:spPr>
        <p:txBody>
          <a:bodyPr wrap="square" lIns="0" tIns="0" rIns="0" bIns="0" anchor="t">
            <a:noAutofit/>
          </a:bodyPr>
          <a:lstStyle/>
          <a:p>
            <a:pPr algn="ctr">
              <a:lnSpc>
                <a:spcPct val="100000"/>
              </a:lnSpc>
              <a:buNone/>
            </a:pPr>
            <a:r>
              <a:rPr lang="en-US" sz="1200" b="0" dirty="0">
                <a:solidFill>
                  <a:srgbClr val="D5E6CD"/>
                </a:solidFill>
                <a:latin typeface="Manrope"/>
                <a:ea typeface="Manrope"/>
                <a:cs typeface="Manrope"/>
              </a:rPr>
              <a:t>App</a:t>
            </a:r>
          </a:p>
        </p:txBody>
      </p:sp>
      <p:sp>
        <p:nvSpPr>
          <p:cNvPr id="2009" name="g1 shape 2009"/>
          <p:cNvSpPr/>
          <p:nvPr/>
        </p:nvSpPr>
        <p:spPr>
          <a:xfrm>
            <a:off x="4503420" y="3611880"/>
            <a:ext cx="109728" cy="182880"/>
          </a:xfrm>
          <a:prstGeom prst="rightArrow">
            <a:avLst/>
          </a:prstGeom>
          <a:solidFill>
            <a:srgbClr val="D5E6CD"/>
          </a:solidFill>
          <a:ln>
            <a:noFill/>
          </a:ln>
        </p:spPr>
      </p:sp>
      <p:sp>
        <p:nvSpPr>
          <p:cNvPr id="2010" name="g1 shape 2010"/>
          <p:cNvSpPr/>
          <p:nvPr/>
        </p:nvSpPr>
        <p:spPr>
          <a:xfrm>
            <a:off x="4636008" y="3310128"/>
            <a:ext cx="1051560" cy="777240"/>
          </a:xfrm>
          <a:prstGeom prst="roundRect">
            <a:avLst/>
          </a:prstGeom>
          <a:solidFill>
            <a:srgbClr val="3A3A3A"/>
          </a:solidFill>
          <a:ln>
            <a:noFill/>
          </a:ln>
        </p:spPr>
        <p:txBody>
          <a:bodyPr wrap="none" lIns="0" tIns="0" rIns="0" bIns="0" anchor="ctr">
            <a:noAutofit/>
          </a:bodyPr>
          <a:lstStyle/>
          <a:p>
            <a:pPr algn="ctr">
              <a:buNone/>
            </a:pPr>
            <a:r>
              <a:rPr lang="en-US" sz="1300" b="1" dirty="0">
                <a:solidFill>
                  <a:srgbClr val="FFFFFF"/>
                </a:solidFill>
                <a:latin typeface="Manrope"/>
                <a:ea typeface="Manrope"/>
                <a:cs typeface="Manrope"/>
              </a:rPr>
              <a:t>Return</a:t>
            </a:r>
          </a:p>
          <a:p>
            <a:pPr algn="ctr">
              <a:buNone/>
            </a:pPr>
            <a:r>
              <a:rPr lang="en-US" sz="1300" b="1" dirty="0">
                <a:solidFill>
                  <a:srgbClr val="FFFFFF"/>
                </a:solidFill>
                <a:latin typeface="Manrope"/>
                <a:ea typeface="Manrope"/>
                <a:cs typeface="Manrope"/>
              </a:rPr>
              <a:t>output</a:t>
            </a:r>
          </a:p>
        </p:txBody>
      </p:sp>
      <p:sp>
        <p:nvSpPr>
          <p:cNvPr id="2011" name="g1 text 2011"/>
          <p:cNvSpPr txBox="1"/>
          <p:nvPr/>
        </p:nvSpPr>
        <p:spPr>
          <a:xfrm>
            <a:off x="4636008" y="4151376"/>
            <a:ext cx="1051560" cy="274320"/>
          </a:xfrm>
          <a:prstGeom prst="rect">
            <a:avLst/>
          </a:prstGeom>
          <a:noFill/>
        </p:spPr>
        <p:txBody>
          <a:bodyPr wrap="square" lIns="0" tIns="0" rIns="0" bIns="0" anchor="t">
            <a:noAutofit/>
          </a:bodyPr>
          <a:lstStyle/>
          <a:p>
            <a:pPr algn="ctr">
              <a:lnSpc>
                <a:spcPct val="100000"/>
              </a:lnSpc>
              <a:buNone/>
            </a:pPr>
            <a:r>
              <a:rPr lang="en-US" sz="1200" b="0" dirty="0">
                <a:solidFill>
                  <a:srgbClr val="D5E6CD"/>
                </a:solidFill>
                <a:latin typeface="Manrope"/>
                <a:ea typeface="Manrope"/>
                <a:cs typeface="Manrope"/>
              </a:rPr>
              <a:t>App</a:t>
            </a:r>
          </a:p>
        </p:txBody>
      </p:sp>
      <p:sp>
        <p:nvSpPr>
          <p:cNvPr id="2012" name="g1 shape 2012"/>
          <p:cNvSpPr/>
          <p:nvPr/>
        </p:nvSpPr>
        <p:spPr>
          <a:xfrm>
            <a:off x="5710428" y="3611880"/>
            <a:ext cx="109728" cy="182880"/>
          </a:xfrm>
          <a:prstGeom prst="rightArrow">
            <a:avLst/>
          </a:prstGeom>
          <a:solidFill>
            <a:srgbClr val="D5E6CD"/>
          </a:solidFill>
          <a:ln>
            <a:noFill/>
          </a:ln>
        </p:spPr>
      </p:sp>
      <p:sp>
        <p:nvSpPr>
          <p:cNvPr id="2013" name="g1 shape 2013"/>
          <p:cNvSpPr/>
          <p:nvPr/>
        </p:nvSpPr>
        <p:spPr>
          <a:xfrm>
            <a:off x="5843016" y="3310128"/>
            <a:ext cx="1051560" cy="777240"/>
          </a:xfrm>
          <a:prstGeom prst="roundRect">
            <a:avLst/>
          </a:prstGeom>
          <a:solidFill>
            <a:srgbClr val="FCFF9B"/>
          </a:solidFill>
          <a:ln>
            <a:noFill/>
          </a:ln>
        </p:spPr>
        <p:txBody>
          <a:bodyPr wrap="none" lIns="0" tIns="0" rIns="0" bIns="0" anchor="ctr">
            <a:noAutofit/>
          </a:bodyPr>
          <a:lstStyle/>
          <a:p>
            <a:pPr algn="ctr">
              <a:buNone/>
            </a:pPr>
            <a:r>
              <a:rPr lang="en-US" sz="1300" b="1" dirty="0">
                <a:solidFill>
                  <a:srgbClr val="12352B"/>
                </a:solidFill>
                <a:latin typeface="Manrope"/>
                <a:ea typeface="Manrope"/>
                <a:cs typeface="Manrope"/>
              </a:rPr>
              <a:t>Final</a:t>
            </a:r>
          </a:p>
          <a:p>
            <a:pPr algn="ctr">
              <a:buNone/>
            </a:pPr>
            <a:r>
              <a:rPr lang="en-US" sz="1300" b="1" dirty="0">
                <a:solidFill>
                  <a:srgbClr val="12352B"/>
                </a:solidFill>
                <a:latin typeface="Manrope"/>
                <a:ea typeface="Manrope"/>
                <a:cs typeface="Manrope"/>
              </a:rPr>
              <a:t>answer</a:t>
            </a:r>
          </a:p>
        </p:txBody>
      </p:sp>
      <p:sp>
        <p:nvSpPr>
          <p:cNvPr id="2014" name="g1 text 2014"/>
          <p:cNvSpPr txBox="1"/>
          <p:nvPr/>
        </p:nvSpPr>
        <p:spPr>
          <a:xfrm>
            <a:off x="5843016" y="4151376"/>
            <a:ext cx="1051560" cy="274320"/>
          </a:xfrm>
          <a:prstGeom prst="rect">
            <a:avLst/>
          </a:prstGeom>
          <a:noFill/>
        </p:spPr>
        <p:txBody>
          <a:bodyPr wrap="square" lIns="0" tIns="0" rIns="0" bIns="0" anchor="t">
            <a:noAutofit/>
          </a:bodyPr>
          <a:lstStyle/>
          <a:p>
            <a:pPr algn="ctr">
              <a:lnSpc>
                <a:spcPct val="100000"/>
              </a:lnSpc>
              <a:buNone/>
            </a:pPr>
            <a:r>
              <a:rPr lang="en-US" sz="1200" b="0" dirty="0">
                <a:solidFill>
                  <a:srgbClr val="D5E6CD"/>
                </a:solidFill>
                <a:latin typeface="Manrope"/>
                <a:ea typeface="Manrope"/>
                <a:cs typeface="Manrope"/>
              </a:rPr>
              <a:t>Model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D1D1D"/>
        </a:solidFill>
      </p:bgPr>
    </p:bg>
    <p:spTree>
      <p:nvGrpSpPr>
        <p:cNvPr id="1" name=""/>
        <p:cNvGrpSpPr/>
        <p:nvPr/>
      </p:nvGrpSpPr>
      <p:grpSpPr>
        <a:xfrm>
          <a:off x="0" y="0"/>
          <a:ext cx="0" cy="0"/>
          <a:chOff x="0" y="0"/>
          <a:chExt cx="0" cy="0"/>
        </a:xfrm>
      </p:grpSpPr>
      <p:sp>
        <p:nvSpPr>
          <p:cNvPr id="2" name="Shape 0"/>
          <p:cNvSpPr/>
          <p:nvPr/>
        </p:nvSpPr>
        <p:spPr>
          <a:xfrm>
            <a:off x="0" y="0"/>
            <a:ext cx="5729630" cy="6858000"/>
          </a:xfrm>
          <a:prstGeom prst="rect">
            <a:avLst/>
          </a:prstGeom>
          <a:solidFill>
            <a:srgbClr val="0C4441"/>
          </a:solidFill>
          <a:ln/>
        </p:spPr>
      </p:sp>
      <p:sp>
        <p:nvSpPr>
          <p:cNvPr id="3" name="Shape 1"/>
          <p:cNvSpPr/>
          <p:nvPr/>
        </p:nvSpPr>
        <p:spPr>
          <a:xfrm>
            <a:off x="626364" y="-74066"/>
            <a:ext cx="803758" cy="753809"/>
          </a:xfrm>
          <a:prstGeom prst="rect">
            <a:avLst/>
          </a:prstGeom>
          <a:solidFill>
            <a:srgbClr val="F8FE05">
              <a:alpha val="8250"/>
            </a:srgbClr>
          </a:solidFill>
          <a:ln/>
        </p:spPr>
      </p:sp>
      <p:sp>
        <p:nvSpPr>
          <p:cNvPr id="4" name="Shape 2"/>
          <p:cNvSpPr/>
          <p:nvPr/>
        </p:nvSpPr>
        <p:spPr>
          <a:xfrm>
            <a:off x="626364" y="670598"/>
            <a:ext cx="803758" cy="753809"/>
          </a:xfrm>
          <a:prstGeom prst="rect">
            <a:avLst/>
          </a:prstGeom>
          <a:solidFill>
            <a:srgbClr val="F8FE05">
              <a:alpha val="7219"/>
            </a:srgbClr>
          </a:solidFill>
          <a:ln/>
        </p:spPr>
      </p:sp>
      <p:sp>
        <p:nvSpPr>
          <p:cNvPr id="5" name="Shape 3"/>
          <p:cNvSpPr/>
          <p:nvPr/>
        </p:nvSpPr>
        <p:spPr>
          <a:xfrm>
            <a:off x="626364" y="1415263"/>
            <a:ext cx="803758" cy="753809"/>
          </a:xfrm>
          <a:prstGeom prst="rect">
            <a:avLst/>
          </a:prstGeom>
          <a:solidFill>
            <a:srgbClr val="F8FE05">
              <a:alpha val="6188"/>
            </a:srgbClr>
          </a:solidFill>
          <a:ln/>
        </p:spPr>
      </p:sp>
      <p:sp>
        <p:nvSpPr>
          <p:cNvPr id="6" name="Shape 4"/>
          <p:cNvSpPr/>
          <p:nvPr/>
        </p:nvSpPr>
        <p:spPr>
          <a:xfrm>
            <a:off x="626364" y="2159927"/>
            <a:ext cx="803758" cy="753809"/>
          </a:xfrm>
          <a:prstGeom prst="rect">
            <a:avLst/>
          </a:prstGeom>
          <a:solidFill>
            <a:srgbClr val="F8FE05">
              <a:alpha val="5156"/>
            </a:srgbClr>
          </a:solidFill>
          <a:ln/>
        </p:spPr>
      </p:sp>
      <p:sp>
        <p:nvSpPr>
          <p:cNvPr id="7" name="Shape 5"/>
          <p:cNvSpPr/>
          <p:nvPr/>
        </p:nvSpPr>
        <p:spPr>
          <a:xfrm>
            <a:off x="626364" y="2904592"/>
            <a:ext cx="803758" cy="753809"/>
          </a:xfrm>
          <a:prstGeom prst="rect">
            <a:avLst/>
          </a:prstGeom>
          <a:solidFill>
            <a:srgbClr val="F8FE05">
              <a:alpha val="4125"/>
            </a:srgbClr>
          </a:solidFill>
          <a:ln/>
        </p:spPr>
      </p:sp>
      <p:sp>
        <p:nvSpPr>
          <p:cNvPr id="8" name="Shape 6"/>
          <p:cNvSpPr/>
          <p:nvPr/>
        </p:nvSpPr>
        <p:spPr>
          <a:xfrm>
            <a:off x="626364" y="3649256"/>
            <a:ext cx="803758" cy="753809"/>
          </a:xfrm>
          <a:prstGeom prst="rect">
            <a:avLst/>
          </a:prstGeom>
          <a:solidFill>
            <a:srgbClr val="F8FE05">
              <a:alpha val="3094"/>
            </a:srgbClr>
          </a:solidFill>
          <a:ln/>
        </p:spPr>
      </p:sp>
      <p:sp>
        <p:nvSpPr>
          <p:cNvPr id="9" name="Shape 7"/>
          <p:cNvSpPr/>
          <p:nvPr/>
        </p:nvSpPr>
        <p:spPr>
          <a:xfrm>
            <a:off x="626364" y="4393921"/>
            <a:ext cx="803758" cy="753809"/>
          </a:xfrm>
          <a:prstGeom prst="rect">
            <a:avLst/>
          </a:prstGeom>
          <a:solidFill>
            <a:srgbClr val="F8FE05">
              <a:alpha val="2063"/>
            </a:srgbClr>
          </a:solidFill>
          <a:ln/>
        </p:spPr>
      </p:sp>
      <p:sp>
        <p:nvSpPr>
          <p:cNvPr id="10" name="Shape 8"/>
          <p:cNvSpPr/>
          <p:nvPr/>
        </p:nvSpPr>
        <p:spPr>
          <a:xfrm>
            <a:off x="626364" y="5138585"/>
            <a:ext cx="803758" cy="753809"/>
          </a:xfrm>
          <a:prstGeom prst="rect">
            <a:avLst/>
          </a:prstGeom>
          <a:solidFill>
            <a:srgbClr val="F8FE05">
              <a:alpha val="1031"/>
            </a:srgbClr>
          </a:solidFill>
          <a:ln/>
        </p:spPr>
      </p:sp>
      <p:sp>
        <p:nvSpPr>
          <p:cNvPr id="11" name="Shape 9"/>
          <p:cNvSpPr/>
          <p:nvPr/>
        </p:nvSpPr>
        <p:spPr>
          <a:xfrm>
            <a:off x="1997050" y="-74066"/>
            <a:ext cx="803758" cy="427825"/>
          </a:xfrm>
          <a:prstGeom prst="rect">
            <a:avLst/>
          </a:prstGeom>
          <a:solidFill>
            <a:srgbClr val="F8FE05">
              <a:alpha val="3850"/>
            </a:srgbClr>
          </a:solidFill>
          <a:ln/>
        </p:spPr>
      </p:sp>
      <p:sp>
        <p:nvSpPr>
          <p:cNvPr id="12" name="Shape 10"/>
          <p:cNvSpPr/>
          <p:nvPr/>
        </p:nvSpPr>
        <p:spPr>
          <a:xfrm>
            <a:off x="1997050" y="344614"/>
            <a:ext cx="803758" cy="427825"/>
          </a:xfrm>
          <a:prstGeom prst="rect">
            <a:avLst/>
          </a:prstGeom>
          <a:solidFill>
            <a:srgbClr val="F8FE05">
              <a:alpha val="3369"/>
            </a:srgbClr>
          </a:solidFill>
          <a:ln/>
        </p:spPr>
      </p:sp>
      <p:sp>
        <p:nvSpPr>
          <p:cNvPr id="13" name="Shape 11"/>
          <p:cNvSpPr/>
          <p:nvPr/>
        </p:nvSpPr>
        <p:spPr>
          <a:xfrm>
            <a:off x="1997050" y="763295"/>
            <a:ext cx="803758" cy="427825"/>
          </a:xfrm>
          <a:prstGeom prst="rect">
            <a:avLst/>
          </a:prstGeom>
          <a:solidFill>
            <a:srgbClr val="F8FE05">
              <a:alpha val="2888"/>
            </a:srgbClr>
          </a:solidFill>
          <a:ln/>
        </p:spPr>
      </p:sp>
      <p:sp>
        <p:nvSpPr>
          <p:cNvPr id="14" name="Shape 12"/>
          <p:cNvSpPr/>
          <p:nvPr/>
        </p:nvSpPr>
        <p:spPr>
          <a:xfrm>
            <a:off x="1997050" y="1181976"/>
            <a:ext cx="803758" cy="427825"/>
          </a:xfrm>
          <a:prstGeom prst="rect">
            <a:avLst/>
          </a:prstGeom>
          <a:solidFill>
            <a:srgbClr val="F8FE05">
              <a:alpha val="2406"/>
            </a:srgbClr>
          </a:solidFill>
          <a:ln/>
        </p:spPr>
      </p:sp>
      <p:sp>
        <p:nvSpPr>
          <p:cNvPr id="15" name="Shape 13"/>
          <p:cNvSpPr/>
          <p:nvPr/>
        </p:nvSpPr>
        <p:spPr>
          <a:xfrm>
            <a:off x="1997050" y="1600657"/>
            <a:ext cx="803758" cy="427825"/>
          </a:xfrm>
          <a:prstGeom prst="rect">
            <a:avLst/>
          </a:prstGeom>
          <a:solidFill>
            <a:srgbClr val="F8FE05">
              <a:alpha val="1925"/>
            </a:srgbClr>
          </a:solidFill>
          <a:ln/>
        </p:spPr>
      </p:sp>
      <p:sp>
        <p:nvSpPr>
          <p:cNvPr id="16" name="Shape 14"/>
          <p:cNvSpPr/>
          <p:nvPr/>
        </p:nvSpPr>
        <p:spPr>
          <a:xfrm>
            <a:off x="1997050" y="2019338"/>
            <a:ext cx="803758" cy="427825"/>
          </a:xfrm>
          <a:prstGeom prst="rect">
            <a:avLst/>
          </a:prstGeom>
          <a:solidFill>
            <a:srgbClr val="F8FE05">
              <a:alpha val="1444"/>
            </a:srgbClr>
          </a:solidFill>
          <a:ln/>
        </p:spPr>
      </p:sp>
      <p:sp>
        <p:nvSpPr>
          <p:cNvPr id="17" name="Shape 15"/>
          <p:cNvSpPr/>
          <p:nvPr/>
        </p:nvSpPr>
        <p:spPr>
          <a:xfrm>
            <a:off x="1997050" y="2438019"/>
            <a:ext cx="803758" cy="427825"/>
          </a:xfrm>
          <a:prstGeom prst="rect">
            <a:avLst/>
          </a:prstGeom>
          <a:solidFill>
            <a:srgbClr val="F8FE05">
              <a:alpha val="963"/>
            </a:srgbClr>
          </a:solidFill>
          <a:ln/>
        </p:spPr>
      </p:sp>
      <p:sp>
        <p:nvSpPr>
          <p:cNvPr id="18" name="Shape 16"/>
          <p:cNvSpPr/>
          <p:nvPr/>
        </p:nvSpPr>
        <p:spPr>
          <a:xfrm>
            <a:off x="1997050" y="2856700"/>
            <a:ext cx="803758" cy="427825"/>
          </a:xfrm>
          <a:prstGeom prst="rect">
            <a:avLst/>
          </a:prstGeom>
          <a:solidFill>
            <a:srgbClr val="F8FE05">
              <a:alpha val="481"/>
            </a:srgbClr>
          </a:solidFill>
          <a:ln/>
        </p:spPr>
      </p:sp>
      <p:sp>
        <p:nvSpPr>
          <p:cNvPr id="19" name="Shape 17"/>
          <p:cNvSpPr/>
          <p:nvPr/>
        </p:nvSpPr>
        <p:spPr>
          <a:xfrm>
            <a:off x="1306678" y="-48463"/>
            <a:ext cx="803758" cy="572300"/>
          </a:xfrm>
          <a:prstGeom prst="rect">
            <a:avLst/>
          </a:prstGeom>
          <a:solidFill>
            <a:srgbClr val="F8FE05">
              <a:alpha val="5500"/>
            </a:srgbClr>
          </a:solidFill>
          <a:ln/>
        </p:spPr>
      </p:sp>
      <p:sp>
        <p:nvSpPr>
          <p:cNvPr id="20" name="Shape 18"/>
          <p:cNvSpPr/>
          <p:nvPr/>
        </p:nvSpPr>
        <p:spPr>
          <a:xfrm>
            <a:off x="1306678" y="514693"/>
            <a:ext cx="803758" cy="572300"/>
          </a:xfrm>
          <a:prstGeom prst="rect">
            <a:avLst/>
          </a:prstGeom>
          <a:solidFill>
            <a:srgbClr val="F8FE05">
              <a:alpha val="4813"/>
            </a:srgbClr>
          </a:solidFill>
          <a:ln/>
        </p:spPr>
      </p:sp>
      <p:sp>
        <p:nvSpPr>
          <p:cNvPr id="21" name="Shape 19"/>
          <p:cNvSpPr/>
          <p:nvPr/>
        </p:nvSpPr>
        <p:spPr>
          <a:xfrm>
            <a:off x="1306678" y="1077849"/>
            <a:ext cx="803758" cy="572300"/>
          </a:xfrm>
          <a:prstGeom prst="rect">
            <a:avLst/>
          </a:prstGeom>
          <a:solidFill>
            <a:srgbClr val="F8FE05">
              <a:alpha val="4125"/>
            </a:srgbClr>
          </a:solidFill>
          <a:ln/>
        </p:spPr>
      </p:sp>
      <p:sp>
        <p:nvSpPr>
          <p:cNvPr id="22" name="Shape 20"/>
          <p:cNvSpPr/>
          <p:nvPr/>
        </p:nvSpPr>
        <p:spPr>
          <a:xfrm>
            <a:off x="1306678" y="1641005"/>
            <a:ext cx="803758" cy="572300"/>
          </a:xfrm>
          <a:prstGeom prst="rect">
            <a:avLst/>
          </a:prstGeom>
          <a:solidFill>
            <a:srgbClr val="F8FE05">
              <a:alpha val="3438"/>
            </a:srgbClr>
          </a:solidFill>
          <a:ln/>
        </p:spPr>
      </p:sp>
      <p:sp>
        <p:nvSpPr>
          <p:cNvPr id="23" name="Shape 21"/>
          <p:cNvSpPr/>
          <p:nvPr/>
        </p:nvSpPr>
        <p:spPr>
          <a:xfrm>
            <a:off x="1306678" y="2204161"/>
            <a:ext cx="803758" cy="572300"/>
          </a:xfrm>
          <a:prstGeom prst="rect">
            <a:avLst/>
          </a:prstGeom>
          <a:solidFill>
            <a:srgbClr val="F8FE05">
              <a:alpha val="2750"/>
            </a:srgbClr>
          </a:solidFill>
          <a:ln/>
        </p:spPr>
      </p:sp>
      <p:sp>
        <p:nvSpPr>
          <p:cNvPr id="24" name="Shape 22"/>
          <p:cNvSpPr/>
          <p:nvPr/>
        </p:nvSpPr>
        <p:spPr>
          <a:xfrm>
            <a:off x="1306678" y="2767317"/>
            <a:ext cx="803758" cy="572300"/>
          </a:xfrm>
          <a:prstGeom prst="rect">
            <a:avLst/>
          </a:prstGeom>
          <a:solidFill>
            <a:srgbClr val="F8FE05">
              <a:alpha val="2063"/>
            </a:srgbClr>
          </a:solidFill>
          <a:ln/>
        </p:spPr>
      </p:sp>
      <p:sp>
        <p:nvSpPr>
          <p:cNvPr id="25" name="Shape 23"/>
          <p:cNvSpPr/>
          <p:nvPr/>
        </p:nvSpPr>
        <p:spPr>
          <a:xfrm>
            <a:off x="1306678" y="3330473"/>
            <a:ext cx="803758" cy="572300"/>
          </a:xfrm>
          <a:prstGeom prst="rect">
            <a:avLst/>
          </a:prstGeom>
          <a:solidFill>
            <a:srgbClr val="F8FE05">
              <a:alpha val="1375"/>
            </a:srgbClr>
          </a:solidFill>
          <a:ln/>
        </p:spPr>
      </p:sp>
      <p:sp>
        <p:nvSpPr>
          <p:cNvPr id="26" name="Shape 24"/>
          <p:cNvSpPr/>
          <p:nvPr/>
        </p:nvSpPr>
        <p:spPr>
          <a:xfrm>
            <a:off x="1306678" y="3893629"/>
            <a:ext cx="803758" cy="572300"/>
          </a:xfrm>
          <a:prstGeom prst="rect">
            <a:avLst/>
          </a:prstGeom>
          <a:solidFill>
            <a:srgbClr val="F8FE05">
              <a:alpha val="688"/>
            </a:srgbClr>
          </a:solidFill>
          <a:ln/>
        </p:spPr>
      </p:sp>
      <p:sp>
        <p:nvSpPr>
          <p:cNvPr id="27" name="Shape 25"/>
          <p:cNvSpPr/>
          <p:nvPr/>
        </p:nvSpPr>
        <p:spPr>
          <a:xfrm>
            <a:off x="-60350" y="-48463"/>
            <a:ext cx="803758" cy="526009"/>
          </a:xfrm>
          <a:prstGeom prst="rect">
            <a:avLst/>
          </a:prstGeom>
          <a:solidFill>
            <a:srgbClr val="F8FE05">
              <a:alpha val="5500"/>
            </a:srgbClr>
          </a:solidFill>
          <a:ln/>
        </p:spPr>
      </p:sp>
      <p:sp>
        <p:nvSpPr>
          <p:cNvPr id="28" name="Shape 26"/>
          <p:cNvSpPr/>
          <p:nvPr/>
        </p:nvSpPr>
        <p:spPr>
          <a:xfrm>
            <a:off x="-60350" y="468401"/>
            <a:ext cx="803758" cy="526009"/>
          </a:xfrm>
          <a:prstGeom prst="rect">
            <a:avLst/>
          </a:prstGeom>
          <a:solidFill>
            <a:srgbClr val="F8FE05">
              <a:alpha val="4813"/>
            </a:srgbClr>
          </a:solidFill>
          <a:ln/>
        </p:spPr>
      </p:sp>
      <p:sp>
        <p:nvSpPr>
          <p:cNvPr id="29" name="Shape 27"/>
          <p:cNvSpPr/>
          <p:nvPr/>
        </p:nvSpPr>
        <p:spPr>
          <a:xfrm>
            <a:off x="-60350" y="985266"/>
            <a:ext cx="803758" cy="526009"/>
          </a:xfrm>
          <a:prstGeom prst="rect">
            <a:avLst/>
          </a:prstGeom>
          <a:solidFill>
            <a:srgbClr val="F8FE05">
              <a:alpha val="4125"/>
            </a:srgbClr>
          </a:solidFill>
          <a:ln/>
        </p:spPr>
      </p:sp>
      <p:sp>
        <p:nvSpPr>
          <p:cNvPr id="30" name="Shape 28"/>
          <p:cNvSpPr/>
          <p:nvPr/>
        </p:nvSpPr>
        <p:spPr>
          <a:xfrm>
            <a:off x="-60350" y="1502131"/>
            <a:ext cx="803758" cy="526009"/>
          </a:xfrm>
          <a:prstGeom prst="rect">
            <a:avLst/>
          </a:prstGeom>
          <a:solidFill>
            <a:srgbClr val="F8FE05">
              <a:alpha val="3438"/>
            </a:srgbClr>
          </a:solidFill>
          <a:ln/>
        </p:spPr>
      </p:sp>
      <p:sp>
        <p:nvSpPr>
          <p:cNvPr id="31" name="Shape 29"/>
          <p:cNvSpPr/>
          <p:nvPr/>
        </p:nvSpPr>
        <p:spPr>
          <a:xfrm>
            <a:off x="-60350" y="2018995"/>
            <a:ext cx="803758" cy="526009"/>
          </a:xfrm>
          <a:prstGeom prst="rect">
            <a:avLst/>
          </a:prstGeom>
          <a:solidFill>
            <a:srgbClr val="F8FE05">
              <a:alpha val="2750"/>
            </a:srgbClr>
          </a:solidFill>
          <a:ln/>
        </p:spPr>
      </p:sp>
      <p:sp>
        <p:nvSpPr>
          <p:cNvPr id="32" name="Shape 30"/>
          <p:cNvSpPr/>
          <p:nvPr/>
        </p:nvSpPr>
        <p:spPr>
          <a:xfrm>
            <a:off x="-60350" y="2535860"/>
            <a:ext cx="803758" cy="526009"/>
          </a:xfrm>
          <a:prstGeom prst="rect">
            <a:avLst/>
          </a:prstGeom>
          <a:solidFill>
            <a:srgbClr val="F8FE05">
              <a:alpha val="2063"/>
            </a:srgbClr>
          </a:solidFill>
          <a:ln/>
        </p:spPr>
      </p:sp>
      <p:sp>
        <p:nvSpPr>
          <p:cNvPr id="33" name="Shape 31"/>
          <p:cNvSpPr/>
          <p:nvPr/>
        </p:nvSpPr>
        <p:spPr>
          <a:xfrm>
            <a:off x="-60350" y="3052724"/>
            <a:ext cx="803758" cy="526009"/>
          </a:xfrm>
          <a:prstGeom prst="rect">
            <a:avLst/>
          </a:prstGeom>
          <a:solidFill>
            <a:srgbClr val="F8FE05">
              <a:alpha val="1375"/>
            </a:srgbClr>
          </a:solidFill>
          <a:ln/>
        </p:spPr>
      </p:sp>
      <p:sp>
        <p:nvSpPr>
          <p:cNvPr id="34" name="Shape 32"/>
          <p:cNvSpPr/>
          <p:nvPr/>
        </p:nvSpPr>
        <p:spPr>
          <a:xfrm>
            <a:off x="-60350" y="3569589"/>
            <a:ext cx="803758" cy="526009"/>
          </a:xfrm>
          <a:prstGeom prst="rect">
            <a:avLst/>
          </a:prstGeom>
          <a:solidFill>
            <a:srgbClr val="F8FE05">
              <a:alpha val="688"/>
            </a:srgbClr>
          </a:solidFill>
          <a:ln/>
        </p:spPr>
      </p:sp>
      <p:sp>
        <p:nvSpPr>
          <p:cNvPr id="35" name="Shape 33"/>
          <p:cNvSpPr/>
          <p:nvPr/>
        </p:nvSpPr>
        <p:spPr>
          <a:xfrm>
            <a:off x="4975250" y="-48463"/>
            <a:ext cx="803758" cy="750722"/>
          </a:xfrm>
          <a:prstGeom prst="rect">
            <a:avLst/>
          </a:prstGeom>
          <a:solidFill>
            <a:srgbClr val="F8FE05">
              <a:alpha val="8250"/>
            </a:srgbClr>
          </a:solidFill>
          <a:ln/>
        </p:spPr>
      </p:sp>
      <p:sp>
        <p:nvSpPr>
          <p:cNvPr id="36" name="Shape 34"/>
          <p:cNvSpPr/>
          <p:nvPr/>
        </p:nvSpPr>
        <p:spPr>
          <a:xfrm>
            <a:off x="4975250" y="693115"/>
            <a:ext cx="803758" cy="750722"/>
          </a:xfrm>
          <a:prstGeom prst="rect">
            <a:avLst/>
          </a:prstGeom>
          <a:solidFill>
            <a:srgbClr val="F8FE05">
              <a:alpha val="7219"/>
            </a:srgbClr>
          </a:solidFill>
          <a:ln/>
        </p:spPr>
      </p:sp>
      <p:sp>
        <p:nvSpPr>
          <p:cNvPr id="37" name="Shape 35"/>
          <p:cNvSpPr/>
          <p:nvPr/>
        </p:nvSpPr>
        <p:spPr>
          <a:xfrm>
            <a:off x="4975250" y="1434694"/>
            <a:ext cx="803758" cy="750722"/>
          </a:xfrm>
          <a:prstGeom prst="rect">
            <a:avLst/>
          </a:prstGeom>
          <a:solidFill>
            <a:srgbClr val="F8FE05">
              <a:alpha val="6188"/>
            </a:srgbClr>
          </a:solidFill>
          <a:ln/>
        </p:spPr>
      </p:sp>
      <p:sp>
        <p:nvSpPr>
          <p:cNvPr id="38" name="Shape 36"/>
          <p:cNvSpPr/>
          <p:nvPr/>
        </p:nvSpPr>
        <p:spPr>
          <a:xfrm>
            <a:off x="4975250" y="2176272"/>
            <a:ext cx="803758" cy="750722"/>
          </a:xfrm>
          <a:prstGeom prst="rect">
            <a:avLst/>
          </a:prstGeom>
          <a:solidFill>
            <a:srgbClr val="F8FE05">
              <a:alpha val="5156"/>
            </a:srgbClr>
          </a:solidFill>
          <a:ln/>
        </p:spPr>
      </p:sp>
      <p:sp>
        <p:nvSpPr>
          <p:cNvPr id="39" name="Shape 37"/>
          <p:cNvSpPr/>
          <p:nvPr/>
        </p:nvSpPr>
        <p:spPr>
          <a:xfrm>
            <a:off x="4975250" y="2917850"/>
            <a:ext cx="803758" cy="750722"/>
          </a:xfrm>
          <a:prstGeom prst="rect">
            <a:avLst/>
          </a:prstGeom>
          <a:solidFill>
            <a:srgbClr val="F8FE05">
              <a:alpha val="4125"/>
            </a:srgbClr>
          </a:solidFill>
          <a:ln/>
        </p:spPr>
      </p:sp>
      <p:sp>
        <p:nvSpPr>
          <p:cNvPr id="40" name="Shape 38"/>
          <p:cNvSpPr/>
          <p:nvPr/>
        </p:nvSpPr>
        <p:spPr>
          <a:xfrm>
            <a:off x="4975250" y="3659429"/>
            <a:ext cx="803758" cy="750722"/>
          </a:xfrm>
          <a:prstGeom prst="rect">
            <a:avLst/>
          </a:prstGeom>
          <a:solidFill>
            <a:srgbClr val="F8FE05">
              <a:alpha val="3094"/>
            </a:srgbClr>
          </a:solidFill>
          <a:ln/>
        </p:spPr>
      </p:sp>
      <p:sp>
        <p:nvSpPr>
          <p:cNvPr id="41" name="Shape 39"/>
          <p:cNvSpPr/>
          <p:nvPr/>
        </p:nvSpPr>
        <p:spPr>
          <a:xfrm>
            <a:off x="4975250" y="4401007"/>
            <a:ext cx="803758" cy="750722"/>
          </a:xfrm>
          <a:prstGeom prst="rect">
            <a:avLst/>
          </a:prstGeom>
          <a:solidFill>
            <a:srgbClr val="F8FE05">
              <a:alpha val="2063"/>
            </a:srgbClr>
          </a:solidFill>
          <a:ln/>
        </p:spPr>
      </p:sp>
      <p:sp>
        <p:nvSpPr>
          <p:cNvPr id="42" name="Shape 40"/>
          <p:cNvSpPr/>
          <p:nvPr/>
        </p:nvSpPr>
        <p:spPr>
          <a:xfrm>
            <a:off x="4975250" y="5142586"/>
            <a:ext cx="803758" cy="750722"/>
          </a:xfrm>
          <a:prstGeom prst="rect">
            <a:avLst/>
          </a:prstGeom>
          <a:solidFill>
            <a:srgbClr val="F8FE05">
              <a:alpha val="1031"/>
            </a:srgbClr>
          </a:solidFill>
          <a:ln/>
        </p:spPr>
      </p:sp>
      <p:sp>
        <p:nvSpPr>
          <p:cNvPr id="43" name="Shape 41"/>
          <p:cNvSpPr/>
          <p:nvPr/>
        </p:nvSpPr>
        <p:spPr>
          <a:xfrm>
            <a:off x="4288536" y="-74066"/>
            <a:ext cx="803758" cy="529209"/>
          </a:xfrm>
          <a:prstGeom prst="rect">
            <a:avLst/>
          </a:prstGeom>
          <a:solidFill>
            <a:srgbClr val="F8FE05">
              <a:alpha val="5500"/>
            </a:srgbClr>
          </a:solidFill>
          <a:ln/>
        </p:spPr>
      </p:sp>
      <p:sp>
        <p:nvSpPr>
          <p:cNvPr id="44" name="Shape 42"/>
          <p:cNvSpPr/>
          <p:nvPr/>
        </p:nvSpPr>
        <p:spPr>
          <a:xfrm>
            <a:off x="4288536" y="445999"/>
            <a:ext cx="803758" cy="529209"/>
          </a:xfrm>
          <a:prstGeom prst="rect">
            <a:avLst/>
          </a:prstGeom>
          <a:solidFill>
            <a:srgbClr val="F8FE05">
              <a:alpha val="4813"/>
            </a:srgbClr>
          </a:solidFill>
          <a:ln/>
        </p:spPr>
      </p:sp>
      <p:sp>
        <p:nvSpPr>
          <p:cNvPr id="45" name="Shape 43"/>
          <p:cNvSpPr/>
          <p:nvPr/>
        </p:nvSpPr>
        <p:spPr>
          <a:xfrm>
            <a:off x="4288536" y="966064"/>
            <a:ext cx="803758" cy="529209"/>
          </a:xfrm>
          <a:prstGeom prst="rect">
            <a:avLst/>
          </a:prstGeom>
          <a:solidFill>
            <a:srgbClr val="F8FE05">
              <a:alpha val="4125"/>
            </a:srgbClr>
          </a:solidFill>
          <a:ln/>
        </p:spPr>
      </p:sp>
      <p:sp>
        <p:nvSpPr>
          <p:cNvPr id="46" name="Shape 44"/>
          <p:cNvSpPr/>
          <p:nvPr/>
        </p:nvSpPr>
        <p:spPr>
          <a:xfrm>
            <a:off x="4288536" y="1486129"/>
            <a:ext cx="803758" cy="529209"/>
          </a:xfrm>
          <a:prstGeom prst="rect">
            <a:avLst/>
          </a:prstGeom>
          <a:solidFill>
            <a:srgbClr val="F8FE05">
              <a:alpha val="3438"/>
            </a:srgbClr>
          </a:solidFill>
          <a:ln/>
        </p:spPr>
      </p:sp>
      <p:sp>
        <p:nvSpPr>
          <p:cNvPr id="47" name="Shape 45"/>
          <p:cNvSpPr/>
          <p:nvPr/>
        </p:nvSpPr>
        <p:spPr>
          <a:xfrm>
            <a:off x="4288536" y="2006194"/>
            <a:ext cx="803758" cy="529209"/>
          </a:xfrm>
          <a:prstGeom prst="rect">
            <a:avLst/>
          </a:prstGeom>
          <a:solidFill>
            <a:srgbClr val="F8FE05">
              <a:alpha val="2750"/>
            </a:srgbClr>
          </a:solidFill>
          <a:ln/>
        </p:spPr>
      </p:sp>
      <p:sp>
        <p:nvSpPr>
          <p:cNvPr id="48" name="Shape 46"/>
          <p:cNvSpPr/>
          <p:nvPr/>
        </p:nvSpPr>
        <p:spPr>
          <a:xfrm>
            <a:off x="4288536" y="2526259"/>
            <a:ext cx="803758" cy="529209"/>
          </a:xfrm>
          <a:prstGeom prst="rect">
            <a:avLst/>
          </a:prstGeom>
          <a:solidFill>
            <a:srgbClr val="F8FE05">
              <a:alpha val="2063"/>
            </a:srgbClr>
          </a:solidFill>
          <a:ln/>
        </p:spPr>
      </p:sp>
      <p:sp>
        <p:nvSpPr>
          <p:cNvPr id="49" name="Shape 47"/>
          <p:cNvSpPr/>
          <p:nvPr/>
        </p:nvSpPr>
        <p:spPr>
          <a:xfrm>
            <a:off x="4288536" y="3046324"/>
            <a:ext cx="803758" cy="529209"/>
          </a:xfrm>
          <a:prstGeom prst="rect">
            <a:avLst/>
          </a:prstGeom>
          <a:solidFill>
            <a:srgbClr val="F8FE05">
              <a:alpha val="1375"/>
            </a:srgbClr>
          </a:solidFill>
          <a:ln/>
        </p:spPr>
      </p:sp>
      <p:sp>
        <p:nvSpPr>
          <p:cNvPr id="50" name="Shape 48"/>
          <p:cNvSpPr/>
          <p:nvPr/>
        </p:nvSpPr>
        <p:spPr>
          <a:xfrm>
            <a:off x="4288536" y="3566389"/>
            <a:ext cx="803758" cy="529209"/>
          </a:xfrm>
          <a:prstGeom prst="rect">
            <a:avLst/>
          </a:prstGeom>
          <a:solidFill>
            <a:srgbClr val="F8FE05">
              <a:alpha val="688"/>
            </a:srgbClr>
          </a:solidFill>
          <a:ln/>
        </p:spPr>
      </p:sp>
      <p:sp>
        <p:nvSpPr>
          <p:cNvPr id="51" name="Shape 49"/>
          <p:cNvSpPr/>
          <p:nvPr/>
        </p:nvSpPr>
        <p:spPr>
          <a:xfrm>
            <a:off x="3597250" y="-48463"/>
            <a:ext cx="803758" cy="296380"/>
          </a:xfrm>
          <a:prstGeom prst="rect">
            <a:avLst/>
          </a:prstGeom>
          <a:solidFill>
            <a:srgbClr val="F8FE05">
              <a:alpha val="3850"/>
            </a:srgbClr>
          </a:solidFill>
          <a:ln/>
        </p:spPr>
      </p:sp>
      <p:sp>
        <p:nvSpPr>
          <p:cNvPr id="52" name="Shape 50"/>
          <p:cNvSpPr/>
          <p:nvPr/>
        </p:nvSpPr>
        <p:spPr>
          <a:xfrm>
            <a:off x="3597250" y="238773"/>
            <a:ext cx="803758" cy="296380"/>
          </a:xfrm>
          <a:prstGeom prst="rect">
            <a:avLst/>
          </a:prstGeom>
          <a:solidFill>
            <a:srgbClr val="F8FE05">
              <a:alpha val="3369"/>
            </a:srgbClr>
          </a:solidFill>
          <a:ln/>
        </p:spPr>
      </p:sp>
      <p:sp>
        <p:nvSpPr>
          <p:cNvPr id="53" name="Shape 51"/>
          <p:cNvSpPr/>
          <p:nvPr/>
        </p:nvSpPr>
        <p:spPr>
          <a:xfrm>
            <a:off x="3597250" y="526009"/>
            <a:ext cx="803758" cy="296380"/>
          </a:xfrm>
          <a:prstGeom prst="rect">
            <a:avLst/>
          </a:prstGeom>
          <a:solidFill>
            <a:srgbClr val="F8FE05">
              <a:alpha val="2888"/>
            </a:srgbClr>
          </a:solidFill>
          <a:ln/>
        </p:spPr>
      </p:sp>
      <p:sp>
        <p:nvSpPr>
          <p:cNvPr id="54" name="Shape 52"/>
          <p:cNvSpPr/>
          <p:nvPr/>
        </p:nvSpPr>
        <p:spPr>
          <a:xfrm>
            <a:off x="3597250" y="813244"/>
            <a:ext cx="803758" cy="296380"/>
          </a:xfrm>
          <a:prstGeom prst="rect">
            <a:avLst/>
          </a:prstGeom>
          <a:solidFill>
            <a:srgbClr val="F8FE05">
              <a:alpha val="2406"/>
            </a:srgbClr>
          </a:solidFill>
          <a:ln/>
        </p:spPr>
      </p:sp>
      <p:sp>
        <p:nvSpPr>
          <p:cNvPr id="55" name="Shape 53"/>
          <p:cNvSpPr/>
          <p:nvPr/>
        </p:nvSpPr>
        <p:spPr>
          <a:xfrm>
            <a:off x="3597250" y="1100480"/>
            <a:ext cx="803758" cy="296380"/>
          </a:xfrm>
          <a:prstGeom prst="rect">
            <a:avLst/>
          </a:prstGeom>
          <a:solidFill>
            <a:srgbClr val="F8FE05">
              <a:alpha val="1925"/>
            </a:srgbClr>
          </a:solidFill>
          <a:ln/>
        </p:spPr>
      </p:sp>
      <p:sp>
        <p:nvSpPr>
          <p:cNvPr id="56" name="Shape 54"/>
          <p:cNvSpPr/>
          <p:nvPr/>
        </p:nvSpPr>
        <p:spPr>
          <a:xfrm>
            <a:off x="3597250" y="1387716"/>
            <a:ext cx="803758" cy="296380"/>
          </a:xfrm>
          <a:prstGeom prst="rect">
            <a:avLst/>
          </a:prstGeom>
          <a:solidFill>
            <a:srgbClr val="F8FE05">
              <a:alpha val="1444"/>
            </a:srgbClr>
          </a:solidFill>
          <a:ln/>
        </p:spPr>
      </p:sp>
      <p:sp>
        <p:nvSpPr>
          <p:cNvPr id="57" name="Shape 55"/>
          <p:cNvSpPr/>
          <p:nvPr/>
        </p:nvSpPr>
        <p:spPr>
          <a:xfrm>
            <a:off x="3597250" y="1674952"/>
            <a:ext cx="803758" cy="296380"/>
          </a:xfrm>
          <a:prstGeom prst="rect">
            <a:avLst/>
          </a:prstGeom>
          <a:solidFill>
            <a:srgbClr val="F8FE05">
              <a:alpha val="963"/>
            </a:srgbClr>
          </a:solidFill>
          <a:ln/>
        </p:spPr>
      </p:sp>
      <p:sp>
        <p:nvSpPr>
          <p:cNvPr id="58" name="Shape 56"/>
          <p:cNvSpPr/>
          <p:nvPr/>
        </p:nvSpPr>
        <p:spPr>
          <a:xfrm>
            <a:off x="3597250" y="1962188"/>
            <a:ext cx="803758" cy="296380"/>
          </a:xfrm>
          <a:prstGeom prst="rect">
            <a:avLst/>
          </a:prstGeom>
          <a:solidFill>
            <a:srgbClr val="F8FE05">
              <a:alpha val="481"/>
            </a:srgbClr>
          </a:solidFill>
          <a:ln/>
        </p:spPr>
      </p:sp>
      <p:sp>
        <p:nvSpPr>
          <p:cNvPr id="59" name="Shape 57"/>
          <p:cNvSpPr/>
          <p:nvPr/>
        </p:nvSpPr>
        <p:spPr>
          <a:xfrm>
            <a:off x="2787091" y="849478"/>
            <a:ext cx="803758" cy="769468"/>
          </a:xfrm>
          <a:prstGeom prst="rect">
            <a:avLst/>
          </a:prstGeom>
          <a:solidFill>
            <a:srgbClr val="FFFFFF">
              <a:alpha val="688"/>
            </a:srgbClr>
          </a:solidFill>
          <a:ln/>
        </p:spPr>
      </p:sp>
      <p:sp>
        <p:nvSpPr>
          <p:cNvPr id="60" name="Shape 58"/>
          <p:cNvSpPr/>
          <p:nvPr/>
        </p:nvSpPr>
        <p:spPr>
          <a:xfrm>
            <a:off x="2787091" y="1609801"/>
            <a:ext cx="803758" cy="769468"/>
          </a:xfrm>
          <a:prstGeom prst="rect">
            <a:avLst/>
          </a:prstGeom>
          <a:solidFill>
            <a:srgbClr val="FFFFFF">
              <a:alpha val="1375"/>
            </a:srgbClr>
          </a:solidFill>
          <a:ln/>
        </p:spPr>
      </p:sp>
      <p:sp>
        <p:nvSpPr>
          <p:cNvPr id="61" name="Shape 59"/>
          <p:cNvSpPr/>
          <p:nvPr/>
        </p:nvSpPr>
        <p:spPr>
          <a:xfrm>
            <a:off x="2787091" y="2370125"/>
            <a:ext cx="803758" cy="769468"/>
          </a:xfrm>
          <a:prstGeom prst="rect">
            <a:avLst/>
          </a:prstGeom>
          <a:solidFill>
            <a:srgbClr val="FFFFFF">
              <a:alpha val="2063"/>
            </a:srgbClr>
          </a:solidFill>
          <a:ln/>
        </p:spPr>
      </p:sp>
      <p:sp>
        <p:nvSpPr>
          <p:cNvPr id="62" name="Shape 60"/>
          <p:cNvSpPr/>
          <p:nvPr/>
        </p:nvSpPr>
        <p:spPr>
          <a:xfrm>
            <a:off x="2787091" y="3130448"/>
            <a:ext cx="803758" cy="769468"/>
          </a:xfrm>
          <a:prstGeom prst="rect">
            <a:avLst/>
          </a:prstGeom>
          <a:solidFill>
            <a:srgbClr val="FFFFFF">
              <a:alpha val="2750"/>
            </a:srgbClr>
          </a:solidFill>
          <a:ln/>
        </p:spPr>
      </p:sp>
      <p:sp>
        <p:nvSpPr>
          <p:cNvPr id="63" name="Shape 61"/>
          <p:cNvSpPr/>
          <p:nvPr/>
        </p:nvSpPr>
        <p:spPr>
          <a:xfrm>
            <a:off x="2787091" y="3890772"/>
            <a:ext cx="803758" cy="769468"/>
          </a:xfrm>
          <a:prstGeom prst="rect">
            <a:avLst/>
          </a:prstGeom>
          <a:solidFill>
            <a:srgbClr val="FFFFFF">
              <a:alpha val="3438"/>
            </a:srgbClr>
          </a:solidFill>
          <a:ln/>
        </p:spPr>
      </p:sp>
      <p:sp>
        <p:nvSpPr>
          <p:cNvPr id="64" name="Shape 62"/>
          <p:cNvSpPr/>
          <p:nvPr/>
        </p:nvSpPr>
        <p:spPr>
          <a:xfrm>
            <a:off x="2787091" y="4651096"/>
            <a:ext cx="803758" cy="769468"/>
          </a:xfrm>
          <a:prstGeom prst="rect">
            <a:avLst/>
          </a:prstGeom>
          <a:solidFill>
            <a:srgbClr val="FFFFFF">
              <a:alpha val="4125"/>
            </a:srgbClr>
          </a:solidFill>
          <a:ln/>
        </p:spPr>
      </p:sp>
      <p:sp>
        <p:nvSpPr>
          <p:cNvPr id="65" name="Shape 63"/>
          <p:cNvSpPr/>
          <p:nvPr/>
        </p:nvSpPr>
        <p:spPr>
          <a:xfrm>
            <a:off x="2787091" y="5411419"/>
            <a:ext cx="803758" cy="769468"/>
          </a:xfrm>
          <a:prstGeom prst="rect">
            <a:avLst/>
          </a:prstGeom>
          <a:solidFill>
            <a:srgbClr val="FFFFFF">
              <a:alpha val="4813"/>
            </a:srgbClr>
          </a:solidFill>
          <a:ln/>
        </p:spPr>
      </p:sp>
      <p:sp>
        <p:nvSpPr>
          <p:cNvPr id="66" name="Shape 64"/>
          <p:cNvSpPr/>
          <p:nvPr/>
        </p:nvSpPr>
        <p:spPr>
          <a:xfrm>
            <a:off x="2787091" y="6171743"/>
            <a:ext cx="803758" cy="769468"/>
          </a:xfrm>
          <a:prstGeom prst="rect">
            <a:avLst/>
          </a:prstGeom>
          <a:solidFill>
            <a:srgbClr val="FFFFFF">
              <a:alpha val="5500"/>
            </a:srgbClr>
          </a:solidFill>
          <a:ln/>
        </p:spPr>
      </p:sp>
      <p:sp>
        <p:nvSpPr>
          <p:cNvPr id="67" name="Shape 65"/>
          <p:cNvSpPr/>
          <p:nvPr/>
        </p:nvSpPr>
        <p:spPr>
          <a:xfrm>
            <a:off x="1417320" y="3457346"/>
            <a:ext cx="803758" cy="443484"/>
          </a:xfrm>
          <a:prstGeom prst="rect">
            <a:avLst/>
          </a:prstGeom>
          <a:solidFill>
            <a:srgbClr val="FFFFFF">
              <a:alpha val="138"/>
            </a:srgbClr>
          </a:solidFill>
          <a:ln/>
        </p:spPr>
      </p:sp>
      <p:sp>
        <p:nvSpPr>
          <p:cNvPr id="68" name="Shape 66"/>
          <p:cNvSpPr/>
          <p:nvPr/>
        </p:nvSpPr>
        <p:spPr>
          <a:xfrm>
            <a:off x="1417320" y="3891686"/>
            <a:ext cx="803758" cy="443484"/>
          </a:xfrm>
          <a:prstGeom prst="rect">
            <a:avLst/>
          </a:prstGeom>
          <a:solidFill>
            <a:srgbClr val="FFFFFF">
              <a:alpha val="275"/>
            </a:srgbClr>
          </a:solidFill>
          <a:ln/>
        </p:spPr>
      </p:sp>
      <p:sp>
        <p:nvSpPr>
          <p:cNvPr id="69" name="Shape 67"/>
          <p:cNvSpPr/>
          <p:nvPr/>
        </p:nvSpPr>
        <p:spPr>
          <a:xfrm>
            <a:off x="1417320" y="4326026"/>
            <a:ext cx="803758" cy="443484"/>
          </a:xfrm>
          <a:prstGeom prst="rect">
            <a:avLst/>
          </a:prstGeom>
          <a:solidFill>
            <a:srgbClr val="FFFFFF">
              <a:alpha val="412"/>
            </a:srgbClr>
          </a:solidFill>
          <a:ln/>
        </p:spPr>
      </p:sp>
      <p:sp>
        <p:nvSpPr>
          <p:cNvPr id="70" name="Shape 68"/>
          <p:cNvSpPr/>
          <p:nvPr/>
        </p:nvSpPr>
        <p:spPr>
          <a:xfrm>
            <a:off x="1417320" y="4760366"/>
            <a:ext cx="803758" cy="443484"/>
          </a:xfrm>
          <a:prstGeom prst="rect">
            <a:avLst/>
          </a:prstGeom>
          <a:solidFill>
            <a:srgbClr val="FFFFFF">
              <a:alpha val="550"/>
            </a:srgbClr>
          </a:solidFill>
          <a:ln/>
        </p:spPr>
      </p:sp>
      <p:sp>
        <p:nvSpPr>
          <p:cNvPr id="71" name="Shape 69"/>
          <p:cNvSpPr/>
          <p:nvPr/>
        </p:nvSpPr>
        <p:spPr>
          <a:xfrm>
            <a:off x="1417320" y="5194706"/>
            <a:ext cx="803758" cy="443484"/>
          </a:xfrm>
          <a:prstGeom prst="rect">
            <a:avLst/>
          </a:prstGeom>
          <a:solidFill>
            <a:srgbClr val="FFFFFF">
              <a:alpha val="688"/>
            </a:srgbClr>
          </a:solidFill>
          <a:ln/>
        </p:spPr>
      </p:sp>
      <p:sp>
        <p:nvSpPr>
          <p:cNvPr id="72" name="Shape 70"/>
          <p:cNvSpPr/>
          <p:nvPr/>
        </p:nvSpPr>
        <p:spPr>
          <a:xfrm>
            <a:off x="1417320" y="5629046"/>
            <a:ext cx="803758" cy="443484"/>
          </a:xfrm>
          <a:prstGeom prst="rect">
            <a:avLst/>
          </a:prstGeom>
          <a:solidFill>
            <a:srgbClr val="FFFFFF">
              <a:alpha val="825"/>
            </a:srgbClr>
          </a:solidFill>
          <a:ln/>
        </p:spPr>
      </p:sp>
      <p:sp>
        <p:nvSpPr>
          <p:cNvPr id="73" name="Shape 71"/>
          <p:cNvSpPr/>
          <p:nvPr/>
        </p:nvSpPr>
        <p:spPr>
          <a:xfrm>
            <a:off x="1417320" y="6063386"/>
            <a:ext cx="803758" cy="443484"/>
          </a:xfrm>
          <a:prstGeom prst="rect">
            <a:avLst/>
          </a:prstGeom>
          <a:solidFill>
            <a:srgbClr val="FFFFFF">
              <a:alpha val="963"/>
            </a:srgbClr>
          </a:solidFill>
          <a:ln/>
        </p:spPr>
      </p:sp>
      <p:sp>
        <p:nvSpPr>
          <p:cNvPr id="74" name="Shape 72"/>
          <p:cNvSpPr/>
          <p:nvPr/>
        </p:nvSpPr>
        <p:spPr>
          <a:xfrm>
            <a:off x="1417320" y="6497726"/>
            <a:ext cx="803758" cy="443484"/>
          </a:xfrm>
          <a:prstGeom prst="rect">
            <a:avLst/>
          </a:prstGeom>
          <a:solidFill>
            <a:srgbClr val="FFFFFF">
              <a:alpha val="1100"/>
            </a:srgbClr>
          </a:solidFill>
          <a:ln/>
        </p:spPr>
      </p:sp>
      <p:sp>
        <p:nvSpPr>
          <p:cNvPr id="75" name="Shape 73"/>
          <p:cNvSpPr/>
          <p:nvPr/>
        </p:nvSpPr>
        <p:spPr>
          <a:xfrm>
            <a:off x="2106778" y="2276856"/>
            <a:ext cx="803758" cy="587959"/>
          </a:xfrm>
          <a:prstGeom prst="rect">
            <a:avLst/>
          </a:prstGeom>
          <a:solidFill>
            <a:srgbClr val="FFFFFF">
              <a:alpha val="344"/>
            </a:srgbClr>
          </a:solidFill>
          <a:ln/>
        </p:spPr>
      </p:sp>
      <p:sp>
        <p:nvSpPr>
          <p:cNvPr id="76" name="Shape 74"/>
          <p:cNvSpPr/>
          <p:nvPr/>
        </p:nvSpPr>
        <p:spPr>
          <a:xfrm>
            <a:off x="2106778" y="2855671"/>
            <a:ext cx="803758" cy="587959"/>
          </a:xfrm>
          <a:prstGeom prst="rect">
            <a:avLst/>
          </a:prstGeom>
          <a:solidFill>
            <a:srgbClr val="FFFFFF">
              <a:alpha val="688"/>
            </a:srgbClr>
          </a:solidFill>
          <a:ln/>
        </p:spPr>
      </p:sp>
      <p:sp>
        <p:nvSpPr>
          <p:cNvPr id="77" name="Shape 75"/>
          <p:cNvSpPr/>
          <p:nvPr/>
        </p:nvSpPr>
        <p:spPr>
          <a:xfrm>
            <a:off x="2106778" y="3434486"/>
            <a:ext cx="803758" cy="587959"/>
          </a:xfrm>
          <a:prstGeom prst="rect">
            <a:avLst/>
          </a:prstGeom>
          <a:solidFill>
            <a:srgbClr val="FFFFFF">
              <a:alpha val="1031"/>
            </a:srgbClr>
          </a:solidFill>
          <a:ln/>
        </p:spPr>
      </p:sp>
      <p:sp>
        <p:nvSpPr>
          <p:cNvPr id="78" name="Shape 76"/>
          <p:cNvSpPr/>
          <p:nvPr/>
        </p:nvSpPr>
        <p:spPr>
          <a:xfrm>
            <a:off x="2106778" y="4013302"/>
            <a:ext cx="803758" cy="587959"/>
          </a:xfrm>
          <a:prstGeom prst="rect">
            <a:avLst/>
          </a:prstGeom>
          <a:solidFill>
            <a:srgbClr val="FFFFFF">
              <a:alpha val="1375"/>
            </a:srgbClr>
          </a:solidFill>
          <a:ln/>
        </p:spPr>
      </p:sp>
      <p:sp>
        <p:nvSpPr>
          <p:cNvPr id="79" name="Shape 77"/>
          <p:cNvSpPr/>
          <p:nvPr/>
        </p:nvSpPr>
        <p:spPr>
          <a:xfrm>
            <a:off x="2106778" y="4592117"/>
            <a:ext cx="803758" cy="587959"/>
          </a:xfrm>
          <a:prstGeom prst="rect">
            <a:avLst/>
          </a:prstGeom>
          <a:solidFill>
            <a:srgbClr val="FFFFFF">
              <a:alpha val="1719"/>
            </a:srgbClr>
          </a:solidFill>
          <a:ln/>
        </p:spPr>
      </p:sp>
      <p:sp>
        <p:nvSpPr>
          <p:cNvPr id="80" name="Shape 78"/>
          <p:cNvSpPr/>
          <p:nvPr/>
        </p:nvSpPr>
        <p:spPr>
          <a:xfrm>
            <a:off x="2106778" y="5170932"/>
            <a:ext cx="803758" cy="587959"/>
          </a:xfrm>
          <a:prstGeom prst="rect">
            <a:avLst/>
          </a:prstGeom>
          <a:solidFill>
            <a:srgbClr val="FFFFFF">
              <a:alpha val="2063"/>
            </a:srgbClr>
          </a:solidFill>
          <a:ln/>
        </p:spPr>
      </p:sp>
      <p:sp>
        <p:nvSpPr>
          <p:cNvPr id="81" name="Shape 79"/>
          <p:cNvSpPr/>
          <p:nvPr/>
        </p:nvSpPr>
        <p:spPr>
          <a:xfrm>
            <a:off x="2106778" y="5749747"/>
            <a:ext cx="803758" cy="587959"/>
          </a:xfrm>
          <a:prstGeom prst="rect">
            <a:avLst/>
          </a:prstGeom>
          <a:solidFill>
            <a:srgbClr val="FFFFFF">
              <a:alpha val="2406"/>
            </a:srgbClr>
          </a:solidFill>
          <a:ln/>
        </p:spPr>
      </p:sp>
      <p:sp>
        <p:nvSpPr>
          <p:cNvPr id="82" name="Shape 80"/>
          <p:cNvSpPr/>
          <p:nvPr/>
        </p:nvSpPr>
        <p:spPr>
          <a:xfrm>
            <a:off x="2106778" y="6328562"/>
            <a:ext cx="803758" cy="587959"/>
          </a:xfrm>
          <a:prstGeom prst="rect">
            <a:avLst/>
          </a:prstGeom>
          <a:solidFill>
            <a:srgbClr val="FFFFFF">
              <a:alpha val="2750"/>
            </a:srgbClr>
          </a:solidFill>
          <a:ln/>
        </p:spPr>
      </p:sp>
      <p:sp>
        <p:nvSpPr>
          <p:cNvPr id="83" name="Shape 81"/>
          <p:cNvSpPr/>
          <p:nvPr/>
        </p:nvSpPr>
        <p:spPr>
          <a:xfrm>
            <a:off x="3459175" y="2646274"/>
            <a:ext cx="803758" cy="547840"/>
          </a:xfrm>
          <a:prstGeom prst="rect">
            <a:avLst/>
          </a:prstGeom>
          <a:solidFill>
            <a:srgbClr val="FFFFFF">
              <a:alpha val="344"/>
            </a:srgbClr>
          </a:solidFill>
          <a:ln/>
        </p:spPr>
      </p:sp>
      <p:sp>
        <p:nvSpPr>
          <p:cNvPr id="84" name="Shape 82"/>
          <p:cNvSpPr/>
          <p:nvPr/>
        </p:nvSpPr>
        <p:spPr>
          <a:xfrm>
            <a:off x="3459175" y="3184970"/>
            <a:ext cx="803758" cy="547840"/>
          </a:xfrm>
          <a:prstGeom prst="rect">
            <a:avLst/>
          </a:prstGeom>
          <a:solidFill>
            <a:srgbClr val="FFFFFF">
              <a:alpha val="688"/>
            </a:srgbClr>
          </a:solidFill>
          <a:ln/>
        </p:spPr>
      </p:sp>
      <p:sp>
        <p:nvSpPr>
          <p:cNvPr id="85" name="Shape 83"/>
          <p:cNvSpPr/>
          <p:nvPr/>
        </p:nvSpPr>
        <p:spPr>
          <a:xfrm>
            <a:off x="3459175" y="3723665"/>
            <a:ext cx="803758" cy="547840"/>
          </a:xfrm>
          <a:prstGeom prst="rect">
            <a:avLst/>
          </a:prstGeom>
          <a:solidFill>
            <a:srgbClr val="FFFFFF">
              <a:alpha val="1031"/>
            </a:srgbClr>
          </a:solidFill>
          <a:ln/>
        </p:spPr>
      </p:sp>
      <p:sp>
        <p:nvSpPr>
          <p:cNvPr id="86" name="Shape 84"/>
          <p:cNvSpPr/>
          <p:nvPr/>
        </p:nvSpPr>
        <p:spPr>
          <a:xfrm>
            <a:off x="3459175" y="4262361"/>
            <a:ext cx="803758" cy="547840"/>
          </a:xfrm>
          <a:prstGeom prst="rect">
            <a:avLst/>
          </a:prstGeom>
          <a:solidFill>
            <a:srgbClr val="FFFFFF">
              <a:alpha val="1375"/>
            </a:srgbClr>
          </a:solidFill>
          <a:ln/>
        </p:spPr>
      </p:sp>
      <p:sp>
        <p:nvSpPr>
          <p:cNvPr id="87" name="Shape 85"/>
          <p:cNvSpPr/>
          <p:nvPr/>
        </p:nvSpPr>
        <p:spPr>
          <a:xfrm>
            <a:off x="3459175" y="4801057"/>
            <a:ext cx="803758" cy="547840"/>
          </a:xfrm>
          <a:prstGeom prst="rect">
            <a:avLst/>
          </a:prstGeom>
          <a:solidFill>
            <a:srgbClr val="FFFFFF">
              <a:alpha val="1719"/>
            </a:srgbClr>
          </a:solidFill>
          <a:ln/>
        </p:spPr>
      </p:sp>
      <p:sp>
        <p:nvSpPr>
          <p:cNvPr id="88" name="Shape 86"/>
          <p:cNvSpPr/>
          <p:nvPr/>
        </p:nvSpPr>
        <p:spPr>
          <a:xfrm>
            <a:off x="3459175" y="5339753"/>
            <a:ext cx="803758" cy="547840"/>
          </a:xfrm>
          <a:prstGeom prst="rect">
            <a:avLst/>
          </a:prstGeom>
          <a:solidFill>
            <a:srgbClr val="FFFFFF">
              <a:alpha val="2063"/>
            </a:srgbClr>
          </a:solidFill>
          <a:ln/>
        </p:spPr>
      </p:sp>
      <p:sp>
        <p:nvSpPr>
          <p:cNvPr id="89" name="Shape 87"/>
          <p:cNvSpPr/>
          <p:nvPr/>
        </p:nvSpPr>
        <p:spPr>
          <a:xfrm>
            <a:off x="3459175" y="5878449"/>
            <a:ext cx="803758" cy="547840"/>
          </a:xfrm>
          <a:prstGeom prst="rect">
            <a:avLst/>
          </a:prstGeom>
          <a:solidFill>
            <a:srgbClr val="FFFFFF">
              <a:alpha val="2406"/>
            </a:srgbClr>
          </a:solidFill>
          <a:ln/>
        </p:spPr>
      </p:sp>
      <p:sp>
        <p:nvSpPr>
          <p:cNvPr id="90" name="Shape 88"/>
          <p:cNvSpPr/>
          <p:nvPr/>
        </p:nvSpPr>
        <p:spPr>
          <a:xfrm>
            <a:off x="3459175" y="6417145"/>
            <a:ext cx="803758" cy="547840"/>
          </a:xfrm>
          <a:prstGeom prst="rect">
            <a:avLst/>
          </a:prstGeom>
          <a:solidFill>
            <a:srgbClr val="FFFFFF">
              <a:alpha val="2750"/>
            </a:srgbClr>
          </a:solidFill>
          <a:ln/>
        </p:spPr>
      </p:sp>
      <p:sp>
        <p:nvSpPr>
          <p:cNvPr id="91" name="Shape 89"/>
          <p:cNvSpPr/>
          <p:nvPr/>
        </p:nvSpPr>
        <p:spPr>
          <a:xfrm>
            <a:off x="4151376" y="4484218"/>
            <a:ext cx="803758" cy="319126"/>
          </a:xfrm>
          <a:prstGeom prst="rect">
            <a:avLst/>
          </a:prstGeom>
          <a:solidFill>
            <a:srgbClr val="FFFFFF">
              <a:alpha val="138"/>
            </a:srgbClr>
          </a:solidFill>
          <a:ln/>
        </p:spPr>
      </p:sp>
      <p:sp>
        <p:nvSpPr>
          <p:cNvPr id="92" name="Shape 90"/>
          <p:cNvSpPr/>
          <p:nvPr/>
        </p:nvSpPr>
        <p:spPr>
          <a:xfrm>
            <a:off x="4151376" y="4794199"/>
            <a:ext cx="803758" cy="319126"/>
          </a:xfrm>
          <a:prstGeom prst="rect">
            <a:avLst/>
          </a:prstGeom>
          <a:solidFill>
            <a:srgbClr val="FFFFFF">
              <a:alpha val="275"/>
            </a:srgbClr>
          </a:solidFill>
          <a:ln/>
        </p:spPr>
      </p:sp>
      <p:sp>
        <p:nvSpPr>
          <p:cNvPr id="93" name="Shape 91"/>
          <p:cNvSpPr/>
          <p:nvPr/>
        </p:nvSpPr>
        <p:spPr>
          <a:xfrm>
            <a:off x="4151376" y="5104181"/>
            <a:ext cx="803758" cy="319126"/>
          </a:xfrm>
          <a:prstGeom prst="rect">
            <a:avLst/>
          </a:prstGeom>
          <a:solidFill>
            <a:srgbClr val="FFFFFF">
              <a:alpha val="412"/>
            </a:srgbClr>
          </a:solidFill>
          <a:ln/>
        </p:spPr>
      </p:sp>
      <p:sp>
        <p:nvSpPr>
          <p:cNvPr id="94" name="Shape 92"/>
          <p:cNvSpPr/>
          <p:nvPr/>
        </p:nvSpPr>
        <p:spPr>
          <a:xfrm>
            <a:off x="4151376" y="5414162"/>
            <a:ext cx="803758" cy="319126"/>
          </a:xfrm>
          <a:prstGeom prst="rect">
            <a:avLst/>
          </a:prstGeom>
          <a:solidFill>
            <a:srgbClr val="FFFFFF">
              <a:alpha val="550"/>
            </a:srgbClr>
          </a:solidFill>
          <a:ln/>
        </p:spPr>
      </p:sp>
      <p:sp>
        <p:nvSpPr>
          <p:cNvPr id="95" name="Shape 93"/>
          <p:cNvSpPr/>
          <p:nvPr/>
        </p:nvSpPr>
        <p:spPr>
          <a:xfrm>
            <a:off x="4151376" y="5724144"/>
            <a:ext cx="803758" cy="319126"/>
          </a:xfrm>
          <a:prstGeom prst="rect">
            <a:avLst/>
          </a:prstGeom>
          <a:solidFill>
            <a:srgbClr val="FFFFFF">
              <a:alpha val="688"/>
            </a:srgbClr>
          </a:solidFill>
          <a:ln/>
        </p:spPr>
      </p:sp>
      <p:sp>
        <p:nvSpPr>
          <p:cNvPr id="96" name="Shape 94"/>
          <p:cNvSpPr/>
          <p:nvPr/>
        </p:nvSpPr>
        <p:spPr>
          <a:xfrm>
            <a:off x="4151376" y="6034126"/>
            <a:ext cx="803758" cy="319126"/>
          </a:xfrm>
          <a:prstGeom prst="rect">
            <a:avLst/>
          </a:prstGeom>
          <a:solidFill>
            <a:srgbClr val="FFFFFF">
              <a:alpha val="825"/>
            </a:srgbClr>
          </a:solidFill>
          <a:ln/>
        </p:spPr>
      </p:sp>
      <p:sp>
        <p:nvSpPr>
          <p:cNvPr id="97" name="Shape 95"/>
          <p:cNvSpPr/>
          <p:nvPr/>
        </p:nvSpPr>
        <p:spPr>
          <a:xfrm>
            <a:off x="4151376" y="6344107"/>
            <a:ext cx="803758" cy="319126"/>
          </a:xfrm>
          <a:prstGeom prst="rect">
            <a:avLst/>
          </a:prstGeom>
          <a:solidFill>
            <a:srgbClr val="FFFFFF">
              <a:alpha val="963"/>
            </a:srgbClr>
          </a:solidFill>
          <a:ln/>
        </p:spPr>
      </p:sp>
      <p:sp>
        <p:nvSpPr>
          <p:cNvPr id="98" name="Shape 96"/>
          <p:cNvSpPr/>
          <p:nvPr/>
        </p:nvSpPr>
        <p:spPr>
          <a:xfrm>
            <a:off x="4151376" y="6654089"/>
            <a:ext cx="803758" cy="319126"/>
          </a:xfrm>
          <a:prstGeom prst="rect">
            <a:avLst/>
          </a:prstGeom>
          <a:solidFill>
            <a:srgbClr val="FFFFFF">
              <a:alpha val="1100"/>
            </a:srgbClr>
          </a:solidFill>
          <a:ln/>
        </p:spPr>
      </p:sp>
      <p:sp>
        <p:nvSpPr>
          <p:cNvPr id="101" name="Shape 99"/>
          <p:cNvSpPr/>
          <p:nvPr/>
        </p:nvSpPr>
        <p:spPr>
          <a:xfrm>
            <a:off x="0" y="873252"/>
            <a:ext cx="12191695" cy="0"/>
          </a:xfrm>
          <a:prstGeom prst="line">
            <a:avLst/>
          </a:prstGeom>
          <a:noFill/>
          <a:ln w="2540">
            <a:solidFill>
              <a:srgbClr val="D0CFCF">
                <a:alpha val="60000"/>
              </a:srgbClr>
            </a:solidFill>
            <a:prstDash val="solid"/>
          </a:ln>
        </p:spPr>
      </p:sp>
      <p:sp>
        <p:nvSpPr>
          <p:cNvPr id="104" name="Text 102"/>
          <p:cNvSpPr/>
          <p:nvPr/>
        </p:nvSpPr>
        <p:spPr>
          <a:xfrm>
            <a:off x="6214262" y="1051560"/>
            <a:ext cx="5577840" cy="1280160"/>
          </a:xfrm>
          <a:prstGeom prst="rect">
            <a:avLst/>
          </a:prstGeom>
          <a:noFill/>
          <a:ln/>
        </p:spPr>
        <p:txBody>
          <a:bodyPr wrap="square" rtlCol="0" anchor="t"/>
          <a:lstStyle/>
          <a:p>
            <a:pPr indent="0" marL="0">
              <a:lnSpc>
                <a:spcPct val="90000"/>
              </a:lnSpc>
              <a:buNone/>
            </a:pPr>
            <a:r>
              <a:rPr lang="en-US" sz="3600" spc="-150" kern="0" dirty="0">
                <a:solidFill>
                  <a:srgbClr val="FFFFFF"/>
                </a:solidFill>
                <a:latin typeface="Manrope" pitchFamily="34" charset="0"/>
                <a:ea typeface="Manrope" pitchFamily="34" charset="-122"/>
                <a:cs typeface="Manrope" pitchFamily="34" charset="-120"/>
              </a:rPr>
              <a:t>Stage 3: the LLM is the agent’s </a:t>
            </a:r>
            <a:r>
              <a:rPr lang="en-US" sz="3600" spc="-150" kern="0" dirty="0">
                <a:solidFill>
                  <a:srgbClr val="D5E6CD"/>
                </a:solidFill>
                <a:latin typeface="Manrope" pitchFamily="34" charset="0"/>
                <a:ea typeface="Manrope" pitchFamily="34" charset="-122"/>
                <a:cs typeface="Manrope" pitchFamily="34" charset="-120"/>
              </a:rPr>
              <a:t>“brain”</a:t>
            </a:r>
            <a:endParaRPr lang="en-US" sz="1800" dirty="0"/>
          </a:p>
        </p:txBody>
      </p:sp>
      <p:sp>
        <p:nvSpPr>
          <p:cNvPr id="105" name="Shape 103"/>
          <p:cNvSpPr/>
          <p:nvPr/>
        </p:nvSpPr>
        <p:spPr>
          <a:xfrm>
            <a:off x="11835994" y="1750162"/>
            <a:ext cx="803758" cy="657454"/>
          </a:xfrm>
          <a:prstGeom prst="rect">
            <a:avLst/>
          </a:prstGeom>
          <a:solidFill>
            <a:srgbClr val="FFFFFF">
              <a:alpha val="688"/>
            </a:srgbClr>
          </a:solidFill>
          <a:ln/>
        </p:spPr>
      </p:sp>
      <p:sp>
        <p:nvSpPr>
          <p:cNvPr id="106" name="Shape 104"/>
          <p:cNvSpPr/>
          <p:nvPr/>
        </p:nvSpPr>
        <p:spPr>
          <a:xfrm>
            <a:off x="11835994" y="2398471"/>
            <a:ext cx="803758" cy="657454"/>
          </a:xfrm>
          <a:prstGeom prst="rect">
            <a:avLst/>
          </a:prstGeom>
          <a:solidFill>
            <a:srgbClr val="FFFFFF">
              <a:alpha val="1375"/>
            </a:srgbClr>
          </a:solidFill>
          <a:ln/>
        </p:spPr>
      </p:sp>
      <p:sp>
        <p:nvSpPr>
          <p:cNvPr id="107" name="Shape 105"/>
          <p:cNvSpPr/>
          <p:nvPr/>
        </p:nvSpPr>
        <p:spPr>
          <a:xfrm>
            <a:off x="11835994" y="3046781"/>
            <a:ext cx="803758" cy="657454"/>
          </a:xfrm>
          <a:prstGeom prst="rect">
            <a:avLst/>
          </a:prstGeom>
          <a:solidFill>
            <a:srgbClr val="FFFFFF">
              <a:alpha val="2063"/>
            </a:srgbClr>
          </a:solidFill>
          <a:ln/>
        </p:spPr>
      </p:sp>
      <p:sp>
        <p:nvSpPr>
          <p:cNvPr id="108" name="Shape 106"/>
          <p:cNvSpPr/>
          <p:nvPr/>
        </p:nvSpPr>
        <p:spPr>
          <a:xfrm>
            <a:off x="11835994" y="3695090"/>
            <a:ext cx="803758" cy="657454"/>
          </a:xfrm>
          <a:prstGeom prst="rect">
            <a:avLst/>
          </a:prstGeom>
          <a:solidFill>
            <a:srgbClr val="FFFFFF">
              <a:alpha val="2750"/>
            </a:srgbClr>
          </a:solidFill>
          <a:ln/>
        </p:spPr>
      </p:sp>
      <p:sp>
        <p:nvSpPr>
          <p:cNvPr id="109" name="Shape 107"/>
          <p:cNvSpPr/>
          <p:nvPr/>
        </p:nvSpPr>
        <p:spPr>
          <a:xfrm>
            <a:off x="11835994" y="4343400"/>
            <a:ext cx="803758" cy="657454"/>
          </a:xfrm>
          <a:prstGeom prst="rect">
            <a:avLst/>
          </a:prstGeom>
          <a:solidFill>
            <a:srgbClr val="FFFFFF">
              <a:alpha val="3438"/>
            </a:srgbClr>
          </a:solidFill>
          <a:ln/>
        </p:spPr>
      </p:sp>
      <p:sp>
        <p:nvSpPr>
          <p:cNvPr id="110" name="Shape 108"/>
          <p:cNvSpPr/>
          <p:nvPr/>
        </p:nvSpPr>
        <p:spPr>
          <a:xfrm>
            <a:off x="11835994" y="4991710"/>
            <a:ext cx="803758" cy="657454"/>
          </a:xfrm>
          <a:prstGeom prst="rect">
            <a:avLst/>
          </a:prstGeom>
          <a:solidFill>
            <a:srgbClr val="FFFFFF">
              <a:alpha val="4125"/>
            </a:srgbClr>
          </a:solidFill>
          <a:ln/>
        </p:spPr>
      </p:sp>
      <p:sp>
        <p:nvSpPr>
          <p:cNvPr id="111" name="Shape 109"/>
          <p:cNvSpPr/>
          <p:nvPr/>
        </p:nvSpPr>
        <p:spPr>
          <a:xfrm>
            <a:off x="11835994" y="5640019"/>
            <a:ext cx="803758" cy="657454"/>
          </a:xfrm>
          <a:prstGeom prst="rect">
            <a:avLst/>
          </a:prstGeom>
          <a:solidFill>
            <a:srgbClr val="FFFFFF">
              <a:alpha val="4813"/>
            </a:srgbClr>
          </a:solidFill>
          <a:ln/>
        </p:spPr>
      </p:sp>
      <p:sp>
        <p:nvSpPr>
          <p:cNvPr id="112" name="Shape 110"/>
          <p:cNvSpPr/>
          <p:nvPr/>
        </p:nvSpPr>
        <p:spPr>
          <a:xfrm>
            <a:off x="11835994" y="6288329"/>
            <a:ext cx="803758" cy="657454"/>
          </a:xfrm>
          <a:prstGeom prst="rect">
            <a:avLst/>
          </a:prstGeom>
          <a:solidFill>
            <a:srgbClr val="FFFFFF">
              <a:alpha val="5500"/>
            </a:srgbClr>
          </a:solidFill>
          <a:ln/>
        </p:spPr>
      </p:sp>
      <p:sp>
        <p:nvSpPr>
          <p:cNvPr id="113" name="Shape 111"/>
          <p:cNvSpPr/>
          <p:nvPr/>
        </p:nvSpPr>
        <p:spPr>
          <a:xfrm>
            <a:off x="10465308" y="4358030"/>
            <a:ext cx="803758" cy="331356"/>
          </a:xfrm>
          <a:prstGeom prst="rect">
            <a:avLst/>
          </a:prstGeom>
          <a:solidFill>
            <a:srgbClr val="FFFFFF">
              <a:alpha val="138"/>
            </a:srgbClr>
          </a:solidFill>
          <a:ln/>
        </p:spPr>
      </p:sp>
      <p:sp>
        <p:nvSpPr>
          <p:cNvPr id="114" name="Shape 112"/>
          <p:cNvSpPr/>
          <p:nvPr/>
        </p:nvSpPr>
        <p:spPr>
          <a:xfrm>
            <a:off x="10465308" y="4680242"/>
            <a:ext cx="803758" cy="331356"/>
          </a:xfrm>
          <a:prstGeom prst="rect">
            <a:avLst/>
          </a:prstGeom>
          <a:solidFill>
            <a:srgbClr val="FFFFFF">
              <a:alpha val="275"/>
            </a:srgbClr>
          </a:solidFill>
          <a:ln/>
        </p:spPr>
      </p:sp>
      <p:sp>
        <p:nvSpPr>
          <p:cNvPr id="115" name="Shape 113"/>
          <p:cNvSpPr/>
          <p:nvPr/>
        </p:nvSpPr>
        <p:spPr>
          <a:xfrm>
            <a:off x="10465308" y="5002454"/>
            <a:ext cx="803758" cy="331356"/>
          </a:xfrm>
          <a:prstGeom prst="rect">
            <a:avLst/>
          </a:prstGeom>
          <a:solidFill>
            <a:srgbClr val="FFFFFF">
              <a:alpha val="412"/>
            </a:srgbClr>
          </a:solidFill>
          <a:ln/>
        </p:spPr>
      </p:sp>
      <p:sp>
        <p:nvSpPr>
          <p:cNvPr id="116" name="Shape 114"/>
          <p:cNvSpPr/>
          <p:nvPr/>
        </p:nvSpPr>
        <p:spPr>
          <a:xfrm>
            <a:off x="10465308" y="5324666"/>
            <a:ext cx="803758" cy="331356"/>
          </a:xfrm>
          <a:prstGeom prst="rect">
            <a:avLst/>
          </a:prstGeom>
          <a:solidFill>
            <a:srgbClr val="FFFFFF">
              <a:alpha val="550"/>
            </a:srgbClr>
          </a:solidFill>
          <a:ln/>
        </p:spPr>
      </p:sp>
      <p:sp>
        <p:nvSpPr>
          <p:cNvPr id="117" name="Shape 115"/>
          <p:cNvSpPr/>
          <p:nvPr/>
        </p:nvSpPr>
        <p:spPr>
          <a:xfrm>
            <a:off x="10465308" y="5646877"/>
            <a:ext cx="803758" cy="331356"/>
          </a:xfrm>
          <a:prstGeom prst="rect">
            <a:avLst/>
          </a:prstGeom>
          <a:solidFill>
            <a:srgbClr val="FFFFFF">
              <a:alpha val="688"/>
            </a:srgbClr>
          </a:solidFill>
          <a:ln/>
        </p:spPr>
      </p:sp>
      <p:sp>
        <p:nvSpPr>
          <p:cNvPr id="118" name="Shape 116"/>
          <p:cNvSpPr/>
          <p:nvPr/>
        </p:nvSpPr>
        <p:spPr>
          <a:xfrm>
            <a:off x="10465308" y="5969089"/>
            <a:ext cx="803758" cy="331356"/>
          </a:xfrm>
          <a:prstGeom prst="rect">
            <a:avLst/>
          </a:prstGeom>
          <a:solidFill>
            <a:srgbClr val="FFFFFF">
              <a:alpha val="825"/>
            </a:srgbClr>
          </a:solidFill>
          <a:ln/>
        </p:spPr>
      </p:sp>
      <p:sp>
        <p:nvSpPr>
          <p:cNvPr id="119" name="Shape 117"/>
          <p:cNvSpPr/>
          <p:nvPr/>
        </p:nvSpPr>
        <p:spPr>
          <a:xfrm>
            <a:off x="10465308" y="6291301"/>
            <a:ext cx="803758" cy="331356"/>
          </a:xfrm>
          <a:prstGeom prst="rect">
            <a:avLst/>
          </a:prstGeom>
          <a:solidFill>
            <a:srgbClr val="FFFFFF">
              <a:alpha val="963"/>
            </a:srgbClr>
          </a:solidFill>
          <a:ln/>
        </p:spPr>
      </p:sp>
      <p:sp>
        <p:nvSpPr>
          <p:cNvPr id="120" name="Shape 118"/>
          <p:cNvSpPr/>
          <p:nvPr/>
        </p:nvSpPr>
        <p:spPr>
          <a:xfrm>
            <a:off x="10465308" y="6613512"/>
            <a:ext cx="803758" cy="331356"/>
          </a:xfrm>
          <a:prstGeom prst="rect">
            <a:avLst/>
          </a:prstGeom>
          <a:solidFill>
            <a:srgbClr val="FFFFFF">
              <a:alpha val="1100"/>
            </a:srgbClr>
          </a:solidFill>
          <a:ln/>
        </p:spPr>
      </p:sp>
      <p:sp>
        <p:nvSpPr>
          <p:cNvPr id="121" name="Shape 119"/>
          <p:cNvSpPr/>
          <p:nvPr/>
        </p:nvSpPr>
        <p:spPr>
          <a:xfrm>
            <a:off x="11155680" y="3177540"/>
            <a:ext cx="803758" cy="482117"/>
          </a:xfrm>
          <a:prstGeom prst="rect">
            <a:avLst/>
          </a:prstGeom>
          <a:solidFill>
            <a:srgbClr val="FFFFFF">
              <a:alpha val="344"/>
            </a:srgbClr>
          </a:solidFill>
          <a:ln/>
        </p:spPr>
      </p:sp>
      <p:sp>
        <p:nvSpPr>
          <p:cNvPr id="122" name="Shape 120"/>
          <p:cNvSpPr/>
          <p:nvPr/>
        </p:nvSpPr>
        <p:spPr>
          <a:xfrm>
            <a:off x="11155680" y="3650513"/>
            <a:ext cx="803758" cy="482117"/>
          </a:xfrm>
          <a:prstGeom prst="rect">
            <a:avLst/>
          </a:prstGeom>
          <a:solidFill>
            <a:srgbClr val="FFFFFF">
              <a:alpha val="688"/>
            </a:srgbClr>
          </a:solidFill>
          <a:ln/>
        </p:spPr>
      </p:sp>
      <p:sp>
        <p:nvSpPr>
          <p:cNvPr id="123" name="Shape 121"/>
          <p:cNvSpPr/>
          <p:nvPr/>
        </p:nvSpPr>
        <p:spPr>
          <a:xfrm>
            <a:off x="11155680" y="4123487"/>
            <a:ext cx="803758" cy="482117"/>
          </a:xfrm>
          <a:prstGeom prst="rect">
            <a:avLst/>
          </a:prstGeom>
          <a:solidFill>
            <a:srgbClr val="FFFFFF">
              <a:alpha val="1031"/>
            </a:srgbClr>
          </a:solidFill>
          <a:ln/>
        </p:spPr>
      </p:sp>
      <p:sp>
        <p:nvSpPr>
          <p:cNvPr id="124" name="Shape 122"/>
          <p:cNvSpPr/>
          <p:nvPr/>
        </p:nvSpPr>
        <p:spPr>
          <a:xfrm>
            <a:off x="11155680" y="4596460"/>
            <a:ext cx="803758" cy="482117"/>
          </a:xfrm>
          <a:prstGeom prst="rect">
            <a:avLst/>
          </a:prstGeom>
          <a:solidFill>
            <a:srgbClr val="FFFFFF">
              <a:alpha val="1375"/>
            </a:srgbClr>
          </a:solidFill>
          <a:ln/>
        </p:spPr>
      </p:sp>
      <p:sp>
        <p:nvSpPr>
          <p:cNvPr id="125" name="Shape 123"/>
          <p:cNvSpPr/>
          <p:nvPr/>
        </p:nvSpPr>
        <p:spPr>
          <a:xfrm>
            <a:off x="11155680" y="5069434"/>
            <a:ext cx="803758" cy="482117"/>
          </a:xfrm>
          <a:prstGeom prst="rect">
            <a:avLst/>
          </a:prstGeom>
          <a:solidFill>
            <a:srgbClr val="FFFFFF">
              <a:alpha val="1719"/>
            </a:srgbClr>
          </a:solidFill>
          <a:ln/>
        </p:spPr>
      </p:sp>
      <p:sp>
        <p:nvSpPr>
          <p:cNvPr id="126" name="Shape 124"/>
          <p:cNvSpPr/>
          <p:nvPr/>
        </p:nvSpPr>
        <p:spPr>
          <a:xfrm>
            <a:off x="11155680" y="5542407"/>
            <a:ext cx="803758" cy="482117"/>
          </a:xfrm>
          <a:prstGeom prst="rect">
            <a:avLst/>
          </a:prstGeom>
          <a:solidFill>
            <a:srgbClr val="FFFFFF">
              <a:alpha val="2063"/>
            </a:srgbClr>
          </a:solidFill>
          <a:ln/>
        </p:spPr>
      </p:sp>
      <p:sp>
        <p:nvSpPr>
          <p:cNvPr id="127" name="Shape 125"/>
          <p:cNvSpPr/>
          <p:nvPr/>
        </p:nvSpPr>
        <p:spPr>
          <a:xfrm>
            <a:off x="11155680" y="6015380"/>
            <a:ext cx="803758" cy="482117"/>
          </a:xfrm>
          <a:prstGeom prst="rect">
            <a:avLst/>
          </a:prstGeom>
          <a:solidFill>
            <a:srgbClr val="FFFFFF">
              <a:alpha val="2406"/>
            </a:srgbClr>
          </a:solidFill>
          <a:ln/>
        </p:spPr>
      </p:sp>
      <p:sp>
        <p:nvSpPr>
          <p:cNvPr id="128" name="Shape 126"/>
          <p:cNvSpPr/>
          <p:nvPr/>
        </p:nvSpPr>
        <p:spPr>
          <a:xfrm>
            <a:off x="11155680" y="6488354"/>
            <a:ext cx="803758" cy="482117"/>
          </a:xfrm>
          <a:prstGeom prst="rect">
            <a:avLst/>
          </a:prstGeom>
          <a:solidFill>
            <a:srgbClr val="FFFFFF">
              <a:alpha val="2750"/>
            </a:srgbClr>
          </a:solidFill>
          <a:ln/>
        </p:spPr>
      </p:sp>
      <p:sp>
        <p:nvSpPr>
          <p:cNvPr id="129" name="Shape 127"/>
          <p:cNvSpPr/>
          <p:nvPr/>
        </p:nvSpPr>
        <p:spPr>
          <a:xfrm>
            <a:off x="0" y="5984748"/>
            <a:ext cx="5729630" cy="0"/>
          </a:xfrm>
          <a:prstGeom prst="line">
            <a:avLst/>
          </a:prstGeom>
          <a:noFill/>
          <a:ln w="2540">
            <a:solidFill>
              <a:srgbClr val="D0CFCF"/>
            </a:solidFill>
            <a:prstDash val="solid"/>
          </a:ln>
        </p:spPr>
      </p:sp>
      <p:sp>
        <p:nvSpPr>
          <p:cNvPr id="130" name="Shape 128"/>
          <p:cNvSpPr/>
          <p:nvPr/>
        </p:nvSpPr>
        <p:spPr>
          <a:xfrm>
            <a:off x="670255" y="873252"/>
            <a:ext cx="0" cy="5111496"/>
          </a:xfrm>
          <a:prstGeom prst="line">
            <a:avLst/>
          </a:prstGeom>
          <a:noFill/>
          <a:ln w="2540">
            <a:solidFill>
              <a:srgbClr val="D0CFCF"/>
            </a:solidFill>
            <a:prstDash val="solid"/>
          </a:ln>
        </p:spPr>
      </p:sp>
      <p:sp>
        <p:nvSpPr>
          <p:cNvPr id="131" name="Shape 129"/>
          <p:cNvSpPr/>
          <p:nvPr/>
        </p:nvSpPr>
        <p:spPr>
          <a:xfrm>
            <a:off x="5048402" y="873252"/>
            <a:ext cx="0" cy="5111496"/>
          </a:xfrm>
          <a:prstGeom prst="line">
            <a:avLst/>
          </a:prstGeom>
          <a:noFill/>
          <a:ln w="2540">
            <a:solidFill>
              <a:srgbClr val="D0CFCF"/>
            </a:solidFill>
            <a:prstDash val="solid"/>
          </a:ln>
        </p:spPr>
      </p:sp>
      <p:sp>
        <p:nvSpPr>
          <p:cNvPr id="132" name="Shape 130"/>
          <p:cNvSpPr/>
          <p:nvPr/>
        </p:nvSpPr>
        <p:spPr>
          <a:xfrm>
            <a:off x="635508" y="839419"/>
            <a:ext cx="72238" cy="72238"/>
          </a:xfrm>
          <a:prstGeom prst="ellipse">
            <a:avLst/>
          </a:prstGeom>
          <a:solidFill>
            <a:srgbClr val="D0CFCF"/>
          </a:solidFill>
          <a:ln/>
        </p:spPr>
      </p:sp>
      <p:sp>
        <p:nvSpPr>
          <p:cNvPr id="133" name="Shape 131"/>
          <p:cNvSpPr/>
          <p:nvPr/>
        </p:nvSpPr>
        <p:spPr>
          <a:xfrm>
            <a:off x="635508" y="5953658"/>
            <a:ext cx="72238" cy="72238"/>
          </a:xfrm>
          <a:prstGeom prst="ellipse">
            <a:avLst/>
          </a:prstGeom>
          <a:solidFill>
            <a:srgbClr val="D0CFCF"/>
          </a:solidFill>
          <a:ln/>
        </p:spPr>
      </p:sp>
      <p:sp>
        <p:nvSpPr>
          <p:cNvPr id="134" name="Shape 132"/>
          <p:cNvSpPr/>
          <p:nvPr/>
        </p:nvSpPr>
        <p:spPr>
          <a:xfrm>
            <a:off x="5012741" y="839419"/>
            <a:ext cx="72238" cy="72238"/>
          </a:xfrm>
          <a:prstGeom prst="ellipse">
            <a:avLst/>
          </a:prstGeom>
          <a:solidFill>
            <a:srgbClr val="D0CFCF"/>
          </a:solidFill>
          <a:ln/>
        </p:spPr>
      </p:sp>
      <p:sp>
        <p:nvSpPr>
          <p:cNvPr id="135" name="Shape 133"/>
          <p:cNvSpPr/>
          <p:nvPr/>
        </p:nvSpPr>
        <p:spPr>
          <a:xfrm>
            <a:off x="5012741" y="5953658"/>
            <a:ext cx="72238" cy="72238"/>
          </a:xfrm>
          <a:prstGeom prst="ellipse">
            <a:avLst/>
          </a:prstGeom>
          <a:solidFill>
            <a:srgbClr val="D0CFCF"/>
          </a:solidFill>
          <a:ln/>
        </p:spPr>
      </p:sp>
      <p:sp>
        <p:nvSpPr>
          <p:cNvPr id="136" name="Text 134"/>
          <p:cNvSpPr/>
          <p:nvPr/>
        </p:nvSpPr>
        <p:spPr>
          <a:xfrm>
            <a:off x="850392" y="2468880"/>
            <a:ext cx="4023360" cy="1463040"/>
          </a:xfrm>
          <a:prstGeom prst="rect">
            <a:avLst/>
          </a:prstGeom>
          <a:noFill/>
          <a:ln/>
        </p:spPr>
        <p:txBody>
          <a:bodyPr wrap="square" rtlCol="0" anchor="t"/>
          <a:lstStyle/>
          <a:p>
            <a:pPr algn="ctr" indent="0" marL="0">
              <a:lnSpc>
                <a:spcPct val="90000"/>
              </a:lnSpc>
              <a:buNone/>
            </a:pPr>
            <a:r>
              <a:rPr lang="en-US" sz="9600" spc="-150" kern="0" dirty="0">
                <a:solidFill>
                  <a:srgbClr val="FFFFFF"/>
                </a:solidFill>
                <a:latin typeface="Manrope" pitchFamily="34" charset="0"/>
                <a:ea typeface="Manrope" pitchFamily="34" charset="-122"/>
                <a:cs typeface="Manrope" pitchFamily="34" charset="-120"/>
              </a:rPr>
              <a:t>2017</a:t>
            </a:r>
            <a:endParaRPr lang="en-US" sz="8000" dirty="0"/>
          </a:p>
        </p:txBody>
      </p:sp>
      <p:sp>
        <p:nvSpPr>
          <p:cNvPr id="137" name="Text 135"/>
          <p:cNvSpPr/>
          <p:nvPr/>
        </p:nvSpPr>
        <p:spPr>
          <a:xfrm>
            <a:off x="850392" y="1138428"/>
            <a:ext cx="4023360" cy="377647"/>
          </a:xfrm>
          <a:prstGeom prst="rect">
            <a:avLst/>
          </a:prstGeom>
          <a:noFill/>
          <a:ln/>
        </p:spPr>
        <p:txBody>
          <a:bodyPr wrap="square" rtlCol="0" anchor="t"/>
          <a:lstStyle/>
          <a:p>
            <a:pPr algn="ctr" indent="0" marL="0">
              <a:lnSpc>
                <a:spcPct val="125000"/>
              </a:lnSpc>
              <a:spcAft>
                <a:spcPts val="600"/>
              </a:spcAft>
              <a:buNone/>
            </a:pPr>
            <a:r>
              <a:rPr lang="en-US" sz="1800" dirty="0">
                <a:solidFill>
                  <a:srgbClr val="FFFFFF"/>
                </a:solidFill>
                <a:latin typeface="Manrope" pitchFamily="34" charset="0"/>
                <a:ea typeface="Manrope" pitchFamily="34" charset="-122"/>
                <a:cs typeface="Manrope" pitchFamily="34" charset="-120"/>
              </a:rPr>
              <a:t>Attention Is All You Need</a:t>
            </a:r>
            <a:endParaRPr lang="en-US" sz="1600" dirty="0"/>
          </a:p>
        </p:txBody>
      </p:sp>
      <p:sp>
        <p:nvSpPr>
          <p:cNvPr id="138" name="Text 136"/>
          <p:cNvSpPr/>
          <p:nvPr/>
        </p:nvSpPr>
        <p:spPr>
          <a:xfrm>
            <a:off x="850392" y="4114800"/>
            <a:ext cx="4023360" cy="731520"/>
          </a:xfrm>
          <a:prstGeom prst="rect">
            <a:avLst/>
          </a:prstGeom>
          <a:noFill/>
          <a:ln/>
        </p:spPr>
        <p:txBody>
          <a:bodyPr wrap="square" rtlCol="0" anchor="t"/>
          <a:lstStyle/>
          <a:p>
            <a:pPr algn="ctr" indent="0" marL="0">
              <a:lnSpc>
                <a:spcPct val="125000"/>
              </a:lnSpc>
              <a:spcAft>
                <a:spcPts val="600"/>
              </a:spcAft>
              <a:buNone/>
            </a:pPr>
            <a:r>
              <a:rPr lang="en-US" sz="1600" dirty="0">
                <a:solidFill>
                  <a:srgbClr val="FFFFFF"/>
                </a:solidFill>
                <a:latin typeface="Manrope" pitchFamily="34" charset="0"/>
                <a:ea typeface="Manrope" pitchFamily="34" charset="-122"/>
                <a:cs typeface="Manrope" pitchFamily="34" charset="-120"/>
              </a:rPr>
              <a:t>Vaswani et al. publish the original Transformer paper</a:t>
            </a:r>
            <a:endParaRPr lang="en-US" sz="1600" dirty="0"/>
          </a:p>
        </p:txBody>
      </p:sp>
      <p:sp>
        <p:nvSpPr>
          <p:cNvPr id="139" name="Text 137"/>
          <p:cNvSpPr/>
          <p:nvPr/>
        </p:nvSpPr>
        <p:spPr>
          <a:xfrm>
            <a:off x="6216091" y="5486400"/>
            <a:ext cx="5120640" cy="731520"/>
          </a:xfrm>
          <a:prstGeom prst="rect">
            <a:avLst/>
          </a:prstGeom>
          <a:noFill/>
          <a:ln/>
        </p:spPr>
        <p:txBody>
          <a:bodyPr wrap="square" rtlCol="0" anchor="t"/>
          <a:lstStyle/>
          <a:p>
            <a:pPr indent="0" marL="0">
              <a:lnSpc>
                <a:spcPct val="125000"/>
              </a:lnSpc>
              <a:spcAft>
                <a:spcPts val="600"/>
              </a:spcAft>
              <a:buNone/>
            </a:pPr>
            <a:r>
              <a:rPr lang="en-US" sz="1300" dirty="0">
                <a:solidFill>
                  <a:srgbClr val="FFFFFF"/>
                </a:solidFill>
                <a:latin typeface="Manrope" pitchFamily="34" charset="0"/>
                <a:ea typeface="Manrope" pitchFamily="34" charset="-122"/>
                <a:cs typeface="Manrope" pitchFamily="34" charset="-120"/>
              </a:rPr>
              <a:t>Learn it with The Illustrated Transformer, the Hugging Face LLM Course (12 chapters) and Karpathy’s GPT lectures.</a:t>
            </a:r>
            <a:endParaRPr lang="en-US" sz="1200" dirty="0"/>
          </a:p>
        </p:txBody>
      </p:sp>
      <p:sp>
        <p:nvSpPr>
          <p:cNvPr id="140" name="Text 138"/>
          <p:cNvSpPr/>
          <p:nvPr/>
        </p:nvSpPr>
        <p:spPr>
          <a:xfrm>
            <a:off x="6880860" y="2560320"/>
            <a:ext cx="4572000" cy="777240"/>
          </a:xfrm>
          <a:prstGeom prst="rect">
            <a:avLst/>
          </a:prstGeom>
          <a:noFill/>
          <a:ln/>
        </p:spPr>
        <p:txBody>
          <a:bodyPr wrap="square" rtlCol="0" anchor="t"/>
          <a:lstStyle/>
          <a:p>
            <a:pPr indent="0" marL="0">
              <a:lnSpc>
                <a:spcPct val="110000"/>
              </a:lnSpc>
              <a:spcAft>
                <a:spcPts val="600"/>
              </a:spcAft>
              <a:buNone/>
            </a:pPr>
            <a:r>
              <a:rPr lang="en-US" sz="1600" dirty="0">
                <a:solidFill>
                  <a:srgbClr val="FFFFFF"/>
                </a:solidFill>
                <a:latin typeface="Manrope" pitchFamily="34" charset="0"/>
                <a:ea typeface="Manrope" pitchFamily="34" charset="-122"/>
                <a:cs typeface="Manrope" pitchFamily="34" charset="-120"/>
              </a:rPr>
              <a:t>Its strengths and limits shape every design decision you make later. Three limits matter most:</a:t>
            </a:r>
            <a:endParaRPr lang="en-US" sz="1600" dirty="0"/>
          </a:p>
        </p:txBody>
      </p:sp>
      <p:sp>
        <p:nvSpPr>
          <p:cNvPr id="141" name="Shape 139"/>
          <p:cNvSpPr/>
          <p:nvPr/>
        </p:nvSpPr>
        <p:spPr>
          <a:xfrm>
            <a:off x="6384341" y="2606040"/>
            <a:ext cx="393192" cy="393192"/>
          </a:xfrm>
          <a:prstGeom prst="ellipse">
            <a:avLst/>
          </a:prstGeom>
          <a:ln w="15875">
            <a:solidFill>
              <a:srgbClr val="9FEF9C"/>
            </a:solidFill>
            <a:prstDash val="solid"/>
          </a:ln>
        </p:spPr>
      </p:sp>
      <p:sp>
        <p:nvSpPr>
          <p:cNvPr id="142" name="Shape 140"/>
          <p:cNvSpPr/>
          <p:nvPr/>
        </p:nvSpPr>
        <p:spPr>
          <a:xfrm>
            <a:off x="6514094" y="2734056"/>
            <a:ext cx="133685" cy="133685"/>
          </a:xfrm>
          <a:prstGeom prst="ellipse">
            <a:avLst/>
          </a:prstGeom>
          <a:solidFill>
            <a:srgbClr val="9FEF9C"/>
          </a:solidFill>
          <a:ln/>
        </p:spPr>
      </p:sp>
      <p:sp>
        <p:nvSpPr>
          <p:cNvPr id="2001" name="g1 text 2001"/>
          <p:cNvSpPr txBox="1"/>
          <p:nvPr/>
        </p:nvSpPr>
        <p:spPr>
          <a:xfrm>
            <a:off x="6400800" y="3611880"/>
            <a:ext cx="365760" cy="411480"/>
          </a:xfrm>
          <a:prstGeom prst="rect">
            <a:avLst/>
          </a:prstGeom>
          <a:noFill/>
        </p:spPr>
        <p:txBody>
          <a:bodyPr wrap="square" lIns="0" tIns="0" rIns="0" bIns="0" anchor="t">
            <a:noAutofit/>
          </a:bodyPr>
          <a:lstStyle/>
          <a:p>
            <a:pPr algn="l">
              <a:lnSpc>
                <a:spcPct val="100000"/>
              </a:lnSpc>
              <a:buNone/>
            </a:pPr>
            <a:r>
              <a:rPr lang="en-US" sz="2000" b="1" dirty="0">
                <a:solidFill>
                  <a:srgbClr val="FCFF9B"/>
                </a:solidFill>
                <a:latin typeface="Manrope"/>
                <a:ea typeface="Manrope"/>
                <a:cs typeface="Manrope"/>
              </a:rPr>
              <a:t>1</a:t>
            </a:r>
          </a:p>
        </p:txBody>
      </p:sp>
      <p:sp>
        <p:nvSpPr>
          <p:cNvPr id="2002" name="g1 text 2002"/>
          <p:cNvSpPr txBox="1"/>
          <p:nvPr/>
        </p:nvSpPr>
        <p:spPr>
          <a:xfrm>
            <a:off x="6858000" y="3648456"/>
            <a:ext cx="5257800" cy="457200"/>
          </a:xfrm>
          <a:prstGeom prst="rect">
            <a:avLst/>
          </a:prstGeom>
          <a:noFill/>
        </p:spPr>
        <p:txBody>
          <a:bodyPr wrap="square" lIns="0" tIns="0" rIns="0" bIns="0" anchor="t">
            <a:noAutofit/>
          </a:bodyPr>
          <a:lstStyle/>
          <a:p>
            <a:pPr algn="l">
              <a:lnSpc>
                <a:spcPct val="100000"/>
              </a:lnSpc>
              <a:buNone/>
            </a:pPr>
            <a:r>
              <a:rPr lang="en-US" sz="1600" b="1" dirty="0">
                <a:solidFill>
                  <a:srgbClr val="D5E6CD"/>
                </a:solidFill>
                <a:latin typeface="Manrope"/>
                <a:ea typeface="Manrope"/>
                <a:cs typeface="Manrope"/>
              </a:rPr>
              <a:t>Context windows: </a:t>
            </a:r>
            <a:r>
              <a:rPr lang="en-US" sz="1400" b="0" dirty="0">
                <a:solidFill>
                  <a:srgbClr val="FFFFFF"/>
                </a:solidFill>
                <a:latin typeface="Manrope"/>
                <a:ea typeface="Manrope"/>
                <a:cs typeface="Manrope"/>
              </a:rPr>
              <a:t>how much the model can take in at once</a:t>
            </a:r>
          </a:p>
        </p:txBody>
      </p:sp>
      <p:sp>
        <p:nvSpPr>
          <p:cNvPr id="2003" name="g1 text 2003"/>
          <p:cNvSpPr txBox="1"/>
          <p:nvPr/>
        </p:nvSpPr>
        <p:spPr>
          <a:xfrm>
            <a:off x="6400800" y="4178808"/>
            <a:ext cx="365760" cy="411480"/>
          </a:xfrm>
          <a:prstGeom prst="rect">
            <a:avLst/>
          </a:prstGeom>
          <a:noFill/>
        </p:spPr>
        <p:txBody>
          <a:bodyPr wrap="square" lIns="0" tIns="0" rIns="0" bIns="0" anchor="t">
            <a:noAutofit/>
          </a:bodyPr>
          <a:lstStyle/>
          <a:p>
            <a:pPr algn="l">
              <a:lnSpc>
                <a:spcPct val="100000"/>
              </a:lnSpc>
              <a:buNone/>
            </a:pPr>
            <a:r>
              <a:rPr lang="en-US" sz="2000" b="1" dirty="0">
                <a:solidFill>
                  <a:srgbClr val="FCFF9B"/>
                </a:solidFill>
                <a:latin typeface="Manrope"/>
                <a:ea typeface="Manrope"/>
                <a:cs typeface="Manrope"/>
              </a:rPr>
              <a:t>2</a:t>
            </a:r>
          </a:p>
        </p:txBody>
      </p:sp>
      <p:sp>
        <p:nvSpPr>
          <p:cNvPr id="2004" name="g1 text 2004"/>
          <p:cNvSpPr txBox="1"/>
          <p:nvPr/>
        </p:nvSpPr>
        <p:spPr>
          <a:xfrm>
            <a:off x="6858000" y="4215384"/>
            <a:ext cx="4846320" cy="457200"/>
          </a:xfrm>
          <a:prstGeom prst="rect">
            <a:avLst/>
          </a:prstGeom>
          <a:noFill/>
        </p:spPr>
        <p:txBody>
          <a:bodyPr wrap="square" lIns="0" tIns="0" rIns="0" bIns="0" anchor="t">
            <a:noAutofit/>
          </a:bodyPr>
          <a:lstStyle/>
          <a:p>
            <a:pPr algn="l">
              <a:lnSpc>
                <a:spcPct val="100000"/>
              </a:lnSpc>
              <a:buNone/>
            </a:pPr>
            <a:r>
              <a:rPr lang="en-US" sz="1600" b="1" dirty="0">
                <a:solidFill>
                  <a:srgbClr val="D5E6CD"/>
                </a:solidFill>
                <a:latin typeface="Manrope"/>
                <a:ea typeface="Manrope"/>
                <a:cs typeface="Manrope"/>
              </a:rPr>
              <a:t>Hallucination</a:t>
            </a:r>
          </a:p>
        </p:txBody>
      </p:sp>
      <p:sp>
        <p:nvSpPr>
          <p:cNvPr id="2005" name="g1 text 2005"/>
          <p:cNvSpPr txBox="1"/>
          <p:nvPr/>
        </p:nvSpPr>
        <p:spPr>
          <a:xfrm>
            <a:off x="6400800" y="4745736"/>
            <a:ext cx="365760" cy="411480"/>
          </a:xfrm>
          <a:prstGeom prst="rect">
            <a:avLst/>
          </a:prstGeom>
          <a:noFill/>
        </p:spPr>
        <p:txBody>
          <a:bodyPr wrap="square" lIns="0" tIns="0" rIns="0" bIns="0" anchor="t">
            <a:noAutofit/>
          </a:bodyPr>
          <a:lstStyle/>
          <a:p>
            <a:pPr algn="l">
              <a:lnSpc>
                <a:spcPct val="100000"/>
              </a:lnSpc>
              <a:buNone/>
            </a:pPr>
            <a:r>
              <a:rPr lang="en-US" sz="2000" b="1" dirty="0">
                <a:solidFill>
                  <a:srgbClr val="FCFF9B"/>
                </a:solidFill>
                <a:latin typeface="Manrope"/>
                <a:ea typeface="Manrope"/>
                <a:cs typeface="Manrope"/>
              </a:rPr>
              <a:t>3</a:t>
            </a:r>
          </a:p>
        </p:txBody>
      </p:sp>
      <p:sp>
        <p:nvSpPr>
          <p:cNvPr id="2006" name="g1 text 2006"/>
          <p:cNvSpPr txBox="1"/>
          <p:nvPr/>
        </p:nvSpPr>
        <p:spPr>
          <a:xfrm>
            <a:off x="6858000" y="4782312"/>
            <a:ext cx="5257800" cy="457200"/>
          </a:xfrm>
          <a:prstGeom prst="rect">
            <a:avLst/>
          </a:prstGeom>
          <a:noFill/>
        </p:spPr>
        <p:txBody>
          <a:bodyPr wrap="square" lIns="0" tIns="0" rIns="0" bIns="0" anchor="t">
            <a:noAutofit/>
          </a:bodyPr>
          <a:lstStyle/>
          <a:p>
            <a:pPr algn="l">
              <a:lnSpc>
                <a:spcPct val="100000"/>
              </a:lnSpc>
              <a:buNone/>
            </a:pPr>
            <a:r>
              <a:rPr lang="en-US" sz="1600" b="1" dirty="0">
                <a:solidFill>
                  <a:srgbClr val="D5E6CD"/>
                </a:solidFill>
                <a:latin typeface="Manrope"/>
                <a:ea typeface="Manrope"/>
                <a:cs typeface="Manrope"/>
              </a:rPr>
              <a:t>Structured output: </a:t>
            </a:r>
            <a:r>
              <a:rPr lang="en-US" sz="1400" b="0" dirty="0">
                <a:solidFill>
                  <a:srgbClr val="FFFFFF"/>
                </a:solidFill>
                <a:latin typeface="Manrope"/>
                <a:ea typeface="Manrope"/>
                <a:cs typeface="Manrope"/>
              </a:rPr>
              <a:t>how reliably the model produces it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4441"/>
          </a:solidFill>
          <a:ln/>
        </p:spPr>
      </p:sp>
      <p:sp>
        <p:nvSpPr>
          <p:cNvPr id="3" name="Shape 1"/>
          <p:cNvSpPr/>
          <p:nvPr/>
        </p:nvSpPr>
        <p:spPr>
          <a:xfrm>
            <a:off x="-10058400" y="-21488400"/>
            <a:ext cx="43525440" cy="43525440"/>
          </a:xfrm>
          <a:prstGeom prst="ellipse">
            <a:avLst/>
          </a:prstGeom>
          <a:solidFill>
            <a:srgbClr val="4B6041">
              <a:alpha val="5333"/>
            </a:srgbClr>
          </a:solidFill>
          <a:ln/>
        </p:spPr>
      </p:sp>
      <p:sp>
        <p:nvSpPr>
          <p:cNvPr id="4" name="Shape 2"/>
          <p:cNvSpPr/>
          <p:nvPr/>
        </p:nvSpPr>
        <p:spPr>
          <a:xfrm>
            <a:off x="-8046720" y="-19476720"/>
            <a:ext cx="39502080" cy="39502080"/>
          </a:xfrm>
          <a:prstGeom prst="ellipse">
            <a:avLst/>
          </a:prstGeom>
          <a:solidFill>
            <a:srgbClr val="4B6041">
              <a:alpha val="6000"/>
            </a:srgbClr>
          </a:solidFill>
          <a:ln/>
        </p:spPr>
      </p:sp>
      <p:sp>
        <p:nvSpPr>
          <p:cNvPr id="5" name="Shape 3"/>
          <p:cNvSpPr/>
          <p:nvPr/>
        </p:nvSpPr>
        <p:spPr>
          <a:xfrm>
            <a:off x="-6035040" y="-17465040"/>
            <a:ext cx="35478720" cy="35478720"/>
          </a:xfrm>
          <a:prstGeom prst="ellipse">
            <a:avLst/>
          </a:prstGeom>
          <a:solidFill>
            <a:srgbClr val="4B6041">
              <a:alpha val="6857"/>
            </a:srgbClr>
          </a:solidFill>
          <a:ln/>
        </p:spPr>
      </p:sp>
      <p:sp>
        <p:nvSpPr>
          <p:cNvPr id="6" name="Shape 4"/>
          <p:cNvSpPr/>
          <p:nvPr/>
        </p:nvSpPr>
        <p:spPr>
          <a:xfrm>
            <a:off x="-4023360" y="-15453360"/>
            <a:ext cx="31455360" cy="31455360"/>
          </a:xfrm>
          <a:prstGeom prst="ellipse">
            <a:avLst/>
          </a:prstGeom>
          <a:solidFill>
            <a:srgbClr val="4B6041">
              <a:alpha val="8000"/>
            </a:srgbClr>
          </a:solidFill>
          <a:ln/>
        </p:spPr>
      </p:sp>
      <p:sp>
        <p:nvSpPr>
          <p:cNvPr id="7" name="Shape 5"/>
          <p:cNvSpPr/>
          <p:nvPr/>
        </p:nvSpPr>
        <p:spPr>
          <a:xfrm>
            <a:off x="-2011680" y="-13441680"/>
            <a:ext cx="27432000" cy="27432000"/>
          </a:xfrm>
          <a:prstGeom prst="ellipse">
            <a:avLst/>
          </a:prstGeom>
          <a:solidFill>
            <a:srgbClr val="4B6041">
              <a:alpha val="9600"/>
            </a:srgbClr>
          </a:solidFill>
          <a:ln/>
        </p:spPr>
      </p:sp>
      <p:sp>
        <p:nvSpPr>
          <p:cNvPr id="8" name="Shape 6"/>
          <p:cNvSpPr/>
          <p:nvPr/>
        </p:nvSpPr>
        <p:spPr>
          <a:xfrm>
            <a:off x="0" y="-11430000"/>
            <a:ext cx="23408640" cy="23408640"/>
          </a:xfrm>
          <a:prstGeom prst="ellipse">
            <a:avLst/>
          </a:prstGeom>
          <a:solidFill>
            <a:srgbClr val="4B6041">
              <a:alpha val="12000"/>
            </a:srgbClr>
          </a:solidFill>
          <a:ln/>
        </p:spPr>
      </p:sp>
      <p:sp>
        <p:nvSpPr>
          <p:cNvPr id="9" name="Shape 7"/>
          <p:cNvSpPr/>
          <p:nvPr/>
        </p:nvSpPr>
        <p:spPr>
          <a:xfrm>
            <a:off x="2011680" y="-9418320"/>
            <a:ext cx="19385280" cy="19385280"/>
          </a:xfrm>
          <a:prstGeom prst="ellipse">
            <a:avLst/>
          </a:prstGeom>
          <a:solidFill>
            <a:srgbClr val="4B6041">
              <a:alpha val="16000"/>
            </a:srgbClr>
          </a:solidFill>
          <a:ln/>
        </p:spPr>
      </p:sp>
      <p:sp>
        <p:nvSpPr>
          <p:cNvPr id="10" name="Shape 8"/>
          <p:cNvSpPr/>
          <p:nvPr/>
        </p:nvSpPr>
        <p:spPr>
          <a:xfrm>
            <a:off x="4023360" y="-7406640"/>
            <a:ext cx="15361920" cy="15361920"/>
          </a:xfrm>
          <a:prstGeom prst="ellipse">
            <a:avLst/>
          </a:prstGeom>
          <a:solidFill>
            <a:srgbClr val="4B6041">
              <a:alpha val="24000"/>
            </a:srgbClr>
          </a:solidFill>
          <a:ln/>
        </p:spPr>
      </p:sp>
      <p:sp>
        <p:nvSpPr>
          <p:cNvPr id="11" name="Shape 9"/>
          <p:cNvSpPr/>
          <p:nvPr/>
        </p:nvSpPr>
        <p:spPr>
          <a:xfrm>
            <a:off x="6035040" y="-5394960"/>
            <a:ext cx="11338560" cy="11338560"/>
          </a:xfrm>
          <a:prstGeom prst="ellipse">
            <a:avLst/>
          </a:prstGeom>
          <a:solidFill>
            <a:srgbClr val="4B6041">
              <a:alpha val="48000"/>
            </a:srgbClr>
          </a:solidFill>
          <a:ln/>
        </p:spPr>
      </p:sp>
      <p:sp>
        <p:nvSpPr>
          <p:cNvPr id="14" name="Shape 12"/>
          <p:cNvSpPr/>
          <p:nvPr/>
        </p:nvSpPr>
        <p:spPr>
          <a:xfrm>
            <a:off x="0" y="873252"/>
            <a:ext cx="12191695" cy="0"/>
          </a:xfrm>
          <a:prstGeom prst="line">
            <a:avLst/>
          </a:prstGeom>
          <a:noFill/>
          <a:ln w="2540">
            <a:solidFill>
              <a:srgbClr val="D0CFCF">
                <a:alpha val="60000"/>
              </a:srgbClr>
            </a:solidFill>
            <a:prstDash val="solid"/>
          </a:ln>
        </p:spPr>
      </p:sp>
      <p:sp>
        <p:nvSpPr>
          <p:cNvPr id="17" name="Shape 15"/>
          <p:cNvSpPr/>
          <p:nvPr/>
        </p:nvSpPr>
        <p:spPr>
          <a:xfrm>
            <a:off x="7651699" y="1720901"/>
            <a:ext cx="803758" cy="849706"/>
          </a:xfrm>
          <a:prstGeom prst="rect">
            <a:avLst/>
          </a:prstGeom>
          <a:solidFill>
            <a:srgbClr val="FFFFFF">
              <a:alpha val="688"/>
            </a:srgbClr>
          </a:solidFill>
          <a:ln/>
        </p:spPr>
      </p:sp>
      <p:sp>
        <p:nvSpPr>
          <p:cNvPr id="18" name="Shape 16"/>
          <p:cNvSpPr/>
          <p:nvPr/>
        </p:nvSpPr>
        <p:spPr>
          <a:xfrm>
            <a:off x="7651699" y="2561463"/>
            <a:ext cx="803758" cy="849706"/>
          </a:xfrm>
          <a:prstGeom prst="rect">
            <a:avLst/>
          </a:prstGeom>
          <a:solidFill>
            <a:srgbClr val="FFFFFF">
              <a:alpha val="1375"/>
            </a:srgbClr>
          </a:solidFill>
          <a:ln/>
        </p:spPr>
      </p:sp>
      <p:sp>
        <p:nvSpPr>
          <p:cNvPr id="19" name="Shape 17"/>
          <p:cNvSpPr/>
          <p:nvPr/>
        </p:nvSpPr>
        <p:spPr>
          <a:xfrm>
            <a:off x="7651699" y="3402025"/>
            <a:ext cx="803758" cy="849706"/>
          </a:xfrm>
          <a:prstGeom prst="rect">
            <a:avLst/>
          </a:prstGeom>
          <a:solidFill>
            <a:srgbClr val="FFFFFF">
              <a:alpha val="2063"/>
            </a:srgbClr>
          </a:solidFill>
          <a:ln/>
        </p:spPr>
      </p:sp>
      <p:sp>
        <p:nvSpPr>
          <p:cNvPr id="20" name="Shape 18"/>
          <p:cNvSpPr/>
          <p:nvPr/>
        </p:nvSpPr>
        <p:spPr>
          <a:xfrm>
            <a:off x="7651699" y="4242587"/>
            <a:ext cx="803758" cy="849706"/>
          </a:xfrm>
          <a:prstGeom prst="rect">
            <a:avLst/>
          </a:prstGeom>
          <a:solidFill>
            <a:srgbClr val="FFFFFF">
              <a:alpha val="2750"/>
            </a:srgbClr>
          </a:solidFill>
          <a:ln/>
        </p:spPr>
      </p:sp>
      <p:sp>
        <p:nvSpPr>
          <p:cNvPr id="21" name="Shape 19"/>
          <p:cNvSpPr/>
          <p:nvPr/>
        </p:nvSpPr>
        <p:spPr>
          <a:xfrm>
            <a:off x="7651699" y="5083150"/>
            <a:ext cx="803758" cy="849706"/>
          </a:xfrm>
          <a:prstGeom prst="rect">
            <a:avLst/>
          </a:prstGeom>
          <a:solidFill>
            <a:srgbClr val="FFFFFF">
              <a:alpha val="3438"/>
            </a:srgbClr>
          </a:solidFill>
          <a:ln/>
        </p:spPr>
      </p:sp>
      <p:sp>
        <p:nvSpPr>
          <p:cNvPr id="22" name="Shape 20"/>
          <p:cNvSpPr/>
          <p:nvPr/>
        </p:nvSpPr>
        <p:spPr>
          <a:xfrm>
            <a:off x="7651699" y="5923712"/>
            <a:ext cx="803758" cy="849706"/>
          </a:xfrm>
          <a:prstGeom prst="rect">
            <a:avLst/>
          </a:prstGeom>
          <a:solidFill>
            <a:srgbClr val="FFFFFF">
              <a:alpha val="4125"/>
            </a:srgbClr>
          </a:solidFill>
          <a:ln/>
        </p:spPr>
      </p:sp>
      <p:sp>
        <p:nvSpPr>
          <p:cNvPr id="23" name="Shape 21"/>
          <p:cNvSpPr/>
          <p:nvPr/>
        </p:nvSpPr>
        <p:spPr>
          <a:xfrm>
            <a:off x="7651699" y="6764274"/>
            <a:ext cx="803758" cy="849706"/>
          </a:xfrm>
          <a:prstGeom prst="rect">
            <a:avLst/>
          </a:prstGeom>
          <a:solidFill>
            <a:srgbClr val="FFFFFF">
              <a:alpha val="4813"/>
            </a:srgbClr>
          </a:solidFill>
          <a:ln/>
        </p:spPr>
      </p:sp>
      <p:sp>
        <p:nvSpPr>
          <p:cNvPr id="24" name="Shape 22"/>
          <p:cNvSpPr/>
          <p:nvPr/>
        </p:nvSpPr>
        <p:spPr>
          <a:xfrm>
            <a:off x="7651699" y="7604836"/>
            <a:ext cx="803758" cy="849706"/>
          </a:xfrm>
          <a:prstGeom prst="rect">
            <a:avLst/>
          </a:prstGeom>
          <a:solidFill>
            <a:srgbClr val="FFFFFF">
              <a:alpha val="5500"/>
            </a:srgbClr>
          </a:solidFill>
          <a:ln/>
        </p:spPr>
      </p:sp>
      <p:sp>
        <p:nvSpPr>
          <p:cNvPr id="25" name="Shape 23"/>
          <p:cNvSpPr/>
          <p:nvPr/>
        </p:nvSpPr>
        <p:spPr>
          <a:xfrm>
            <a:off x="6281928" y="4329684"/>
            <a:ext cx="803758" cy="523723"/>
          </a:xfrm>
          <a:prstGeom prst="rect">
            <a:avLst/>
          </a:prstGeom>
          <a:solidFill>
            <a:srgbClr val="FFFFFF">
              <a:alpha val="138"/>
            </a:srgbClr>
          </a:solidFill>
          <a:ln/>
        </p:spPr>
      </p:sp>
      <p:sp>
        <p:nvSpPr>
          <p:cNvPr id="26" name="Shape 24"/>
          <p:cNvSpPr/>
          <p:nvPr/>
        </p:nvSpPr>
        <p:spPr>
          <a:xfrm>
            <a:off x="6281928" y="4844263"/>
            <a:ext cx="803758" cy="523723"/>
          </a:xfrm>
          <a:prstGeom prst="rect">
            <a:avLst/>
          </a:prstGeom>
          <a:solidFill>
            <a:srgbClr val="FFFFFF">
              <a:alpha val="275"/>
            </a:srgbClr>
          </a:solidFill>
          <a:ln/>
        </p:spPr>
      </p:sp>
      <p:sp>
        <p:nvSpPr>
          <p:cNvPr id="27" name="Shape 25"/>
          <p:cNvSpPr/>
          <p:nvPr/>
        </p:nvSpPr>
        <p:spPr>
          <a:xfrm>
            <a:off x="6281928" y="5358841"/>
            <a:ext cx="803758" cy="523723"/>
          </a:xfrm>
          <a:prstGeom prst="rect">
            <a:avLst/>
          </a:prstGeom>
          <a:solidFill>
            <a:srgbClr val="FFFFFF">
              <a:alpha val="412"/>
            </a:srgbClr>
          </a:solidFill>
          <a:ln/>
        </p:spPr>
      </p:sp>
      <p:sp>
        <p:nvSpPr>
          <p:cNvPr id="28" name="Shape 26"/>
          <p:cNvSpPr/>
          <p:nvPr/>
        </p:nvSpPr>
        <p:spPr>
          <a:xfrm>
            <a:off x="6281928" y="5873420"/>
            <a:ext cx="803758" cy="523723"/>
          </a:xfrm>
          <a:prstGeom prst="rect">
            <a:avLst/>
          </a:prstGeom>
          <a:solidFill>
            <a:srgbClr val="FFFFFF">
              <a:alpha val="550"/>
            </a:srgbClr>
          </a:solidFill>
          <a:ln/>
        </p:spPr>
      </p:sp>
      <p:sp>
        <p:nvSpPr>
          <p:cNvPr id="29" name="Shape 27"/>
          <p:cNvSpPr/>
          <p:nvPr/>
        </p:nvSpPr>
        <p:spPr>
          <a:xfrm>
            <a:off x="6281928" y="6387998"/>
            <a:ext cx="803758" cy="523723"/>
          </a:xfrm>
          <a:prstGeom prst="rect">
            <a:avLst/>
          </a:prstGeom>
          <a:solidFill>
            <a:srgbClr val="FFFFFF">
              <a:alpha val="688"/>
            </a:srgbClr>
          </a:solidFill>
          <a:ln/>
        </p:spPr>
      </p:sp>
      <p:sp>
        <p:nvSpPr>
          <p:cNvPr id="30" name="Shape 28"/>
          <p:cNvSpPr/>
          <p:nvPr/>
        </p:nvSpPr>
        <p:spPr>
          <a:xfrm>
            <a:off x="6281928" y="6902577"/>
            <a:ext cx="803758" cy="523723"/>
          </a:xfrm>
          <a:prstGeom prst="rect">
            <a:avLst/>
          </a:prstGeom>
          <a:solidFill>
            <a:srgbClr val="FFFFFF">
              <a:alpha val="825"/>
            </a:srgbClr>
          </a:solidFill>
          <a:ln/>
        </p:spPr>
      </p:sp>
      <p:sp>
        <p:nvSpPr>
          <p:cNvPr id="31" name="Shape 29"/>
          <p:cNvSpPr/>
          <p:nvPr/>
        </p:nvSpPr>
        <p:spPr>
          <a:xfrm>
            <a:off x="6281928" y="7417156"/>
            <a:ext cx="803758" cy="523723"/>
          </a:xfrm>
          <a:prstGeom prst="rect">
            <a:avLst/>
          </a:prstGeom>
          <a:solidFill>
            <a:srgbClr val="FFFFFF">
              <a:alpha val="963"/>
            </a:srgbClr>
          </a:solidFill>
          <a:ln/>
        </p:spPr>
      </p:sp>
      <p:sp>
        <p:nvSpPr>
          <p:cNvPr id="32" name="Shape 30"/>
          <p:cNvSpPr/>
          <p:nvPr/>
        </p:nvSpPr>
        <p:spPr>
          <a:xfrm>
            <a:off x="6281928" y="7931734"/>
            <a:ext cx="803758" cy="523723"/>
          </a:xfrm>
          <a:prstGeom prst="rect">
            <a:avLst/>
          </a:prstGeom>
          <a:solidFill>
            <a:srgbClr val="FFFFFF">
              <a:alpha val="1100"/>
            </a:srgbClr>
          </a:solidFill>
          <a:ln/>
        </p:spPr>
      </p:sp>
      <p:sp>
        <p:nvSpPr>
          <p:cNvPr id="33" name="Shape 31"/>
          <p:cNvSpPr/>
          <p:nvPr/>
        </p:nvSpPr>
        <p:spPr>
          <a:xfrm>
            <a:off x="6971386" y="3148279"/>
            <a:ext cx="803758" cy="671284"/>
          </a:xfrm>
          <a:prstGeom prst="rect">
            <a:avLst/>
          </a:prstGeom>
          <a:solidFill>
            <a:srgbClr val="FFFFFF">
              <a:alpha val="344"/>
            </a:srgbClr>
          </a:solidFill>
          <a:ln/>
        </p:spPr>
      </p:sp>
      <p:sp>
        <p:nvSpPr>
          <p:cNvPr id="34" name="Shape 32"/>
          <p:cNvSpPr/>
          <p:nvPr/>
        </p:nvSpPr>
        <p:spPr>
          <a:xfrm>
            <a:off x="6971386" y="3810419"/>
            <a:ext cx="803758" cy="671284"/>
          </a:xfrm>
          <a:prstGeom prst="rect">
            <a:avLst/>
          </a:prstGeom>
          <a:solidFill>
            <a:srgbClr val="FFFFFF">
              <a:alpha val="688"/>
            </a:srgbClr>
          </a:solidFill>
          <a:ln/>
        </p:spPr>
      </p:sp>
      <p:sp>
        <p:nvSpPr>
          <p:cNvPr id="35" name="Shape 33"/>
          <p:cNvSpPr/>
          <p:nvPr/>
        </p:nvSpPr>
        <p:spPr>
          <a:xfrm>
            <a:off x="6971386" y="4472559"/>
            <a:ext cx="803758" cy="671284"/>
          </a:xfrm>
          <a:prstGeom prst="rect">
            <a:avLst/>
          </a:prstGeom>
          <a:solidFill>
            <a:srgbClr val="FFFFFF">
              <a:alpha val="1031"/>
            </a:srgbClr>
          </a:solidFill>
          <a:ln/>
        </p:spPr>
      </p:sp>
      <p:sp>
        <p:nvSpPr>
          <p:cNvPr id="36" name="Shape 34"/>
          <p:cNvSpPr/>
          <p:nvPr/>
        </p:nvSpPr>
        <p:spPr>
          <a:xfrm>
            <a:off x="6971386" y="5134699"/>
            <a:ext cx="803758" cy="671284"/>
          </a:xfrm>
          <a:prstGeom prst="rect">
            <a:avLst/>
          </a:prstGeom>
          <a:solidFill>
            <a:srgbClr val="FFFFFF">
              <a:alpha val="1375"/>
            </a:srgbClr>
          </a:solidFill>
          <a:ln/>
        </p:spPr>
      </p:sp>
      <p:sp>
        <p:nvSpPr>
          <p:cNvPr id="37" name="Shape 35"/>
          <p:cNvSpPr/>
          <p:nvPr/>
        </p:nvSpPr>
        <p:spPr>
          <a:xfrm>
            <a:off x="6971386" y="5796839"/>
            <a:ext cx="803758" cy="671284"/>
          </a:xfrm>
          <a:prstGeom prst="rect">
            <a:avLst/>
          </a:prstGeom>
          <a:solidFill>
            <a:srgbClr val="FFFFFF">
              <a:alpha val="1719"/>
            </a:srgbClr>
          </a:solidFill>
          <a:ln/>
        </p:spPr>
      </p:sp>
      <p:sp>
        <p:nvSpPr>
          <p:cNvPr id="38" name="Shape 36"/>
          <p:cNvSpPr/>
          <p:nvPr/>
        </p:nvSpPr>
        <p:spPr>
          <a:xfrm>
            <a:off x="6971386" y="6458979"/>
            <a:ext cx="803758" cy="671284"/>
          </a:xfrm>
          <a:prstGeom prst="rect">
            <a:avLst/>
          </a:prstGeom>
          <a:solidFill>
            <a:srgbClr val="FFFFFF">
              <a:alpha val="2063"/>
            </a:srgbClr>
          </a:solidFill>
          <a:ln/>
        </p:spPr>
      </p:sp>
      <p:sp>
        <p:nvSpPr>
          <p:cNvPr id="39" name="Shape 37"/>
          <p:cNvSpPr/>
          <p:nvPr/>
        </p:nvSpPr>
        <p:spPr>
          <a:xfrm>
            <a:off x="6971386" y="7121119"/>
            <a:ext cx="803758" cy="671284"/>
          </a:xfrm>
          <a:prstGeom prst="rect">
            <a:avLst/>
          </a:prstGeom>
          <a:solidFill>
            <a:srgbClr val="FFFFFF">
              <a:alpha val="2406"/>
            </a:srgbClr>
          </a:solidFill>
          <a:ln/>
        </p:spPr>
      </p:sp>
      <p:sp>
        <p:nvSpPr>
          <p:cNvPr id="40" name="Shape 38"/>
          <p:cNvSpPr/>
          <p:nvPr/>
        </p:nvSpPr>
        <p:spPr>
          <a:xfrm>
            <a:off x="6971386" y="7783259"/>
            <a:ext cx="803758" cy="671284"/>
          </a:xfrm>
          <a:prstGeom prst="rect">
            <a:avLst/>
          </a:prstGeom>
          <a:solidFill>
            <a:srgbClr val="FFFFFF">
              <a:alpha val="2750"/>
            </a:srgbClr>
          </a:solidFill>
          <a:ln/>
        </p:spPr>
      </p:sp>
      <p:sp>
        <p:nvSpPr>
          <p:cNvPr id="41" name="Shape 39"/>
          <p:cNvSpPr/>
          <p:nvPr/>
        </p:nvSpPr>
        <p:spPr>
          <a:xfrm>
            <a:off x="8323783" y="3517697"/>
            <a:ext cx="803758" cy="625107"/>
          </a:xfrm>
          <a:prstGeom prst="rect">
            <a:avLst/>
          </a:prstGeom>
          <a:solidFill>
            <a:srgbClr val="FFFFFF">
              <a:alpha val="344"/>
            </a:srgbClr>
          </a:solidFill>
          <a:ln/>
        </p:spPr>
      </p:sp>
      <p:sp>
        <p:nvSpPr>
          <p:cNvPr id="42" name="Shape 40"/>
          <p:cNvSpPr/>
          <p:nvPr/>
        </p:nvSpPr>
        <p:spPr>
          <a:xfrm>
            <a:off x="8323783" y="4133660"/>
            <a:ext cx="803758" cy="625107"/>
          </a:xfrm>
          <a:prstGeom prst="rect">
            <a:avLst/>
          </a:prstGeom>
          <a:solidFill>
            <a:srgbClr val="FFFFFF">
              <a:alpha val="688"/>
            </a:srgbClr>
          </a:solidFill>
          <a:ln/>
        </p:spPr>
      </p:sp>
      <p:sp>
        <p:nvSpPr>
          <p:cNvPr id="43" name="Shape 41"/>
          <p:cNvSpPr/>
          <p:nvPr/>
        </p:nvSpPr>
        <p:spPr>
          <a:xfrm>
            <a:off x="8323783" y="4749622"/>
            <a:ext cx="803758" cy="625107"/>
          </a:xfrm>
          <a:prstGeom prst="rect">
            <a:avLst/>
          </a:prstGeom>
          <a:solidFill>
            <a:srgbClr val="FFFFFF">
              <a:alpha val="1031"/>
            </a:srgbClr>
          </a:solidFill>
          <a:ln/>
        </p:spPr>
      </p:sp>
      <p:sp>
        <p:nvSpPr>
          <p:cNvPr id="44" name="Shape 42"/>
          <p:cNvSpPr/>
          <p:nvPr/>
        </p:nvSpPr>
        <p:spPr>
          <a:xfrm>
            <a:off x="8323783" y="5365585"/>
            <a:ext cx="803758" cy="625107"/>
          </a:xfrm>
          <a:prstGeom prst="rect">
            <a:avLst/>
          </a:prstGeom>
          <a:solidFill>
            <a:srgbClr val="FFFFFF">
              <a:alpha val="1375"/>
            </a:srgbClr>
          </a:solidFill>
          <a:ln/>
        </p:spPr>
      </p:sp>
      <p:sp>
        <p:nvSpPr>
          <p:cNvPr id="45" name="Shape 43"/>
          <p:cNvSpPr/>
          <p:nvPr/>
        </p:nvSpPr>
        <p:spPr>
          <a:xfrm>
            <a:off x="8323783" y="5981548"/>
            <a:ext cx="803758" cy="625107"/>
          </a:xfrm>
          <a:prstGeom prst="rect">
            <a:avLst/>
          </a:prstGeom>
          <a:solidFill>
            <a:srgbClr val="FFFFFF">
              <a:alpha val="1719"/>
            </a:srgbClr>
          </a:solidFill>
          <a:ln/>
        </p:spPr>
      </p:sp>
      <p:sp>
        <p:nvSpPr>
          <p:cNvPr id="46" name="Shape 44"/>
          <p:cNvSpPr/>
          <p:nvPr/>
        </p:nvSpPr>
        <p:spPr>
          <a:xfrm>
            <a:off x="8323783" y="6597510"/>
            <a:ext cx="803758" cy="625107"/>
          </a:xfrm>
          <a:prstGeom prst="rect">
            <a:avLst/>
          </a:prstGeom>
          <a:solidFill>
            <a:srgbClr val="FFFFFF">
              <a:alpha val="2063"/>
            </a:srgbClr>
          </a:solidFill>
          <a:ln/>
        </p:spPr>
      </p:sp>
      <p:sp>
        <p:nvSpPr>
          <p:cNvPr id="47" name="Shape 45"/>
          <p:cNvSpPr/>
          <p:nvPr/>
        </p:nvSpPr>
        <p:spPr>
          <a:xfrm>
            <a:off x="8323783" y="7213473"/>
            <a:ext cx="803758" cy="625107"/>
          </a:xfrm>
          <a:prstGeom prst="rect">
            <a:avLst/>
          </a:prstGeom>
          <a:solidFill>
            <a:srgbClr val="FFFFFF">
              <a:alpha val="2406"/>
            </a:srgbClr>
          </a:solidFill>
          <a:ln/>
        </p:spPr>
      </p:sp>
      <p:sp>
        <p:nvSpPr>
          <p:cNvPr id="48" name="Shape 46"/>
          <p:cNvSpPr/>
          <p:nvPr/>
        </p:nvSpPr>
        <p:spPr>
          <a:xfrm>
            <a:off x="8323783" y="7829436"/>
            <a:ext cx="803758" cy="625107"/>
          </a:xfrm>
          <a:prstGeom prst="rect">
            <a:avLst/>
          </a:prstGeom>
          <a:solidFill>
            <a:srgbClr val="FFFFFF">
              <a:alpha val="2750"/>
            </a:srgbClr>
          </a:solidFill>
          <a:ln/>
        </p:spPr>
      </p:sp>
      <p:sp>
        <p:nvSpPr>
          <p:cNvPr id="49" name="Shape 47"/>
          <p:cNvSpPr/>
          <p:nvPr/>
        </p:nvSpPr>
        <p:spPr>
          <a:xfrm>
            <a:off x="9015070" y="5355641"/>
            <a:ext cx="803758" cy="395364"/>
          </a:xfrm>
          <a:prstGeom prst="rect">
            <a:avLst/>
          </a:prstGeom>
          <a:solidFill>
            <a:srgbClr val="FFFFFF">
              <a:alpha val="138"/>
            </a:srgbClr>
          </a:solidFill>
          <a:ln/>
        </p:spPr>
      </p:sp>
      <p:sp>
        <p:nvSpPr>
          <p:cNvPr id="50" name="Shape 48"/>
          <p:cNvSpPr/>
          <p:nvPr/>
        </p:nvSpPr>
        <p:spPr>
          <a:xfrm>
            <a:off x="9015070" y="5741861"/>
            <a:ext cx="803758" cy="395364"/>
          </a:xfrm>
          <a:prstGeom prst="rect">
            <a:avLst/>
          </a:prstGeom>
          <a:solidFill>
            <a:srgbClr val="FFFFFF">
              <a:alpha val="275"/>
            </a:srgbClr>
          </a:solidFill>
          <a:ln/>
        </p:spPr>
      </p:sp>
      <p:sp>
        <p:nvSpPr>
          <p:cNvPr id="51" name="Shape 49"/>
          <p:cNvSpPr/>
          <p:nvPr/>
        </p:nvSpPr>
        <p:spPr>
          <a:xfrm>
            <a:off x="9015070" y="6128080"/>
            <a:ext cx="803758" cy="395364"/>
          </a:xfrm>
          <a:prstGeom prst="rect">
            <a:avLst/>
          </a:prstGeom>
          <a:solidFill>
            <a:srgbClr val="FFFFFF">
              <a:alpha val="412"/>
            </a:srgbClr>
          </a:solidFill>
          <a:ln/>
        </p:spPr>
      </p:sp>
      <p:sp>
        <p:nvSpPr>
          <p:cNvPr id="52" name="Shape 50"/>
          <p:cNvSpPr/>
          <p:nvPr/>
        </p:nvSpPr>
        <p:spPr>
          <a:xfrm>
            <a:off x="9015070" y="6514300"/>
            <a:ext cx="803758" cy="395364"/>
          </a:xfrm>
          <a:prstGeom prst="rect">
            <a:avLst/>
          </a:prstGeom>
          <a:solidFill>
            <a:srgbClr val="FFFFFF">
              <a:alpha val="550"/>
            </a:srgbClr>
          </a:solidFill>
          <a:ln/>
        </p:spPr>
      </p:sp>
      <p:sp>
        <p:nvSpPr>
          <p:cNvPr id="53" name="Shape 51"/>
          <p:cNvSpPr/>
          <p:nvPr/>
        </p:nvSpPr>
        <p:spPr>
          <a:xfrm>
            <a:off x="9015070" y="6900520"/>
            <a:ext cx="803758" cy="395364"/>
          </a:xfrm>
          <a:prstGeom prst="rect">
            <a:avLst/>
          </a:prstGeom>
          <a:solidFill>
            <a:srgbClr val="FFFFFF">
              <a:alpha val="688"/>
            </a:srgbClr>
          </a:solidFill>
          <a:ln/>
        </p:spPr>
      </p:sp>
      <p:sp>
        <p:nvSpPr>
          <p:cNvPr id="54" name="Shape 52"/>
          <p:cNvSpPr/>
          <p:nvPr/>
        </p:nvSpPr>
        <p:spPr>
          <a:xfrm>
            <a:off x="9015070" y="7286739"/>
            <a:ext cx="803758" cy="395364"/>
          </a:xfrm>
          <a:prstGeom prst="rect">
            <a:avLst/>
          </a:prstGeom>
          <a:solidFill>
            <a:srgbClr val="FFFFFF">
              <a:alpha val="825"/>
            </a:srgbClr>
          </a:solidFill>
          <a:ln/>
        </p:spPr>
      </p:sp>
      <p:sp>
        <p:nvSpPr>
          <p:cNvPr id="55" name="Shape 53"/>
          <p:cNvSpPr/>
          <p:nvPr/>
        </p:nvSpPr>
        <p:spPr>
          <a:xfrm>
            <a:off x="9015070" y="7672959"/>
            <a:ext cx="803758" cy="395364"/>
          </a:xfrm>
          <a:prstGeom prst="rect">
            <a:avLst/>
          </a:prstGeom>
          <a:solidFill>
            <a:srgbClr val="FFFFFF">
              <a:alpha val="963"/>
            </a:srgbClr>
          </a:solidFill>
          <a:ln/>
        </p:spPr>
      </p:sp>
      <p:sp>
        <p:nvSpPr>
          <p:cNvPr id="56" name="Shape 54"/>
          <p:cNvSpPr/>
          <p:nvPr/>
        </p:nvSpPr>
        <p:spPr>
          <a:xfrm>
            <a:off x="9015070" y="8059179"/>
            <a:ext cx="803758" cy="395364"/>
          </a:xfrm>
          <a:prstGeom prst="rect">
            <a:avLst/>
          </a:prstGeom>
          <a:solidFill>
            <a:srgbClr val="FFFFFF">
              <a:alpha val="1100"/>
            </a:srgbClr>
          </a:solidFill>
          <a:ln/>
        </p:spPr>
      </p:sp>
      <p:sp>
        <p:nvSpPr>
          <p:cNvPr id="57" name="Shape 55"/>
          <p:cNvSpPr/>
          <p:nvPr/>
        </p:nvSpPr>
        <p:spPr>
          <a:xfrm>
            <a:off x="11793931" y="1728216"/>
            <a:ext cx="803758" cy="849706"/>
          </a:xfrm>
          <a:prstGeom prst="rect">
            <a:avLst/>
          </a:prstGeom>
          <a:solidFill>
            <a:srgbClr val="FFFFFF">
              <a:alpha val="688"/>
            </a:srgbClr>
          </a:solidFill>
          <a:ln/>
        </p:spPr>
      </p:sp>
      <p:sp>
        <p:nvSpPr>
          <p:cNvPr id="58" name="Shape 56"/>
          <p:cNvSpPr/>
          <p:nvPr/>
        </p:nvSpPr>
        <p:spPr>
          <a:xfrm>
            <a:off x="11793931" y="2568778"/>
            <a:ext cx="803758" cy="849706"/>
          </a:xfrm>
          <a:prstGeom prst="rect">
            <a:avLst/>
          </a:prstGeom>
          <a:solidFill>
            <a:srgbClr val="FFFFFF">
              <a:alpha val="1375"/>
            </a:srgbClr>
          </a:solidFill>
          <a:ln/>
        </p:spPr>
      </p:sp>
      <p:sp>
        <p:nvSpPr>
          <p:cNvPr id="59" name="Shape 57"/>
          <p:cNvSpPr/>
          <p:nvPr/>
        </p:nvSpPr>
        <p:spPr>
          <a:xfrm>
            <a:off x="11793931" y="3409340"/>
            <a:ext cx="803758" cy="849706"/>
          </a:xfrm>
          <a:prstGeom prst="rect">
            <a:avLst/>
          </a:prstGeom>
          <a:solidFill>
            <a:srgbClr val="FFFFFF">
              <a:alpha val="2063"/>
            </a:srgbClr>
          </a:solidFill>
          <a:ln/>
        </p:spPr>
      </p:sp>
      <p:sp>
        <p:nvSpPr>
          <p:cNvPr id="60" name="Shape 58"/>
          <p:cNvSpPr/>
          <p:nvPr/>
        </p:nvSpPr>
        <p:spPr>
          <a:xfrm>
            <a:off x="11793931" y="4249903"/>
            <a:ext cx="803758" cy="849706"/>
          </a:xfrm>
          <a:prstGeom prst="rect">
            <a:avLst/>
          </a:prstGeom>
          <a:solidFill>
            <a:srgbClr val="FFFFFF">
              <a:alpha val="2750"/>
            </a:srgbClr>
          </a:solidFill>
          <a:ln/>
        </p:spPr>
      </p:sp>
      <p:sp>
        <p:nvSpPr>
          <p:cNvPr id="61" name="Shape 59"/>
          <p:cNvSpPr/>
          <p:nvPr/>
        </p:nvSpPr>
        <p:spPr>
          <a:xfrm>
            <a:off x="11793931" y="5090465"/>
            <a:ext cx="803758" cy="849706"/>
          </a:xfrm>
          <a:prstGeom prst="rect">
            <a:avLst/>
          </a:prstGeom>
          <a:solidFill>
            <a:srgbClr val="FFFFFF">
              <a:alpha val="3438"/>
            </a:srgbClr>
          </a:solidFill>
          <a:ln/>
        </p:spPr>
      </p:sp>
      <p:sp>
        <p:nvSpPr>
          <p:cNvPr id="62" name="Shape 60"/>
          <p:cNvSpPr/>
          <p:nvPr/>
        </p:nvSpPr>
        <p:spPr>
          <a:xfrm>
            <a:off x="11793931" y="5931027"/>
            <a:ext cx="803758" cy="849706"/>
          </a:xfrm>
          <a:prstGeom prst="rect">
            <a:avLst/>
          </a:prstGeom>
          <a:solidFill>
            <a:srgbClr val="FFFFFF">
              <a:alpha val="4125"/>
            </a:srgbClr>
          </a:solidFill>
          <a:ln/>
        </p:spPr>
      </p:sp>
      <p:sp>
        <p:nvSpPr>
          <p:cNvPr id="63" name="Shape 61"/>
          <p:cNvSpPr/>
          <p:nvPr/>
        </p:nvSpPr>
        <p:spPr>
          <a:xfrm>
            <a:off x="11793931" y="6771589"/>
            <a:ext cx="803758" cy="849706"/>
          </a:xfrm>
          <a:prstGeom prst="rect">
            <a:avLst/>
          </a:prstGeom>
          <a:solidFill>
            <a:srgbClr val="FFFFFF">
              <a:alpha val="4813"/>
            </a:srgbClr>
          </a:solidFill>
          <a:ln/>
        </p:spPr>
      </p:sp>
      <p:sp>
        <p:nvSpPr>
          <p:cNvPr id="64" name="Shape 62"/>
          <p:cNvSpPr/>
          <p:nvPr/>
        </p:nvSpPr>
        <p:spPr>
          <a:xfrm>
            <a:off x="11793931" y="7612151"/>
            <a:ext cx="803758" cy="849706"/>
          </a:xfrm>
          <a:prstGeom prst="rect">
            <a:avLst/>
          </a:prstGeom>
          <a:solidFill>
            <a:srgbClr val="FFFFFF">
              <a:alpha val="5500"/>
            </a:srgbClr>
          </a:solidFill>
          <a:ln/>
        </p:spPr>
      </p:sp>
      <p:sp>
        <p:nvSpPr>
          <p:cNvPr id="65" name="Shape 63"/>
          <p:cNvSpPr/>
          <p:nvPr/>
        </p:nvSpPr>
        <p:spPr>
          <a:xfrm>
            <a:off x="10424160" y="4336999"/>
            <a:ext cx="803758" cy="523723"/>
          </a:xfrm>
          <a:prstGeom prst="rect">
            <a:avLst/>
          </a:prstGeom>
          <a:solidFill>
            <a:srgbClr val="FFFFFF">
              <a:alpha val="138"/>
            </a:srgbClr>
          </a:solidFill>
          <a:ln/>
        </p:spPr>
      </p:sp>
      <p:sp>
        <p:nvSpPr>
          <p:cNvPr id="66" name="Shape 64"/>
          <p:cNvSpPr/>
          <p:nvPr/>
        </p:nvSpPr>
        <p:spPr>
          <a:xfrm>
            <a:off x="10424160" y="4851578"/>
            <a:ext cx="803758" cy="523723"/>
          </a:xfrm>
          <a:prstGeom prst="rect">
            <a:avLst/>
          </a:prstGeom>
          <a:solidFill>
            <a:srgbClr val="FFFFFF">
              <a:alpha val="275"/>
            </a:srgbClr>
          </a:solidFill>
          <a:ln/>
        </p:spPr>
      </p:sp>
      <p:sp>
        <p:nvSpPr>
          <p:cNvPr id="67" name="Shape 65"/>
          <p:cNvSpPr/>
          <p:nvPr/>
        </p:nvSpPr>
        <p:spPr>
          <a:xfrm>
            <a:off x="10424160" y="5366156"/>
            <a:ext cx="803758" cy="523723"/>
          </a:xfrm>
          <a:prstGeom prst="rect">
            <a:avLst/>
          </a:prstGeom>
          <a:solidFill>
            <a:srgbClr val="FFFFFF">
              <a:alpha val="412"/>
            </a:srgbClr>
          </a:solidFill>
          <a:ln/>
        </p:spPr>
      </p:sp>
      <p:sp>
        <p:nvSpPr>
          <p:cNvPr id="68" name="Shape 66"/>
          <p:cNvSpPr/>
          <p:nvPr/>
        </p:nvSpPr>
        <p:spPr>
          <a:xfrm>
            <a:off x="10424160" y="5880735"/>
            <a:ext cx="803758" cy="523723"/>
          </a:xfrm>
          <a:prstGeom prst="rect">
            <a:avLst/>
          </a:prstGeom>
          <a:solidFill>
            <a:srgbClr val="FFFFFF">
              <a:alpha val="550"/>
            </a:srgbClr>
          </a:solidFill>
          <a:ln/>
        </p:spPr>
      </p:sp>
      <p:sp>
        <p:nvSpPr>
          <p:cNvPr id="69" name="Shape 67"/>
          <p:cNvSpPr/>
          <p:nvPr/>
        </p:nvSpPr>
        <p:spPr>
          <a:xfrm>
            <a:off x="10424160" y="6395314"/>
            <a:ext cx="803758" cy="523723"/>
          </a:xfrm>
          <a:prstGeom prst="rect">
            <a:avLst/>
          </a:prstGeom>
          <a:solidFill>
            <a:srgbClr val="FFFFFF">
              <a:alpha val="688"/>
            </a:srgbClr>
          </a:solidFill>
          <a:ln/>
        </p:spPr>
      </p:sp>
      <p:sp>
        <p:nvSpPr>
          <p:cNvPr id="70" name="Shape 68"/>
          <p:cNvSpPr/>
          <p:nvPr/>
        </p:nvSpPr>
        <p:spPr>
          <a:xfrm>
            <a:off x="10424160" y="6909892"/>
            <a:ext cx="803758" cy="523723"/>
          </a:xfrm>
          <a:prstGeom prst="rect">
            <a:avLst/>
          </a:prstGeom>
          <a:solidFill>
            <a:srgbClr val="FFFFFF">
              <a:alpha val="825"/>
            </a:srgbClr>
          </a:solidFill>
          <a:ln/>
        </p:spPr>
      </p:sp>
      <p:sp>
        <p:nvSpPr>
          <p:cNvPr id="71" name="Shape 69"/>
          <p:cNvSpPr/>
          <p:nvPr/>
        </p:nvSpPr>
        <p:spPr>
          <a:xfrm>
            <a:off x="10424160" y="7424471"/>
            <a:ext cx="803758" cy="523723"/>
          </a:xfrm>
          <a:prstGeom prst="rect">
            <a:avLst/>
          </a:prstGeom>
          <a:solidFill>
            <a:srgbClr val="FFFFFF">
              <a:alpha val="963"/>
            </a:srgbClr>
          </a:solidFill>
          <a:ln/>
        </p:spPr>
      </p:sp>
      <p:sp>
        <p:nvSpPr>
          <p:cNvPr id="72" name="Shape 70"/>
          <p:cNvSpPr/>
          <p:nvPr/>
        </p:nvSpPr>
        <p:spPr>
          <a:xfrm>
            <a:off x="10424160" y="7939049"/>
            <a:ext cx="803758" cy="523723"/>
          </a:xfrm>
          <a:prstGeom prst="rect">
            <a:avLst/>
          </a:prstGeom>
          <a:solidFill>
            <a:srgbClr val="FFFFFF">
              <a:alpha val="1100"/>
            </a:srgbClr>
          </a:solidFill>
          <a:ln/>
        </p:spPr>
      </p:sp>
      <p:sp>
        <p:nvSpPr>
          <p:cNvPr id="73" name="Shape 71"/>
          <p:cNvSpPr/>
          <p:nvPr/>
        </p:nvSpPr>
        <p:spPr>
          <a:xfrm>
            <a:off x="11113618" y="3155594"/>
            <a:ext cx="803758" cy="671284"/>
          </a:xfrm>
          <a:prstGeom prst="rect">
            <a:avLst/>
          </a:prstGeom>
          <a:solidFill>
            <a:srgbClr val="FFFFFF">
              <a:alpha val="344"/>
            </a:srgbClr>
          </a:solidFill>
          <a:ln/>
        </p:spPr>
      </p:sp>
      <p:sp>
        <p:nvSpPr>
          <p:cNvPr id="74" name="Shape 72"/>
          <p:cNvSpPr/>
          <p:nvPr/>
        </p:nvSpPr>
        <p:spPr>
          <a:xfrm>
            <a:off x="11113618" y="3817734"/>
            <a:ext cx="803758" cy="671284"/>
          </a:xfrm>
          <a:prstGeom prst="rect">
            <a:avLst/>
          </a:prstGeom>
          <a:solidFill>
            <a:srgbClr val="FFFFFF">
              <a:alpha val="688"/>
            </a:srgbClr>
          </a:solidFill>
          <a:ln/>
        </p:spPr>
      </p:sp>
      <p:sp>
        <p:nvSpPr>
          <p:cNvPr id="75" name="Shape 73"/>
          <p:cNvSpPr/>
          <p:nvPr/>
        </p:nvSpPr>
        <p:spPr>
          <a:xfrm>
            <a:off x="11113618" y="4479874"/>
            <a:ext cx="803758" cy="671284"/>
          </a:xfrm>
          <a:prstGeom prst="rect">
            <a:avLst/>
          </a:prstGeom>
          <a:solidFill>
            <a:srgbClr val="FFFFFF">
              <a:alpha val="1031"/>
            </a:srgbClr>
          </a:solidFill>
          <a:ln/>
        </p:spPr>
      </p:sp>
      <p:sp>
        <p:nvSpPr>
          <p:cNvPr id="76" name="Shape 74"/>
          <p:cNvSpPr/>
          <p:nvPr/>
        </p:nvSpPr>
        <p:spPr>
          <a:xfrm>
            <a:off x="11113618" y="5142014"/>
            <a:ext cx="803758" cy="671284"/>
          </a:xfrm>
          <a:prstGeom prst="rect">
            <a:avLst/>
          </a:prstGeom>
          <a:solidFill>
            <a:srgbClr val="FFFFFF">
              <a:alpha val="1375"/>
            </a:srgbClr>
          </a:solidFill>
          <a:ln/>
        </p:spPr>
      </p:sp>
      <p:sp>
        <p:nvSpPr>
          <p:cNvPr id="77" name="Shape 75"/>
          <p:cNvSpPr/>
          <p:nvPr/>
        </p:nvSpPr>
        <p:spPr>
          <a:xfrm>
            <a:off x="11113618" y="5804154"/>
            <a:ext cx="803758" cy="671284"/>
          </a:xfrm>
          <a:prstGeom prst="rect">
            <a:avLst/>
          </a:prstGeom>
          <a:solidFill>
            <a:srgbClr val="FFFFFF">
              <a:alpha val="1719"/>
            </a:srgbClr>
          </a:solidFill>
          <a:ln/>
        </p:spPr>
      </p:sp>
      <p:sp>
        <p:nvSpPr>
          <p:cNvPr id="78" name="Shape 76"/>
          <p:cNvSpPr/>
          <p:nvPr/>
        </p:nvSpPr>
        <p:spPr>
          <a:xfrm>
            <a:off x="11113618" y="6466294"/>
            <a:ext cx="803758" cy="671284"/>
          </a:xfrm>
          <a:prstGeom prst="rect">
            <a:avLst/>
          </a:prstGeom>
          <a:solidFill>
            <a:srgbClr val="FFFFFF">
              <a:alpha val="2063"/>
            </a:srgbClr>
          </a:solidFill>
          <a:ln/>
        </p:spPr>
      </p:sp>
      <p:sp>
        <p:nvSpPr>
          <p:cNvPr id="79" name="Shape 77"/>
          <p:cNvSpPr/>
          <p:nvPr/>
        </p:nvSpPr>
        <p:spPr>
          <a:xfrm>
            <a:off x="11113618" y="7128434"/>
            <a:ext cx="803758" cy="671284"/>
          </a:xfrm>
          <a:prstGeom prst="rect">
            <a:avLst/>
          </a:prstGeom>
          <a:solidFill>
            <a:srgbClr val="FFFFFF">
              <a:alpha val="2406"/>
            </a:srgbClr>
          </a:solidFill>
          <a:ln/>
        </p:spPr>
      </p:sp>
      <p:sp>
        <p:nvSpPr>
          <p:cNvPr id="80" name="Shape 78"/>
          <p:cNvSpPr/>
          <p:nvPr/>
        </p:nvSpPr>
        <p:spPr>
          <a:xfrm>
            <a:off x="11113618" y="7790574"/>
            <a:ext cx="803758" cy="671284"/>
          </a:xfrm>
          <a:prstGeom prst="rect">
            <a:avLst/>
          </a:prstGeom>
          <a:solidFill>
            <a:srgbClr val="FFFFFF">
              <a:alpha val="2750"/>
            </a:srgbClr>
          </a:solidFill>
          <a:ln/>
        </p:spPr>
      </p:sp>
      <p:sp>
        <p:nvSpPr>
          <p:cNvPr id="81" name="Shape 79"/>
          <p:cNvSpPr/>
          <p:nvPr/>
        </p:nvSpPr>
        <p:spPr>
          <a:xfrm>
            <a:off x="3628339" y="1728216"/>
            <a:ext cx="803758" cy="849706"/>
          </a:xfrm>
          <a:prstGeom prst="rect">
            <a:avLst/>
          </a:prstGeom>
          <a:solidFill>
            <a:srgbClr val="FFFFFF">
              <a:alpha val="1031"/>
            </a:srgbClr>
          </a:solidFill>
          <a:ln/>
        </p:spPr>
      </p:sp>
      <p:sp>
        <p:nvSpPr>
          <p:cNvPr id="82" name="Shape 80"/>
          <p:cNvSpPr/>
          <p:nvPr/>
        </p:nvSpPr>
        <p:spPr>
          <a:xfrm>
            <a:off x="3628339" y="2568778"/>
            <a:ext cx="803758" cy="849706"/>
          </a:xfrm>
          <a:prstGeom prst="rect">
            <a:avLst/>
          </a:prstGeom>
          <a:solidFill>
            <a:srgbClr val="FFFFFF">
              <a:alpha val="2063"/>
            </a:srgbClr>
          </a:solidFill>
          <a:ln/>
        </p:spPr>
      </p:sp>
      <p:sp>
        <p:nvSpPr>
          <p:cNvPr id="83" name="Shape 81"/>
          <p:cNvSpPr/>
          <p:nvPr/>
        </p:nvSpPr>
        <p:spPr>
          <a:xfrm>
            <a:off x="3628339" y="3409340"/>
            <a:ext cx="803758" cy="849706"/>
          </a:xfrm>
          <a:prstGeom prst="rect">
            <a:avLst/>
          </a:prstGeom>
          <a:solidFill>
            <a:srgbClr val="FFFFFF">
              <a:alpha val="3094"/>
            </a:srgbClr>
          </a:solidFill>
          <a:ln/>
        </p:spPr>
      </p:sp>
      <p:sp>
        <p:nvSpPr>
          <p:cNvPr id="84" name="Shape 82"/>
          <p:cNvSpPr/>
          <p:nvPr/>
        </p:nvSpPr>
        <p:spPr>
          <a:xfrm>
            <a:off x="3628339" y="4249903"/>
            <a:ext cx="803758" cy="849706"/>
          </a:xfrm>
          <a:prstGeom prst="rect">
            <a:avLst/>
          </a:prstGeom>
          <a:solidFill>
            <a:srgbClr val="FFFFFF">
              <a:alpha val="4125"/>
            </a:srgbClr>
          </a:solidFill>
          <a:ln/>
        </p:spPr>
      </p:sp>
      <p:sp>
        <p:nvSpPr>
          <p:cNvPr id="85" name="Shape 83"/>
          <p:cNvSpPr/>
          <p:nvPr/>
        </p:nvSpPr>
        <p:spPr>
          <a:xfrm>
            <a:off x="3628339" y="5090465"/>
            <a:ext cx="803758" cy="849706"/>
          </a:xfrm>
          <a:prstGeom prst="rect">
            <a:avLst/>
          </a:prstGeom>
          <a:solidFill>
            <a:srgbClr val="FFFFFF">
              <a:alpha val="5156"/>
            </a:srgbClr>
          </a:solidFill>
          <a:ln/>
        </p:spPr>
      </p:sp>
      <p:sp>
        <p:nvSpPr>
          <p:cNvPr id="86" name="Shape 84"/>
          <p:cNvSpPr/>
          <p:nvPr/>
        </p:nvSpPr>
        <p:spPr>
          <a:xfrm>
            <a:off x="3628339" y="5931027"/>
            <a:ext cx="803758" cy="849706"/>
          </a:xfrm>
          <a:prstGeom prst="rect">
            <a:avLst/>
          </a:prstGeom>
          <a:solidFill>
            <a:srgbClr val="FFFFFF">
              <a:alpha val="6188"/>
            </a:srgbClr>
          </a:solidFill>
          <a:ln/>
        </p:spPr>
      </p:sp>
      <p:sp>
        <p:nvSpPr>
          <p:cNvPr id="87" name="Shape 85"/>
          <p:cNvSpPr/>
          <p:nvPr/>
        </p:nvSpPr>
        <p:spPr>
          <a:xfrm>
            <a:off x="3628339" y="6771589"/>
            <a:ext cx="803758" cy="849706"/>
          </a:xfrm>
          <a:prstGeom prst="rect">
            <a:avLst/>
          </a:prstGeom>
          <a:solidFill>
            <a:srgbClr val="FFFFFF">
              <a:alpha val="7219"/>
            </a:srgbClr>
          </a:solidFill>
          <a:ln/>
        </p:spPr>
      </p:sp>
      <p:sp>
        <p:nvSpPr>
          <p:cNvPr id="88" name="Shape 86"/>
          <p:cNvSpPr/>
          <p:nvPr/>
        </p:nvSpPr>
        <p:spPr>
          <a:xfrm>
            <a:off x="3628339" y="7612151"/>
            <a:ext cx="803758" cy="849706"/>
          </a:xfrm>
          <a:prstGeom prst="rect">
            <a:avLst/>
          </a:prstGeom>
          <a:solidFill>
            <a:srgbClr val="FFFFFF">
              <a:alpha val="8250"/>
            </a:srgbClr>
          </a:solidFill>
          <a:ln/>
        </p:spPr>
      </p:sp>
      <p:sp>
        <p:nvSpPr>
          <p:cNvPr id="89" name="Shape 87"/>
          <p:cNvSpPr/>
          <p:nvPr/>
        </p:nvSpPr>
        <p:spPr>
          <a:xfrm>
            <a:off x="2258568" y="4336999"/>
            <a:ext cx="803758" cy="523723"/>
          </a:xfrm>
          <a:prstGeom prst="rect">
            <a:avLst/>
          </a:prstGeom>
          <a:solidFill>
            <a:srgbClr val="FFFFFF">
              <a:alpha val="344"/>
            </a:srgbClr>
          </a:solidFill>
          <a:ln/>
        </p:spPr>
      </p:sp>
      <p:sp>
        <p:nvSpPr>
          <p:cNvPr id="90" name="Shape 88"/>
          <p:cNvSpPr/>
          <p:nvPr/>
        </p:nvSpPr>
        <p:spPr>
          <a:xfrm>
            <a:off x="2258568" y="4851578"/>
            <a:ext cx="803758" cy="523723"/>
          </a:xfrm>
          <a:prstGeom prst="rect">
            <a:avLst/>
          </a:prstGeom>
          <a:solidFill>
            <a:srgbClr val="FFFFFF">
              <a:alpha val="688"/>
            </a:srgbClr>
          </a:solidFill>
          <a:ln/>
        </p:spPr>
      </p:sp>
      <p:sp>
        <p:nvSpPr>
          <p:cNvPr id="91" name="Shape 89"/>
          <p:cNvSpPr/>
          <p:nvPr/>
        </p:nvSpPr>
        <p:spPr>
          <a:xfrm>
            <a:off x="2258568" y="5366156"/>
            <a:ext cx="803758" cy="523723"/>
          </a:xfrm>
          <a:prstGeom prst="rect">
            <a:avLst/>
          </a:prstGeom>
          <a:solidFill>
            <a:srgbClr val="FFFFFF">
              <a:alpha val="1031"/>
            </a:srgbClr>
          </a:solidFill>
          <a:ln/>
        </p:spPr>
      </p:sp>
      <p:sp>
        <p:nvSpPr>
          <p:cNvPr id="92" name="Shape 90"/>
          <p:cNvSpPr/>
          <p:nvPr/>
        </p:nvSpPr>
        <p:spPr>
          <a:xfrm>
            <a:off x="2258568" y="5880735"/>
            <a:ext cx="803758" cy="523723"/>
          </a:xfrm>
          <a:prstGeom prst="rect">
            <a:avLst/>
          </a:prstGeom>
          <a:solidFill>
            <a:srgbClr val="FFFFFF">
              <a:alpha val="1375"/>
            </a:srgbClr>
          </a:solidFill>
          <a:ln/>
        </p:spPr>
      </p:sp>
      <p:sp>
        <p:nvSpPr>
          <p:cNvPr id="93" name="Shape 91"/>
          <p:cNvSpPr/>
          <p:nvPr/>
        </p:nvSpPr>
        <p:spPr>
          <a:xfrm>
            <a:off x="2258568" y="6395314"/>
            <a:ext cx="803758" cy="523723"/>
          </a:xfrm>
          <a:prstGeom prst="rect">
            <a:avLst/>
          </a:prstGeom>
          <a:solidFill>
            <a:srgbClr val="FFFFFF">
              <a:alpha val="1719"/>
            </a:srgbClr>
          </a:solidFill>
          <a:ln/>
        </p:spPr>
      </p:sp>
      <p:sp>
        <p:nvSpPr>
          <p:cNvPr id="94" name="Shape 92"/>
          <p:cNvSpPr/>
          <p:nvPr/>
        </p:nvSpPr>
        <p:spPr>
          <a:xfrm>
            <a:off x="2258568" y="6909892"/>
            <a:ext cx="803758" cy="523723"/>
          </a:xfrm>
          <a:prstGeom prst="rect">
            <a:avLst/>
          </a:prstGeom>
          <a:solidFill>
            <a:srgbClr val="FFFFFF">
              <a:alpha val="2063"/>
            </a:srgbClr>
          </a:solidFill>
          <a:ln/>
        </p:spPr>
      </p:sp>
      <p:sp>
        <p:nvSpPr>
          <p:cNvPr id="95" name="Shape 93"/>
          <p:cNvSpPr/>
          <p:nvPr/>
        </p:nvSpPr>
        <p:spPr>
          <a:xfrm>
            <a:off x="2258568" y="7424471"/>
            <a:ext cx="803758" cy="523723"/>
          </a:xfrm>
          <a:prstGeom prst="rect">
            <a:avLst/>
          </a:prstGeom>
          <a:solidFill>
            <a:srgbClr val="FFFFFF">
              <a:alpha val="2406"/>
            </a:srgbClr>
          </a:solidFill>
          <a:ln/>
        </p:spPr>
      </p:sp>
      <p:sp>
        <p:nvSpPr>
          <p:cNvPr id="96" name="Shape 94"/>
          <p:cNvSpPr/>
          <p:nvPr/>
        </p:nvSpPr>
        <p:spPr>
          <a:xfrm>
            <a:off x="2258568" y="7939049"/>
            <a:ext cx="803758" cy="523723"/>
          </a:xfrm>
          <a:prstGeom prst="rect">
            <a:avLst/>
          </a:prstGeom>
          <a:solidFill>
            <a:srgbClr val="FFFFFF">
              <a:alpha val="2750"/>
            </a:srgbClr>
          </a:solidFill>
          <a:ln/>
        </p:spPr>
      </p:sp>
      <p:sp>
        <p:nvSpPr>
          <p:cNvPr id="97" name="Shape 95"/>
          <p:cNvSpPr/>
          <p:nvPr/>
        </p:nvSpPr>
        <p:spPr>
          <a:xfrm>
            <a:off x="2948026" y="3155594"/>
            <a:ext cx="803758" cy="671284"/>
          </a:xfrm>
          <a:prstGeom prst="rect">
            <a:avLst/>
          </a:prstGeom>
          <a:solidFill>
            <a:srgbClr val="FFFFFF">
              <a:alpha val="688"/>
            </a:srgbClr>
          </a:solidFill>
          <a:ln/>
        </p:spPr>
      </p:sp>
      <p:sp>
        <p:nvSpPr>
          <p:cNvPr id="98" name="Shape 96"/>
          <p:cNvSpPr/>
          <p:nvPr/>
        </p:nvSpPr>
        <p:spPr>
          <a:xfrm>
            <a:off x="2948026" y="3817734"/>
            <a:ext cx="803758" cy="671284"/>
          </a:xfrm>
          <a:prstGeom prst="rect">
            <a:avLst/>
          </a:prstGeom>
          <a:solidFill>
            <a:srgbClr val="FFFFFF">
              <a:alpha val="1375"/>
            </a:srgbClr>
          </a:solidFill>
          <a:ln/>
        </p:spPr>
      </p:sp>
      <p:sp>
        <p:nvSpPr>
          <p:cNvPr id="99" name="Shape 97"/>
          <p:cNvSpPr/>
          <p:nvPr/>
        </p:nvSpPr>
        <p:spPr>
          <a:xfrm>
            <a:off x="2948026" y="4479874"/>
            <a:ext cx="803758" cy="671284"/>
          </a:xfrm>
          <a:prstGeom prst="rect">
            <a:avLst/>
          </a:prstGeom>
          <a:solidFill>
            <a:srgbClr val="FFFFFF">
              <a:alpha val="2063"/>
            </a:srgbClr>
          </a:solidFill>
          <a:ln/>
        </p:spPr>
      </p:sp>
      <p:sp>
        <p:nvSpPr>
          <p:cNvPr id="100" name="Shape 98"/>
          <p:cNvSpPr/>
          <p:nvPr/>
        </p:nvSpPr>
        <p:spPr>
          <a:xfrm>
            <a:off x="2948026" y="5142014"/>
            <a:ext cx="803758" cy="671284"/>
          </a:xfrm>
          <a:prstGeom prst="rect">
            <a:avLst/>
          </a:prstGeom>
          <a:solidFill>
            <a:srgbClr val="FFFFFF">
              <a:alpha val="2750"/>
            </a:srgbClr>
          </a:solidFill>
          <a:ln/>
        </p:spPr>
      </p:sp>
      <p:sp>
        <p:nvSpPr>
          <p:cNvPr id="101" name="Shape 99"/>
          <p:cNvSpPr/>
          <p:nvPr/>
        </p:nvSpPr>
        <p:spPr>
          <a:xfrm>
            <a:off x="2948026" y="5804154"/>
            <a:ext cx="803758" cy="671284"/>
          </a:xfrm>
          <a:prstGeom prst="rect">
            <a:avLst/>
          </a:prstGeom>
          <a:solidFill>
            <a:srgbClr val="FFFFFF">
              <a:alpha val="3438"/>
            </a:srgbClr>
          </a:solidFill>
          <a:ln/>
        </p:spPr>
      </p:sp>
      <p:sp>
        <p:nvSpPr>
          <p:cNvPr id="102" name="Shape 100"/>
          <p:cNvSpPr/>
          <p:nvPr/>
        </p:nvSpPr>
        <p:spPr>
          <a:xfrm>
            <a:off x="2948026" y="6466294"/>
            <a:ext cx="803758" cy="671284"/>
          </a:xfrm>
          <a:prstGeom prst="rect">
            <a:avLst/>
          </a:prstGeom>
          <a:solidFill>
            <a:srgbClr val="FFFFFF">
              <a:alpha val="4125"/>
            </a:srgbClr>
          </a:solidFill>
          <a:ln/>
        </p:spPr>
      </p:sp>
      <p:sp>
        <p:nvSpPr>
          <p:cNvPr id="103" name="Shape 101"/>
          <p:cNvSpPr/>
          <p:nvPr/>
        </p:nvSpPr>
        <p:spPr>
          <a:xfrm>
            <a:off x="2948026" y="7128434"/>
            <a:ext cx="803758" cy="671284"/>
          </a:xfrm>
          <a:prstGeom prst="rect">
            <a:avLst/>
          </a:prstGeom>
          <a:solidFill>
            <a:srgbClr val="FFFFFF">
              <a:alpha val="4813"/>
            </a:srgbClr>
          </a:solidFill>
          <a:ln/>
        </p:spPr>
      </p:sp>
      <p:sp>
        <p:nvSpPr>
          <p:cNvPr id="104" name="Shape 102"/>
          <p:cNvSpPr/>
          <p:nvPr/>
        </p:nvSpPr>
        <p:spPr>
          <a:xfrm>
            <a:off x="2948026" y="7790574"/>
            <a:ext cx="803758" cy="671284"/>
          </a:xfrm>
          <a:prstGeom prst="rect">
            <a:avLst/>
          </a:prstGeom>
          <a:solidFill>
            <a:srgbClr val="FFFFFF">
              <a:alpha val="5500"/>
            </a:srgbClr>
          </a:solidFill>
          <a:ln/>
        </p:spPr>
      </p:sp>
      <p:sp>
        <p:nvSpPr>
          <p:cNvPr id="105" name="Shape 103"/>
          <p:cNvSpPr/>
          <p:nvPr/>
        </p:nvSpPr>
        <p:spPr>
          <a:xfrm>
            <a:off x="4300423" y="3525926"/>
            <a:ext cx="803758" cy="625107"/>
          </a:xfrm>
          <a:prstGeom prst="rect">
            <a:avLst/>
          </a:prstGeom>
          <a:solidFill>
            <a:srgbClr val="FFFFFF">
              <a:alpha val="688"/>
            </a:srgbClr>
          </a:solidFill>
          <a:ln/>
        </p:spPr>
      </p:sp>
      <p:sp>
        <p:nvSpPr>
          <p:cNvPr id="106" name="Shape 104"/>
          <p:cNvSpPr/>
          <p:nvPr/>
        </p:nvSpPr>
        <p:spPr>
          <a:xfrm>
            <a:off x="4300423" y="4141889"/>
            <a:ext cx="803758" cy="625107"/>
          </a:xfrm>
          <a:prstGeom prst="rect">
            <a:avLst/>
          </a:prstGeom>
          <a:solidFill>
            <a:srgbClr val="FFFFFF">
              <a:alpha val="1375"/>
            </a:srgbClr>
          </a:solidFill>
          <a:ln/>
        </p:spPr>
      </p:sp>
      <p:sp>
        <p:nvSpPr>
          <p:cNvPr id="107" name="Shape 105"/>
          <p:cNvSpPr/>
          <p:nvPr/>
        </p:nvSpPr>
        <p:spPr>
          <a:xfrm>
            <a:off x="4300423" y="4757852"/>
            <a:ext cx="803758" cy="625107"/>
          </a:xfrm>
          <a:prstGeom prst="rect">
            <a:avLst/>
          </a:prstGeom>
          <a:solidFill>
            <a:srgbClr val="FFFFFF">
              <a:alpha val="2063"/>
            </a:srgbClr>
          </a:solidFill>
          <a:ln/>
        </p:spPr>
      </p:sp>
      <p:sp>
        <p:nvSpPr>
          <p:cNvPr id="108" name="Shape 106"/>
          <p:cNvSpPr/>
          <p:nvPr/>
        </p:nvSpPr>
        <p:spPr>
          <a:xfrm>
            <a:off x="4300423" y="5373815"/>
            <a:ext cx="803758" cy="625107"/>
          </a:xfrm>
          <a:prstGeom prst="rect">
            <a:avLst/>
          </a:prstGeom>
          <a:solidFill>
            <a:srgbClr val="FFFFFF">
              <a:alpha val="2750"/>
            </a:srgbClr>
          </a:solidFill>
          <a:ln/>
        </p:spPr>
      </p:sp>
      <p:sp>
        <p:nvSpPr>
          <p:cNvPr id="109" name="Shape 107"/>
          <p:cNvSpPr/>
          <p:nvPr/>
        </p:nvSpPr>
        <p:spPr>
          <a:xfrm>
            <a:off x="4300423" y="5989777"/>
            <a:ext cx="803758" cy="625107"/>
          </a:xfrm>
          <a:prstGeom prst="rect">
            <a:avLst/>
          </a:prstGeom>
          <a:solidFill>
            <a:srgbClr val="FFFFFF">
              <a:alpha val="3438"/>
            </a:srgbClr>
          </a:solidFill>
          <a:ln/>
        </p:spPr>
      </p:sp>
      <p:sp>
        <p:nvSpPr>
          <p:cNvPr id="110" name="Shape 108"/>
          <p:cNvSpPr/>
          <p:nvPr/>
        </p:nvSpPr>
        <p:spPr>
          <a:xfrm>
            <a:off x="4300423" y="6605740"/>
            <a:ext cx="803758" cy="625107"/>
          </a:xfrm>
          <a:prstGeom prst="rect">
            <a:avLst/>
          </a:prstGeom>
          <a:solidFill>
            <a:srgbClr val="FFFFFF">
              <a:alpha val="4125"/>
            </a:srgbClr>
          </a:solidFill>
          <a:ln/>
        </p:spPr>
      </p:sp>
      <p:sp>
        <p:nvSpPr>
          <p:cNvPr id="111" name="Shape 109"/>
          <p:cNvSpPr/>
          <p:nvPr/>
        </p:nvSpPr>
        <p:spPr>
          <a:xfrm>
            <a:off x="4300423" y="7221703"/>
            <a:ext cx="803758" cy="625107"/>
          </a:xfrm>
          <a:prstGeom prst="rect">
            <a:avLst/>
          </a:prstGeom>
          <a:solidFill>
            <a:srgbClr val="FFFFFF">
              <a:alpha val="4813"/>
            </a:srgbClr>
          </a:solidFill>
          <a:ln/>
        </p:spPr>
      </p:sp>
      <p:sp>
        <p:nvSpPr>
          <p:cNvPr id="112" name="Shape 110"/>
          <p:cNvSpPr/>
          <p:nvPr/>
        </p:nvSpPr>
        <p:spPr>
          <a:xfrm>
            <a:off x="4300423" y="7837665"/>
            <a:ext cx="803758" cy="625107"/>
          </a:xfrm>
          <a:prstGeom prst="rect">
            <a:avLst/>
          </a:prstGeom>
          <a:solidFill>
            <a:srgbClr val="FFFFFF">
              <a:alpha val="5500"/>
            </a:srgbClr>
          </a:solidFill>
          <a:ln/>
        </p:spPr>
      </p:sp>
      <p:sp>
        <p:nvSpPr>
          <p:cNvPr id="113" name="Shape 111"/>
          <p:cNvSpPr/>
          <p:nvPr/>
        </p:nvSpPr>
        <p:spPr>
          <a:xfrm>
            <a:off x="4992624" y="5362956"/>
            <a:ext cx="803758" cy="395364"/>
          </a:xfrm>
          <a:prstGeom prst="rect">
            <a:avLst/>
          </a:prstGeom>
          <a:solidFill>
            <a:srgbClr val="FFFFFF">
              <a:alpha val="344"/>
            </a:srgbClr>
          </a:solidFill>
          <a:ln/>
        </p:spPr>
      </p:sp>
      <p:sp>
        <p:nvSpPr>
          <p:cNvPr id="114" name="Shape 112"/>
          <p:cNvSpPr/>
          <p:nvPr/>
        </p:nvSpPr>
        <p:spPr>
          <a:xfrm>
            <a:off x="4992624" y="5749176"/>
            <a:ext cx="803758" cy="395364"/>
          </a:xfrm>
          <a:prstGeom prst="rect">
            <a:avLst/>
          </a:prstGeom>
          <a:solidFill>
            <a:srgbClr val="FFFFFF">
              <a:alpha val="688"/>
            </a:srgbClr>
          </a:solidFill>
          <a:ln/>
        </p:spPr>
      </p:sp>
      <p:sp>
        <p:nvSpPr>
          <p:cNvPr id="115" name="Shape 113"/>
          <p:cNvSpPr/>
          <p:nvPr/>
        </p:nvSpPr>
        <p:spPr>
          <a:xfrm>
            <a:off x="4992624" y="6135395"/>
            <a:ext cx="803758" cy="395364"/>
          </a:xfrm>
          <a:prstGeom prst="rect">
            <a:avLst/>
          </a:prstGeom>
          <a:solidFill>
            <a:srgbClr val="FFFFFF">
              <a:alpha val="1031"/>
            </a:srgbClr>
          </a:solidFill>
          <a:ln/>
        </p:spPr>
      </p:sp>
      <p:sp>
        <p:nvSpPr>
          <p:cNvPr id="116" name="Shape 114"/>
          <p:cNvSpPr/>
          <p:nvPr/>
        </p:nvSpPr>
        <p:spPr>
          <a:xfrm>
            <a:off x="4992624" y="6521615"/>
            <a:ext cx="803758" cy="395364"/>
          </a:xfrm>
          <a:prstGeom prst="rect">
            <a:avLst/>
          </a:prstGeom>
          <a:solidFill>
            <a:srgbClr val="FFFFFF">
              <a:alpha val="1375"/>
            </a:srgbClr>
          </a:solidFill>
          <a:ln/>
        </p:spPr>
      </p:sp>
      <p:sp>
        <p:nvSpPr>
          <p:cNvPr id="117" name="Shape 115"/>
          <p:cNvSpPr/>
          <p:nvPr/>
        </p:nvSpPr>
        <p:spPr>
          <a:xfrm>
            <a:off x="4992624" y="6907835"/>
            <a:ext cx="803758" cy="395364"/>
          </a:xfrm>
          <a:prstGeom prst="rect">
            <a:avLst/>
          </a:prstGeom>
          <a:solidFill>
            <a:srgbClr val="FFFFFF">
              <a:alpha val="1719"/>
            </a:srgbClr>
          </a:solidFill>
          <a:ln/>
        </p:spPr>
      </p:sp>
      <p:sp>
        <p:nvSpPr>
          <p:cNvPr id="118" name="Shape 116"/>
          <p:cNvSpPr/>
          <p:nvPr/>
        </p:nvSpPr>
        <p:spPr>
          <a:xfrm>
            <a:off x="4992624" y="7294055"/>
            <a:ext cx="803758" cy="395364"/>
          </a:xfrm>
          <a:prstGeom prst="rect">
            <a:avLst/>
          </a:prstGeom>
          <a:solidFill>
            <a:srgbClr val="FFFFFF">
              <a:alpha val="2063"/>
            </a:srgbClr>
          </a:solidFill>
          <a:ln/>
        </p:spPr>
      </p:sp>
      <p:sp>
        <p:nvSpPr>
          <p:cNvPr id="119" name="Shape 117"/>
          <p:cNvSpPr/>
          <p:nvPr/>
        </p:nvSpPr>
        <p:spPr>
          <a:xfrm>
            <a:off x="4992624" y="7680274"/>
            <a:ext cx="803758" cy="395364"/>
          </a:xfrm>
          <a:prstGeom prst="rect">
            <a:avLst/>
          </a:prstGeom>
          <a:solidFill>
            <a:srgbClr val="FFFFFF">
              <a:alpha val="2406"/>
            </a:srgbClr>
          </a:solidFill>
          <a:ln/>
        </p:spPr>
      </p:sp>
      <p:sp>
        <p:nvSpPr>
          <p:cNvPr id="120" name="Shape 118"/>
          <p:cNvSpPr/>
          <p:nvPr/>
        </p:nvSpPr>
        <p:spPr>
          <a:xfrm>
            <a:off x="4992624" y="8066494"/>
            <a:ext cx="803758" cy="395364"/>
          </a:xfrm>
          <a:prstGeom prst="rect">
            <a:avLst/>
          </a:prstGeom>
          <a:solidFill>
            <a:srgbClr val="FFFFFF">
              <a:alpha val="2750"/>
            </a:srgbClr>
          </a:solidFill>
          <a:ln/>
        </p:spPr>
      </p:sp>
      <p:sp>
        <p:nvSpPr>
          <p:cNvPr id="121" name="Shape 119"/>
          <p:cNvSpPr/>
          <p:nvPr/>
        </p:nvSpPr>
        <p:spPr>
          <a:xfrm>
            <a:off x="-515722" y="1728216"/>
            <a:ext cx="803758" cy="849706"/>
          </a:xfrm>
          <a:prstGeom prst="rect">
            <a:avLst/>
          </a:prstGeom>
          <a:solidFill>
            <a:srgbClr val="FFFFFF">
              <a:alpha val="688"/>
            </a:srgbClr>
          </a:solidFill>
          <a:ln/>
        </p:spPr>
      </p:sp>
      <p:sp>
        <p:nvSpPr>
          <p:cNvPr id="122" name="Shape 120"/>
          <p:cNvSpPr/>
          <p:nvPr/>
        </p:nvSpPr>
        <p:spPr>
          <a:xfrm>
            <a:off x="-515722" y="2568778"/>
            <a:ext cx="803758" cy="849706"/>
          </a:xfrm>
          <a:prstGeom prst="rect">
            <a:avLst/>
          </a:prstGeom>
          <a:solidFill>
            <a:srgbClr val="FFFFFF">
              <a:alpha val="1375"/>
            </a:srgbClr>
          </a:solidFill>
          <a:ln/>
        </p:spPr>
      </p:sp>
      <p:sp>
        <p:nvSpPr>
          <p:cNvPr id="123" name="Shape 121"/>
          <p:cNvSpPr/>
          <p:nvPr/>
        </p:nvSpPr>
        <p:spPr>
          <a:xfrm>
            <a:off x="-515722" y="3409340"/>
            <a:ext cx="803758" cy="849706"/>
          </a:xfrm>
          <a:prstGeom prst="rect">
            <a:avLst/>
          </a:prstGeom>
          <a:solidFill>
            <a:srgbClr val="FFFFFF">
              <a:alpha val="2063"/>
            </a:srgbClr>
          </a:solidFill>
          <a:ln/>
        </p:spPr>
      </p:sp>
      <p:sp>
        <p:nvSpPr>
          <p:cNvPr id="124" name="Shape 122"/>
          <p:cNvSpPr/>
          <p:nvPr/>
        </p:nvSpPr>
        <p:spPr>
          <a:xfrm>
            <a:off x="-515722" y="4249903"/>
            <a:ext cx="803758" cy="849706"/>
          </a:xfrm>
          <a:prstGeom prst="rect">
            <a:avLst/>
          </a:prstGeom>
          <a:solidFill>
            <a:srgbClr val="FFFFFF">
              <a:alpha val="2750"/>
            </a:srgbClr>
          </a:solidFill>
          <a:ln/>
        </p:spPr>
      </p:sp>
      <p:sp>
        <p:nvSpPr>
          <p:cNvPr id="125" name="Shape 123"/>
          <p:cNvSpPr/>
          <p:nvPr/>
        </p:nvSpPr>
        <p:spPr>
          <a:xfrm>
            <a:off x="-515722" y="5090465"/>
            <a:ext cx="803758" cy="849706"/>
          </a:xfrm>
          <a:prstGeom prst="rect">
            <a:avLst/>
          </a:prstGeom>
          <a:solidFill>
            <a:srgbClr val="FFFFFF">
              <a:alpha val="3438"/>
            </a:srgbClr>
          </a:solidFill>
          <a:ln/>
        </p:spPr>
      </p:sp>
      <p:sp>
        <p:nvSpPr>
          <p:cNvPr id="126" name="Shape 124"/>
          <p:cNvSpPr/>
          <p:nvPr/>
        </p:nvSpPr>
        <p:spPr>
          <a:xfrm>
            <a:off x="-515722" y="5931027"/>
            <a:ext cx="803758" cy="849706"/>
          </a:xfrm>
          <a:prstGeom prst="rect">
            <a:avLst/>
          </a:prstGeom>
          <a:solidFill>
            <a:srgbClr val="FFFFFF">
              <a:alpha val="4125"/>
            </a:srgbClr>
          </a:solidFill>
          <a:ln/>
        </p:spPr>
      </p:sp>
      <p:sp>
        <p:nvSpPr>
          <p:cNvPr id="127" name="Shape 125"/>
          <p:cNvSpPr/>
          <p:nvPr/>
        </p:nvSpPr>
        <p:spPr>
          <a:xfrm>
            <a:off x="-515722" y="6771589"/>
            <a:ext cx="803758" cy="849706"/>
          </a:xfrm>
          <a:prstGeom prst="rect">
            <a:avLst/>
          </a:prstGeom>
          <a:solidFill>
            <a:srgbClr val="FFFFFF">
              <a:alpha val="4813"/>
            </a:srgbClr>
          </a:solidFill>
          <a:ln/>
        </p:spPr>
      </p:sp>
      <p:sp>
        <p:nvSpPr>
          <p:cNvPr id="128" name="Shape 126"/>
          <p:cNvSpPr/>
          <p:nvPr/>
        </p:nvSpPr>
        <p:spPr>
          <a:xfrm>
            <a:off x="-515722" y="7612151"/>
            <a:ext cx="803758" cy="849706"/>
          </a:xfrm>
          <a:prstGeom prst="rect">
            <a:avLst/>
          </a:prstGeom>
          <a:solidFill>
            <a:srgbClr val="FFFFFF">
              <a:alpha val="5500"/>
            </a:srgbClr>
          </a:solidFill>
          <a:ln/>
        </p:spPr>
      </p:sp>
      <p:sp>
        <p:nvSpPr>
          <p:cNvPr id="129" name="Shape 127"/>
          <p:cNvSpPr/>
          <p:nvPr/>
        </p:nvSpPr>
        <p:spPr>
          <a:xfrm>
            <a:off x="170993" y="3525926"/>
            <a:ext cx="803758" cy="625107"/>
          </a:xfrm>
          <a:prstGeom prst="rect">
            <a:avLst/>
          </a:prstGeom>
          <a:solidFill>
            <a:srgbClr val="FFFFFF">
              <a:alpha val="344"/>
            </a:srgbClr>
          </a:solidFill>
          <a:ln/>
        </p:spPr>
      </p:sp>
      <p:sp>
        <p:nvSpPr>
          <p:cNvPr id="130" name="Shape 128"/>
          <p:cNvSpPr/>
          <p:nvPr/>
        </p:nvSpPr>
        <p:spPr>
          <a:xfrm>
            <a:off x="170993" y="4141889"/>
            <a:ext cx="803758" cy="625107"/>
          </a:xfrm>
          <a:prstGeom prst="rect">
            <a:avLst/>
          </a:prstGeom>
          <a:solidFill>
            <a:srgbClr val="FFFFFF">
              <a:alpha val="688"/>
            </a:srgbClr>
          </a:solidFill>
          <a:ln/>
        </p:spPr>
      </p:sp>
      <p:sp>
        <p:nvSpPr>
          <p:cNvPr id="131" name="Shape 129"/>
          <p:cNvSpPr/>
          <p:nvPr/>
        </p:nvSpPr>
        <p:spPr>
          <a:xfrm>
            <a:off x="170993" y="4757852"/>
            <a:ext cx="803758" cy="625107"/>
          </a:xfrm>
          <a:prstGeom prst="rect">
            <a:avLst/>
          </a:prstGeom>
          <a:solidFill>
            <a:srgbClr val="FFFFFF">
              <a:alpha val="1031"/>
            </a:srgbClr>
          </a:solidFill>
          <a:ln/>
        </p:spPr>
      </p:sp>
      <p:sp>
        <p:nvSpPr>
          <p:cNvPr id="132" name="Shape 130"/>
          <p:cNvSpPr/>
          <p:nvPr/>
        </p:nvSpPr>
        <p:spPr>
          <a:xfrm>
            <a:off x="170993" y="5373815"/>
            <a:ext cx="803758" cy="625107"/>
          </a:xfrm>
          <a:prstGeom prst="rect">
            <a:avLst/>
          </a:prstGeom>
          <a:solidFill>
            <a:srgbClr val="FFFFFF">
              <a:alpha val="1375"/>
            </a:srgbClr>
          </a:solidFill>
          <a:ln/>
        </p:spPr>
      </p:sp>
      <p:sp>
        <p:nvSpPr>
          <p:cNvPr id="133" name="Shape 131"/>
          <p:cNvSpPr/>
          <p:nvPr/>
        </p:nvSpPr>
        <p:spPr>
          <a:xfrm>
            <a:off x="170993" y="5989777"/>
            <a:ext cx="803758" cy="625107"/>
          </a:xfrm>
          <a:prstGeom prst="rect">
            <a:avLst/>
          </a:prstGeom>
          <a:solidFill>
            <a:srgbClr val="FFFFFF">
              <a:alpha val="1719"/>
            </a:srgbClr>
          </a:solidFill>
          <a:ln/>
        </p:spPr>
      </p:sp>
      <p:sp>
        <p:nvSpPr>
          <p:cNvPr id="134" name="Shape 132"/>
          <p:cNvSpPr/>
          <p:nvPr/>
        </p:nvSpPr>
        <p:spPr>
          <a:xfrm>
            <a:off x="170993" y="6605740"/>
            <a:ext cx="803758" cy="625107"/>
          </a:xfrm>
          <a:prstGeom prst="rect">
            <a:avLst/>
          </a:prstGeom>
          <a:solidFill>
            <a:srgbClr val="FFFFFF">
              <a:alpha val="2063"/>
            </a:srgbClr>
          </a:solidFill>
          <a:ln/>
        </p:spPr>
      </p:sp>
      <p:sp>
        <p:nvSpPr>
          <p:cNvPr id="135" name="Shape 133"/>
          <p:cNvSpPr/>
          <p:nvPr/>
        </p:nvSpPr>
        <p:spPr>
          <a:xfrm>
            <a:off x="170993" y="7221703"/>
            <a:ext cx="803758" cy="625107"/>
          </a:xfrm>
          <a:prstGeom prst="rect">
            <a:avLst/>
          </a:prstGeom>
          <a:solidFill>
            <a:srgbClr val="FFFFFF">
              <a:alpha val="2406"/>
            </a:srgbClr>
          </a:solidFill>
          <a:ln/>
        </p:spPr>
      </p:sp>
      <p:sp>
        <p:nvSpPr>
          <p:cNvPr id="136" name="Shape 134"/>
          <p:cNvSpPr/>
          <p:nvPr/>
        </p:nvSpPr>
        <p:spPr>
          <a:xfrm>
            <a:off x="170993" y="7837665"/>
            <a:ext cx="803758" cy="625107"/>
          </a:xfrm>
          <a:prstGeom prst="rect">
            <a:avLst/>
          </a:prstGeom>
          <a:solidFill>
            <a:srgbClr val="FFFFFF">
              <a:alpha val="2750"/>
            </a:srgbClr>
          </a:solidFill>
          <a:ln/>
        </p:spPr>
      </p:sp>
      <p:sp>
        <p:nvSpPr>
          <p:cNvPr id="137" name="Shape 135"/>
          <p:cNvSpPr/>
          <p:nvPr/>
        </p:nvSpPr>
        <p:spPr>
          <a:xfrm>
            <a:off x="862279" y="5362956"/>
            <a:ext cx="803758" cy="395364"/>
          </a:xfrm>
          <a:prstGeom prst="rect">
            <a:avLst/>
          </a:prstGeom>
          <a:solidFill>
            <a:srgbClr val="FFFFFF">
              <a:alpha val="138"/>
            </a:srgbClr>
          </a:solidFill>
          <a:ln/>
        </p:spPr>
      </p:sp>
      <p:sp>
        <p:nvSpPr>
          <p:cNvPr id="138" name="Shape 136"/>
          <p:cNvSpPr/>
          <p:nvPr/>
        </p:nvSpPr>
        <p:spPr>
          <a:xfrm>
            <a:off x="862279" y="5749176"/>
            <a:ext cx="803758" cy="395364"/>
          </a:xfrm>
          <a:prstGeom prst="rect">
            <a:avLst/>
          </a:prstGeom>
          <a:solidFill>
            <a:srgbClr val="FFFFFF">
              <a:alpha val="275"/>
            </a:srgbClr>
          </a:solidFill>
          <a:ln/>
        </p:spPr>
      </p:sp>
      <p:sp>
        <p:nvSpPr>
          <p:cNvPr id="139" name="Shape 137"/>
          <p:cNvSpPr/>
          <p:nvPr/>
        </p:nvSpPr>
        <p:spPr>
          <a:xfrm>
            <a:off x="862279" y="6135395"/>
            <a:ext cx="803758" cy="395364"/>
          </a:xfrm>
          <a:prstGeom prst="rect">
            <a:avLst/>
          </a:prstGeom>
          <a:solidFill>
            <a:srgbClr val="FFFFFF">
              <a:alpha val="412"/>
            </a:srgbClr>
          </a:solidFill>
          <a:ln/>
        </p:spPr>
      </p:sp>
      <p:sp>
        <p:nvSpPr>
          <p:cNvPr id="140" name="Shape 138"/>
          <p:cNvSpPr/>
          <p:nvPr/>
        </p:nvSpPr>
        <p:spPr>
          <a:xfrm>
            <a:off x="862279" y="6521615"/>
            <a:ext cx="803758" cy="395364"/>
          </a:xfrm>
          <a:prstGeom prst="rect">
            <a:avLst/>
          </a:prstGeom>
          <a:solidFill>
            <a:srgbClr val="FFFFFF">
              <a:alpha val="550"/>
            </a:srgbClr>
          </a:solidFill>
          <a:ln/>
        </p:spPr>
      </p:sp>
      <p:sp>
        <p:nvSpPr>
          <p:cNvPr id="141" name="Shape 139"/>
          <p:cNvSpPr/>
          <p:nvPr/>
        </p:nvSpPr>
        <p:spPr>
          <a:xfrm>
            <a:off x="862279" y="6907835"/>
            <a:ext cx="803758" cy="395364"/>
          </a:xfrm>
          <a:prstGeom prst="rect">
            <a:avLst/>
          </a:prstGeom>
          <a:solidFill>
            <a:srgbClr val="FFFFFF">
              <a:alpha val="688"/>
            </a:srgbClr>
          </a:solidFill>
          <a:ln/>
        </p:spPr>
      </p:sp>
      <p:sp>
        <p:nvSpPr>
          <p:cNvPr id="142" name="Shape 140"/>
          <p:cNvSpPr/>
          <p:nvPr/>
        </p:nvSpPr>
        <p:spPr>
          <a:xfrm>
            <a:off x="862279" y="7294055"/>
            <a:ext cx="803758" cy="395364"/>
          </a:xfrm>
          <a:prstGeom prst="rect">
            <a:avLst/>
          </a:prstGeom>
          <a:solidFill>
            <a:srgbClr val="FFFFFF">
              <a:alpha val="825"/>
            </a:srgbClr>
          </a:solidFill>
          <a:ln/>
        </p:spPr>
      </p:sp>
      <p:sp>
        <p:nvSpPr>
          <p:cNvPr id="143" name="Shape 141"/>
          <p:cNvSpPr/>
          <p:nvPr/>
        </p:nvSpPr>
        <p:spPr>
          <a:xfrm>
            <a:off x="862279" y="7680274"/>
            <a:ext cx="803758" cy="395364"/>
          </a:xfrm>
          <a:prstGeom prst="rect">
            <a:avLst/>
          </a:prstGeom>
          <a:solidFill>
            <a:srgbClr val="FFFFFF">
              <a:alpha val="963"/>
            </a:srgbClr>
          </a:solidFill>
          <a:ln/>
        </p:spPr>
      </p:sp>
      <p:sp>
        <p:nvSpPr>
          <p:cNvPr id="144" name="Shape 142"/>
          <p:cNvSpPr/>
          <p:nvPr/>
        </p:nvSpPr>
        <p:spPr>
          <a:xfrm>
            <a:off x="862279" y="8066494"/>
            <a:ext cx="803758" cy="395364"/>
          </a:xfrm>
          <a:prstGeom prst="rect">
            <a:avLst/>
          </a:prstGeom>
          <a:solidFill>
            <a:srgbClr val="FFFFFF">
              <a:alpha val="1100"/>
            </a:srgbClr>
          </a:solidFill>
          <a:ln/>
        </p:spPr>
      </p:sp>
      <p:sp>
        <p:nvSpPr>
          <p:cNvPr id="145" name="Shape 143"/>
          <p:cNvSpPr/>
          <p:nvPr/>
        </p:nvSpPr>
        <p:spPr>
          <a:xfrm>
            <a:off x="1435608" y="-1775765"/>
            <a:ext cx="803758" cy="849706"/>
          </a:xfrm>
          <a:prstGeom prst="rect">
            <a:avLst/>
          </a:prstGeom>
          <a:solidFill>
            <a:srgbClr val="F8FE05">
              <a:alpha val="8250"/>
            </a:srgbClr>
          </a:solidFill>
          <a:ln/>
        </p:spPr>
      </p:sp>
      <p:sp>
        <p:nvSpPr>
          <p:cNvPr id="146" name="Shape 144"/>
          <p:cNvSpPr/>
          <p:nvPr/>
        </p:nvSpPr>
        <p:spPr>
          <a:xfrm>
            <a:off x="1435608" y="-935203"/>
            <a:ext cx="803758" cy="849706"/>
          </a:xfrm>
          <a:prstGeom prst="rect">
            <a:avLst/>
          </a:prstGeom>
          <a:solidFill>
            <a:srgbClr val="F8FE05">
              <a:alpha val="7219"/>
            </a:srgbClr>
          </a:solidFill>
          <a:ln/>
        </p:spPr>
      </p:sp>
      <p:sp>
        <p:nvSpPr>
          <p:cNvPr id="147" name="Shape 145"/>
          <p:cNvSpPr/>
          <p:nvPr/>
        </p:nvSpPr>
        <p:spPr>
          <a:xfrm>
            <a:off x="1435608" y="-94640"/>
            <a:ext cx="803758" cy="849706"/>
          </a:xfrm>
          <a:prstGeom prst="rect">
            <a:avLst/>
          </a:prstGeom>
          <a:solidFill>
            <a:srgbClr val="F8FE05">
              <a:alpha val="6188"/>
            </a:srgbClr>
          </a:solidFill>
          <a:ln/>
        </p:spPr>
      </p:sp>
      <p:sp>
        <p:nvSpPr>
          <p:cNvPr id="148" name="Shape 146"/>
          <p:cNvSpPr/>
          <p:nvPr/>
        </p:nvSpPr>
        <p:spPr>
          <a:xfrm>
            <a:off x="1435608" y="745922"/>
            <a:ext cx="803758" cy="849706"/>
          </a:xfrm>
          <a:prstGeom prst="rect">
            <a:avLst/>
          </a:prstGeom>
          <a:solidFill>
            <a:srgbClr val="F8FE05">
              <a:alpha val="5156"/>
            </a:srgbClr>
          </a:solidFill>
          <a:ln/>
        </p:spPr>
      </p:sp>
      <p:sp>
        <p:nvSpPr>
          <p:cNvPr id="149" name="Shape 147"/>
          <p:cNvSpPr/>
          <p:nvPr/>
        </p:nvSpPr>
        <p:spPr>
          <a:xfrm>
            <a:off x="1435608" y="1586484"/>
            <a:ext cx="803758" cy="849706"/>
          </a:xfrm>
          <a:prstGeom prst="rect">
            <a:avLst/>
          </a:prstGeom>
          <a:solidFill>
            <a:srgbClr val="F8FE05">
              <a:alpha val="4125"/>
            </a:srgbClr>
          </a:solidFill>
          <a:ln/>
        </p:spPr>
      </p:sp>
      <p:sp>
        <p:nvSpPr>
          <p:cNvPr id="150" name="Shape 148"/>
          <p:cNvSpPr/>
          <p:nvPr/>
        </p:nvSpPr>
        <p:spPr>
          <a:xfrm>
            <a:off x="1435608" y="2427046"/>
            <a:ext cx="803758" cy="849706"/>
          </a:xfrm>
          <a:prstGeom prst="rect">
            <a:avLst/>
          </a:prstGeom>
          <a:solidFill>
            <a:srgbClr val="F8FE05">
              <a:alpha val="3094"/>
            </a:srgbClr>
          </a:solidFill>
          <a:ln/>
        </p:spPr>
      </p:sp>
      <p:sp>
        <p:nvSpPr>
          <p:cNvPr id="151" name="Shape 149"/>
          <p:cNvSpPr/>
          <p:nvPr/>
        </p:nvSpPr>
        <p:spPr>
          <a:xfrm>
            <a:off x="1435608" y="3267608"/>
            <a:ext cx="803758" cy="849706"/>
          </a:xfrm>
          <a:prstGeom prst="rect">
            <a:avLst/>
          </a:prstGeom>
          <a:solidFill>
            <a:srgbClr val="F8FE05">
              <a:alpha val="2063"/>
            </a:srgbClr>
          </a:solidFill>
          <a:ln/>
        </p:spPr>
      </p:sp>
      <p:sp>
        <p:nvSpPr>
          <p:cNvPr id="152" name="Shape 150"/>
          <p:cNvSpPr/>
          <p:nvPr/>
        </p:nvSpPr>
        <p:spPr>
          <a:xfrm>
            <a:off x="1435608" y="4108171"/>
            <a:ext cx="803758" cy="849706"/>
          </a:xfrm>
          <a:prstGeom prst="rect">
            <a:avLst/>
          </a:prstGeom>
          <a:solidFill>
            <a:srgbClr val="F8FE05">
              <a:alpha val="1031"/>
            </a:srgbClr>
          </a:solidFill>
          <a:ln/>
        </p:spPr>
      </p:sp>
      <p:sp>
        <p:nvSpPr>
          <p:cNvPr id="153" name="Shape 151"/>
          <p:cNvSpPr/>
          <p:nvPr/>
        </p:nvSpPr>
        <p:spPr>
          <a:xfrm>
            <a:off x="2806294" y="-1775765"/>
            <a:ext cx="803758" cy="523723"/>
          </a:xfrm>
          <a:prstGeom prst="rect">
            <a:avLst/>
          </a:prstGeom>
          <a:solidFill>
            <a:srgbClr val="F8FE05">
              <a:alpha val="3850"/>
            </a:srgbClr>
          </a:solidFill>
          <a:ln/>
        </p:spPr>
      </p:sp>
      <p:sp>
        <p:nvSpPr>
          <p:cNvPr id="154" name="Shape 152"/>
          <p:cNvSpPr/>
          <p:nvPr/>
        </p:nvSpPr>
        <p:spPr>
          <a:xfrm>
            <a:off x="2806294" y="-1261186"/>
            <a:ext cx="803758" cy="523723"/>
          </a:xfrm>
          <a:prstGeom prst="rect">
            <a:avLst/>
          </a:prstGeom>
          <a:solidFill>
            <a:srgbClr val="F8FE05">
              <a:alpha val="3369"/>
            </a:srgbClr>
          </a:solidFill>
          <a:ln/>
        </p:spPr>
      </p:sp>
      <p:sp>
        <p:nvSpPr>
          <p:cNvPr id="155" name="Shape 153"/>
          <p:cNvSpPr/>
          <p:nvPr/>
        </p:nvSpPr>
        <p:spPr>
          <a:xfrm>
            <a:off x="2806294" y="-746608"/>
            <a:ext cx="803758" cy="523723"/>
          </a:xfrm>
          <a:prstGeom prst="rect">
            <a:avLst/>
          </a:prstGeom>
          <a:solidFill>
            <a:srgbClr val="F8FE05">
              <a:alpha val="2888"/>
            </a:srgbClr>
          </a:solidFill>
          <a:ln/>
        </p:spPr>
      </p:sp>
      <p:sp>
        <p:nvSpPr>
          <p:cNvPr id="156" name="Shape 154"/>
          <p:cNvSpPr/>
          <p:nvPr/>
        </p:nvSpPr>
        <p:spPr>
          <a:xfrm>
            <a:off x="2806294" y="-232029"/>
            <a:ext cx="803758" cy="523723"/>
          </a:xfrm>
          <a:prstGeom prst="rect">
            <a:avLst/>
          </a:prstGeom>
          <a:solidFill>
            <a:srgbClr val="F8FE05">
              <a:alpha val="2406"/>
            </a:srgbClr>
          </a:solidFill>
          <a:ln/>
        </p:spPr>
      </p:sp>
      <p:sp>
        <p:nvSpPr>
          <p:cNvPr id="157" name="Shape 155"/>
          <p:cNvSpPr/>
          <p:nvPr/>
        </p:nvSpPr>
        <p:spPr>
          <a:xfrm>
            <a:off x="2806294" y="282550"/>
            <a:ext cx="803758" cy="523723"/>
          </a:xfrm>
          <a:prstGeom prst="rect">
            <a:avLst/>
          </a:prstGeom>
          <a:solidFill>
            <a:srgbClr val="F8FE05">
              <a:alpha val="1925"/>
            </a:srgbClr>
          </a:solidFill>
          <a:ln/>
        </p:spPr>
      </p:sp>
      <p:sp>
        <p:nvSpPr>
          <p:cNvPr id="158" name="Shape 156"/>
          <p:cNvSpPr/>
          <p:nvPr/>
        </p:nvSpPr>
        <p:spPr>
          <a:xfrm>
            <a:off x="2806294" y="797128"/>
            <a:ext cx="803758" cy="523723"/>
          </a:xfrm>
          <a:prstGeom prst="rect">
            <a:avLst/>
          </a:prstGeom>
          <a:solidFill>
            <a:srgbClr val="F8FE05">
              <a:alpha val="1444"/>
            </a:srgbClr>
          </a:solidFill>
          <a:ln/>
        </p:spPr>
      </p:sp>
      <p:sp>
        <p:nvSpPr>
          <p:cNvPr id="159" name="Shape 157"/>
          <p:cNvSpPr/>
          <p:nvPr/>
        </p:nvSpPr>
        <p:spPr>
          <a:xfrm>
            <a:off x="2806294" y="1311707"/>
            <a:ext cx="803758" cy="523723"/>
          </a:xfrm>
          <a:prstGeom prst="rect">
            <a:avLst/>
          </a:prstGeom>
          <a:solidFill>
            <a:srgbClr val="F8FE05">
              <a:alpha val="963"/>
            </a:srgbClr>
          </a:solidFill>
          <a:ln/>
        </p:spPr>
      </p:sp>
      <p:sp>
        <p:nvSpPr>
          <p:cNvPr id="160" name="Shape 158"/>
          <p:cNvSpPr/>
          <p:nvPr/>
        </p:nvSpPr>
        <p:spPr>
          <a:xfrm>
            <a:off x="2806294" y="1826285"/>
            <a:ext cx="803758" cy="523723"/>
          </a:xfrm>
          <a:prstGeom prst="rect">
            <a:avLst/>
          </a:prstGeom>
          <a:solidFill>
            <a:srgbClr val="F8FE05">
              <a:alpha val="481"/>
            </a:srgbClr>
          </a:solidFill>
          <a:ln/>
        </p:spPr>
      </p:sp>
      <p:sp>
        <p:nvSpPr>
          <p:cNvPr id="161" name="Shape 159"/>
          <p:cNvSpPr/>
          <p:nvPr/>
        </p:nvSpPr>
        <p:spPr>
          <a:xfrm>
            <a:off x="2115922" y="-1775765"/>
            <a:ext cx="803758" cy="671284"/>
          </a:xfrm>
          <a:prstGeom prst="rect">
            <a:avLst/>
          </a:prstGeom>
          <a:solidFill>
            <a:srgbClr val="F8FE05">
              <a:alpha val="5500"/>
            </a:srgbClr>
          </a:solidFill>
          <a:ln/>
        </p:spPr>
      </p:sp>
      <p:sp>
        <p:nvSpPr>
          <p:cNvPr id="162" name="Shape 160"/>
          <p:cNvSpPr/>
          <p:nvPr/>
        </p:nvSpPr>
        <p:spPr>
          <a:xfrm>
            <a:off x="2115922" y="-1113625"/>
            <a:ext cx="803758" cy="671284"/>
          </a:xfrm>
          <a:prstGeom prst="rect">
            <a:avLst/>
          </a:prstGeom>
          <a:solidFill>
            <a:srgbClr val="F8FE05">
              <a:alpha val="4813"/>
            </a:srgbClr>
          </a:solidFill>
          <a:ln/>
        </p:spPr>
      </p:sp>
      <p:sp>
        <p:nvSpPr>
          <p:cNvPr id="163" name="Shape 161"/>
          <p:cNvSpPr/>
          <p:nvPr/>
        </p:nvSpPr>
        <p:spPr>
          <a:xfrm>
            <a:off x="2115922" y="-451485"/>
            <a:ext cx="803758" cy="671284"/>
          </a:xfrm>
          <a:prstGeom prst="rect">
            <a:avLst/>
          </a:prstGeom>
          <a:solidFill>
            <a:srgbClr val="F8FE05">
              <a:alpha val="4125"/>
            </a:srgbClr>
          </a:solidFill>
          <a:ln/>
        </p:spPr>
      </p:sp>
      <p:sp>
        <p:nvSpPr>
          <p:cNvPr id="164" name="Shape 162"/>
          <p:cNvSpPr/>
          <p:nvPr/>
        </p:nvSpPr>
        <p:spPr>
          <a:xfrm>
            <a:off x="2115922" y="210655"/>
            <a:ext cx="803758" cy="671284"/>
          </a:xfrm>
          <a:prstGeom prst="rect">
            <a:avLst/>
          </a:prstGeom>
          <a:solidFill>
            <a:srgbClr val="F8FE05">
              <a:alpha val="3438"/>
            </a:srgbClr>
          </a:solidFill>
          <a:ln/>
        </p:spPr>
      </p:sp>
      <p:sp>
        <p:nvSpPr>
          <p:cNvPr id="165" name="Shape 163"/>
          <p:cNvSpPr/>
          <p:nvPr/>
        </p:nvSpPr>
        <p:spPr>
          <a:xfrm>
            <a:off x="2115922" y="872795"/>
            <a:ext cx="803758" cy="671284"/>
          </a:xfrm>
          <a:prstGeom prst="rect">
            <a:avLst/>
          </a:prstGeom>
          <a:solidFill>
            <a:srgbClr val="F8FE05">
              <a:alpha val="2750"/>
            </a:srgbClr>
          </a:solidFill>
          <a:ln/>
        </p:spPr>
      </p:sp>
      <p:sp>
        <p:nvSpPr>
          <p:cNvPr id="166" name="Shape 164"/>
          <p:cNvSpPr/>
          <p:nvPr/>
        </p:nvSpPr>
        <p:spPr>
          <a:xfrm>
            <a:off x="2115922" y="1534935"/>
            <a:ext cx="803758" cy="671284"/>
          </a:xfrm>
          <a:prstGeom prst="rect">
            <a:avLst/>
          </a:prstGeom>
          <a:solidFill>
            <a:srgbClr val="F8FE05">
              <a:alpha val="2063"/>
            </a:srgbClr>
          </a:solidFill>
          <a:ln/>
        </p:spPr>
      </p:sp>
      <p:sp>
        <p:nvSpPr>
          <p:cNvPr id="167" name="Shape 165"/>
          <p:cNvSpPr/>
          <p:nvPr/>
        </p:nvSpPr>
        <p:spPr>
          <a:xfrm>
            <a:off x="2115922" y="2197075"/>
            <a:ext cx="803758" cy="671284"/>
          </a:xfrm>
          <a:prstGeom prst="rect">
            <a:avLst/>
          </a:prstGeom>
          <a:solidFill>
            <a:srgbClr val="F8FE05">
              <a:alpha val="1375"/>
            </a:srgbClr>
          </a:solidFill>
          <a:ln/>
        </p:spPr>
      </p:sp>
      <p:sp>
        <p:nvSpPr>
          <p:cNvPr id="168" name="Shape 166"/>
          <p:cNvSpPr/>
          <p:nvPr/>
        </p:nvSpPr>
        <p:spPr>
          <a:xfrm>
            <a:off x="2115922" y="2859215"/>
            <a:ext cx="803758" cy="671284"/>
          </a:xfrm>
          <a:prstGeom prst="rect">
            <a:avLst/>
          </a:prstGeom>
          <a:solidFill>
            <a:srgbClr val="F8FE05">
              <a:alpha val="688"/>
            </a:srgbClr>
          </a:solidFill>
          <a:ln/>
        </p:spPr>
      </p:sp>
      <p:sp>
        <p:nvSpPr>
          <p:cNvPr id="169" name="Shape 167"/>
          <p:cNvSpPr/>
          <p:nvPr/>
        </p:nvSpPr>
        <p:spPr>
          <a:xfrm>
            <a:off x="742493" y="-1775765"/>
            <a:ext cx="803758" cy="625107"/>
          </a:xfrm>
          <a:prstGeom prst="rect">
            <a:avLst/>
          </a:prstGeom>
          <a:solidFill>
            <a:srgbClr val="F8FE05">
              <a:alpha val="5500"/>
            </a:srgbClr>
          </a:solidFill>
          <a:ln/>
        </p:spPr>
      </p:sp>
      <p:sp>
        <p:nvSpPr>
          <p:cNvPr id="170" name="Shape 168"/>
          <p:cNvSpPr/>
          <p:nvPr/>
        </p:nvSpPr>
        <p:spPr>
          <a:xfrm>
            <a:off x="742493" y="-1159802"/>
            <a:ext cx="803758" cy="625107"/>
          </a:xfrm>
          <a:prstGeom prst="rect">
            <a:avLst/>
          </a:prstGeom>
          <a:solidFill>
            <a:srgbClr val="F8FE05">
              <a:alpha val="4813"/>
            </a:srgbClr>
          </a:solidFill>
          <a:ln/>
        </p:spPr>
      </p:sp>
      <p:sp>
        <p:nvSpPr>
          <p:cNvPr id="171" name="Shape 169"/>
          <p:cNvSpPr/>
          <p:nvPr/>
        </p:nvSpPr>
        <p:spPr>
          <a:xfrm>
            <a:off x="742493" y="-543839"/>
            <a:ext cx="803758" cy="625107"/>
          </a:xfrm>
          <a:prstGeom prst="rect">
            <a:avLst/>
          </a:prstGeom>
          <a:solidFill>
            <a:srgbClr val="F8FE05">
              <a:alpha val="4125"/>
            </a:srgbClr>
          </a:solidFill>
          <a:ln/>
        </p:spPr>
      </p:sp>
      <p:sp>
        <p:nvSpPr>
          <p:cNvPr id="172" name="Shape 170"/>
          <p:cNvSpPr/>
          <p:nvPr/>
        </p:nvSpPr>
        <p:spPr>
          <a:xfrm>
            <a:off x="742493" y="72123"/>
            <a:ext cx="803758" cy="625107"/>
          </a:xfrm>
          <a:prstGeom prst="rect">
            <a:avLst/>
          </a:prstGeom>
          <a:solidFill>
            <a:srgbClr val="F8FE05">
              <a:alpha val="3438"/>
            </a:srgbClr>
          </a:solidFill>
          <a:ln/>
        </p:spPr>
      </p:sp>
      <p:sp>
        <p:nvSpPr>
          <p:cNvPr id="173" name="Shape 171"/>
          <p:cNvSpPr/>
          <p:nvPr/>
        </p:nvSpPr>
        <p:spPr>
          <a:xfrm>
            <a:off x="742493" y="688086"/>
            <a:ext cx="803758" cy="625107"/>
          </a:xfrm>
          <a:prstGeom prst="rect">
            <a:avLst/>
          </a:prstGeom>
          <a:solidFill>
            <a:srgbClr val="F8FE05">
              <a:alpha val="2750"/>
            </a:srgbClr>
          </a:solidFill>
          <a:ln/>
        </p:spPr>
      </p:sp>
      <p:sp>
        <p:nvSpPr>
          <p:cNvPr id="174" name="Shape 172"/>
          <p:cNvSpPr/>
          <p:nvPr/>
        </p:nvSpPr>
        <p:spPr>
          <a:xfrm>
            <a:off x="742493" y="1304049"/>
            <a:ext cx="803758" cy="625107"/>
          </a:xfrm>
          <a:prstGeom prst="rect">
            <a:avLst/>
          </a:prstGeom>
          <a:solidFill>
            <a:srgbClr val="F8FE05">
              <a:alpha val="2063"/>
            </a:srgbClr>
          </a:solidFill>
          <a:ln/>
        </p:spPr>
      </p:sp>
      <p:sp>
        <p:nvSpPr>
          <p:cNvPr id="175" name="Shape 173"/>
          <p:cNvSpPr/>
          <p:nvPr/>
        </p:nvSpPr>
        <p:spPr>
          <a:xfrm>
            <a:off x="742493" y="1920011"/>
            <a:ext cx="803758" cy="625107"/>
          </a:xfrm>
          <a:prstGeom prst="rect">
            <a:avLst/>
          </a:prstGeom>
          <a:solidFill>
            <a:srgbClr val="F8FE05">
              <a:alpha val="1375"/>
            </a:srgbClr>
          </a:solidFill>
          <a:ln/>
        </p:spPr>
      </p:sp>
      <p:sp>
        <p:nvSpPr>
          <p:cNvPr id="176" name="Shape 174"/>
          <p:cNvSpPr/>
          <p:nvPr/>
        </p:nvSpPr>
        <p:spPr>
          <a:xfrm>
            <a:off x="742493" y="2535974"/>
            <a:ext cx="803758" cy="625107"/>
          </a:xfrm>
          <a:prstGeom prst="rect">
            <a:avLst/>
          </a:prstGeom>
          <a:solidFill>
            <a:srgbClr val="F8FE05">
              <a:alpha val="688"/>
            </a:srgbClr>
          </a:solidFill>
          <a:ln/>
        </p:spPr>
      </p:sp>
      <p:sp>
        <p:nvSpPr>
          <p:cNvPr id="177" name="Shape 175"/>
          <p:cNvSpPr/>
          <p:nvPr/>
        </p:nvSpPr>
        <p:spPr>
          <a:xfrm>
            <a:off x="57607" y="-1775765"/>
            <a:ext cx="803758" cy="395364"/>
          </a:xfrm>
          <a:prstGeom prst="rect">
            <a:avLst/>
          </a:prstGeom>
          <a:solidFill>
            <a:srgbClr val="F8FE05">
              <a:alpha val="3850"/>
            </a:srgbClr>
          </a:solidFill>
          <a:ln/>
        </p:spPr>
      </p:sp>
      <p:sp>
        <p:nvSpPr>
          <p:cNvPr id="178" name="Shape 176"/>
          <p:cNvSpPr/>
          <p:nvPr/>
        </p:nvSpPr>
        <p:spPr>
          <a:xfrm>
            <a:off x="57607" y="-1389545"/>
            <a:ext cx="803758" cy="395364"/>
          </a:xfrm>
          <a:prstGeom prst="rect">
            <a:avLst/>
          </a:prstGeom>
          <a:solidFill>
            <a:srgbClr val="F8FE05">
              <a:alpha val="3369"/>
            </a:srgbClr>
          </a:solidFill>
          <a:ln/>
        </p:spPr>
      </p:sp>
      <p:sp>
        <p:nvSpPr>
          <p:cNvPr id="179" name="Shape 177"/>
          <p:cNvSpPr/>
          <p:nvPr/>
        </p:nvSpPr>
        <p:spPr>
          <a:xfrm>
            <a:off x="57607" y="-1003325"/>
            <a:ext cx="803758" cy="395364"/>
          </a:xfrm>
          <a:prstGeom prst="rect">
            <a:avLst/>
          </a:prstGeom>
          <a:solidFill>
            <a:srgbClr val="F8FE05">
              <a:alpha val="2888"/>
            </a:srgbClr>
          </a:solidFill>
          <a:ln/>
        </p:spPr>
      </p:sp>
      <p:sp>
        <p:nvSpPr>
          <p:cNvPr id="180" name="Shape 178"/>
          <p:cNvSpPr/>
          <p:nvPr/>
        </p:nvSpPr>
        <p:spPr>
          <a:xfrm>
            <a:off x="57607" y="-617106"/>
            <a:ext cx="803758" cy="395364"/>
          </a:xfrm>
          <a:prstGeom prst="rect">
            <a:avLst/>
          </a:prstGeom>
          <a:solidFill>
            <a:srgbClr val="F8FE05">
              <a:alpha val="2406"/>
            </a:srgbClr>
          </a:solidFill>
          <a:ln/>
        </p:spPr>
      </p:sp>
      <p:sp>
        <p:nvSpPr>
          <p:cNvPr id="181" name="Shape 179"/>
          <p:cNvSpPr/>
          <p:nvPr/>
        </p:nvSpPr>
        <p:spPr>
          <a:xfrm>
            <a:off x="57607" y="-230886"/>
            <a:ext cx="803758" cy="395364"/>
          </a:xfrm>
          <a:prstGeom prst="rect">
            <a:avLst/>
          </a:prstGeom>
          <a:solidFill>
            <a:srgbClr val="F8FE05">
              <a:alpha val="1925"/>
            </a:srgbClr>
          </a:solidFill>
          <a:ln/>
        </p:spPr>
      </p:sp>
      <p:sp>
        <p:nvSpPr>
          <p:cNvPr id="182" name="Shape 180"/>
          <p:cNvSpPr/>
          <p:nvPr/>
        </p:nvSpPr>
        <p:spPr>
          <a:xfrm>
            <a:off x="57607" y="155334"/>
            <a:ext cx="803758" cy="395364"/>
          </a:xfrm>
          <a:prstGeom prst="rect">
            <a:avLst/>
          </a:prstGeom>
          <a:solidFill>
            <a:srgbClr val="F8FE05">
              <a:alpha val="1444"/>
            </a:srgbClr>
          </a:solidFill>
          <a:ln/>
        </p:spPr>
      </p:sp>
      <p:sp>
        <p:nvSpPr>
          <p:cNvPr id="183" name="Shape 181"/>
          <p:cNvSpPr/>
          <p:nvPr/>
        </p:nvSpPr>
        <p:spPr>
          <a:xfrm>
            <a:off x="57607" y="541553"/>
            <a:ext cx="803758" cy="395364"/>
          </a:xfrm>
          <a:prstGeom prst="rect">
            <a:avLst/>
          </a:prstGeom>
          <a:solidFill>
            <a:srgbClr val="F8FE05">
              <a:alpha val="963"/>
            </a:srgbClr>
          </a:solidFill>
          <a:ln/>
        </p:spPr>
      </p:sp>
      <p:sp>
        <p:nvSpPr>
          <p:cNvPr id="184" name="Shape 182"/>
          <p:cNvSpPr/>
          <p:nvPr/>
        </p:nvSpPr>
        <p:spPr>
          <a:xfrm>
            <a:off x="57607" y="927773"/>
            <a:ext cx="803758" cy="395364"/>
          </a:xfrm>
          <a:prstGeom prst="rect">
            <a:avLst/>
          </a:prstGeom>
          <a:solidFill>
            <a:srgbClr val="F8FE05">
              <a:alpha val="481"/>
            </a:srgbClr>
          </a:solidFill>
          <a:ln/>
        </p:spPr>
      </p:sp>
      <p:sp>
        <p:nvSpPr>
          <p:cNvPr id="185" name="Shape 183"/>
          <p:cNvSpPr/>
          <p:nvPr/>
        </p:nvSpPr>
        <p:spPr>
          <a:xfrm>
            <a:off x="5578754" y="-1775765"/>
            <a:ext cx="803758" cy="849706"/>
          </a:xfrm>
          <a:prstGeom prst="rect">
            <a:avLst/>
          </a:prstGeom>
          <a:solidFill>
            <a:srgbClr val="F8FE05">
              <a:alpha val="8250"/>
            </a:srgbClr>
          </a:solidFill>
          <a:ln/>
        </p:spPr>
      </p:sp>
      <p:sp>
        <p:nvSpPr>
          <p:cNvPr id="186" name="Shape 184"/>
          <p:cNvSpPr/>
          <p:nvPr/>
        </p:nvSpPr>
        <p:spPr>
          <a:xfrm>
            <a:off x="5578754" y="-935203"/>
            <a:ext cx="803758" cy="849706"/>
          </a:xfrm>
          <a:prstGeom prst="rect">
            <a:avLst/>
          </a:prstGeom>
          <a:solidFill>
            <a:srgbClr val="F8FE05">
              <a:alpha val="7219"/>
            </a:srgbClr>
          </a:solidFill>
          <a:ln/>
        </p:spPr>
      </p:sp>
      <p:sp>
        <p:nvSpPr>
          <p:cNvPr id="187" name="Shape 185"/>
          <p:cNvSpPr/>
          <p:nvPr/>
        </p:nvSpPr>
        <p:spPr>
          <a:xfrm>
            <a:off x="5578754" y="-94640"/>
            <a:ext cx="803758" cy="849706"/>
          </a:xfrm>
          <a:prstGeom prst="rect">
            <a:avLst/>
          </a:prstGeom>
          <a:solidFill>
            <a:srgbClr val="F8FE05">
              <a:alpha val="6188"/>
            </a:srgbClr>
          </a:solidFill>
          <a:ln/>
        </p:spPr>
      </p:sp>
      <p:sp>
        <p:nvSpPr>
          <p:cNvPr id="188" name="Shape 186"/>
          <p:cNvSpPr/>
          <p:nvPr/>
        </p:nvSpPr>
        <p:spPr>
          <a:xfrm>
            <a:off x="5578754" y="745922"/>
            <a:ext cx="803758" cy="849706"/>
          </a:xfrm>
          <a:prstGeom prst="rect">
            <a:avLst/>
          </a:prstGeom>
          <a:solidFill>
            <a:srgbClr val="F8FE05">
              <a:alpha val="5156"/>
            </a:srgbClr>
          </a:solidFill>
          <a:ln/>
        </p:spPr>
      </p:sp>
      <p:sp>
        <p:nvSpPr>
          <p:cNvPr id="189" name="Shape 187"/>
          <p:cNvSpPr/>
          <p:nvPr/>
        </p:nvSpPr>
        <p:spPr>
          <a:xfrm>
            <a:off x="5578754" y="1586484"/>
            <a:ext cx="803758" cy="849706"/>
          </a:xfrm>
          <a:prstGeom prst="rect">
            <a:avLst/>
          </a:prstGeom>
          <a:solidFill>
            <a:srgbClr val="F8FE05">
              <a:alpha val="4125"/>
            </a:srgbClr>
          </a:solidFill>
          <a:ln/>
        </p:spPr>
      </p:sp>
      <p:sp>
        <p:nvSpPr>
          <p:cNvPr id="190" name="Shape 188"/>
          <p:cNvSpPr/>
          <p:nvPr/>
        </p:nvSpPr>
        <p:spPr>
          <a:xfrm>
            <a:off x="5578754" y="2427046"/>
            <a:ext cx="803758" cy="849706"/>
          </a:xfrm>
          <a:prstGeom prst="rect">
            <a:avLst/>
          </a:prstGeom>
          <a:solidFill>
            <a:srgbClr val="F8FE05">
              <a:alpha val="3094"/>
            </a:srgbClr>
          </a:solidFill>
          <a:ln/>
        </p:spPr>
      </p:sp>
      <p:sp>
        <p:nvSpPr>
          <p:cNvPr id="191" name="Shape 189"/>
          <p:cNvSpPr/>
          <p:nvPr/>
        </p:nvSpPr>
        <p:spPr>
          <a:xfrm>
            <a:off x="5578754" y="3267608"/>
            <a:ext cx="803758" cy="849706"/>
          </a:xfrm>
          <a:prstGeom prst="rect">
            <a:avLst/>
          </a:prstGeom>
          <a:solidFill>
            <a:srgbClr val="F8FE05">
              <a:alpha val="2063"/>
            </a:srgbClr>
          </a:solidFill>
          <a:ln/>
        </p:spPr>
      </p:sp>
      <p:sp>
        <p:nvSpPr>
          <p:cNvPr id="192" name="Shape 190"/>
          <p:cNvSpPr/>
          <p:nvPr/>
        </p:nvSpPr>
        <p:spPr>
          <a:xfrm>
            <a:off x="5578754" y="4108171"/>
            <a:ext cx="803758" cy="849706"/>
          </a:xfrm>
          <a:prstGeom prst="rect">
            <a:avLst/>
          </a:prstGeom>
          <a:solidFill>
            <a:srgbClr val="F8FE05">
              <a:alpha val="1031"/>
            </a:srgbClr>
          </a:solidFill>
          <a:ln/>
        </p:spPr>
      </p:sp>
      <p:sp>
        <p:nvSpPr>
          <p:cNvPr id="193" name="Shape 191"/>
          <p:cNvSpPr/>
          <p:nvPr/>
        </p:nvSpPr>
        <p:spPr>
          <a:xfrm>
            <a:off x="6948526" y="-1775765"/>
            <a:ext cx="803758" cy="523723"/>
          </a:xfrm>
          <a:prstGeom prst="rect">
            <a:avLst/>
          </a:prstGeom>
          <a:solidFill>
            <a:srgbClr val="F8FE05">
              <a:alpha val="3850"/>
            </a:srgbClr>
          </a:solidFill>
          <a:ln/>
        </p:spPr>
      </p:sp>
      <p:sp>
        <p:nvSpPr>
          <p:cNvPr id="194" name="Shape 192"/>
          <p:cNvSpPr/>
          <p:nvPr/>
        </p:nvSpPr>
        <p:spPr>
          <a:xfrm>
            <a:off x="6948526" y="-1261186"/>
            <a:ext cx="803758" cy="523723"/>
          </a:xfrm>
          <a:prstGeom prst="rect">
            <a:avLst/>
          </a:prstGeom>
          <a:solidFill>
            <a:srgbClr val="F8FE05">
              <a:alpha val="3369"/>
            </a:srgbClr>
          </a:solidFill>
          <a:ln/>
        </p:spPr>
      </p:sp>
      <p:sp>
        <p:nvSpPr>
          <p:cNvPr id="195" name="Shape 193"/>
          <p:cNvSpPr/>
          <p:nvPr/>
        </p:nvSpPr>
        <p:spPr>
          <a:xfrm>
            <a:off x="6948526" y="-746608"/>
            <a:ext cx="803758" cy="523723"/>
          </a:xfrm>
          <a:prstGeom prst="rect">
            <a:avLst/>
          </a:prstGeom>
          <a:solidFill>
            <a:srgbClr val="F8FE05">
              <a:alpha val="2888"/>
            </a:srgbClr>
          </a:solidFill>
          <a:ln/>
        </p:spPr>
      </p:sp>
      <p:sp>
        <p:nvSpPr>
          <p:cNvPr id="196" name="Shape 194"/>
          <p:cNvSpPr/>
          <p:nvPr/>
        </p:nvSpPr>
        <p:spPr>
          <a:xfrm>
            <a:off x="6948526" y="-232029"/>
            <a:ext cx="803758" cy="523723"/>
          </a:xfrm>
          <a:prstGeom prst="rect">
            <a:avLst/>
          </a:prstGeom>
          <a:solidFill>
            <a:srgbClr val="F8FE05">
              <a:alpha val="2406"/>
            </a:srgbClr>
          </a:solidFill>
          <a:ln/>
        </p:spPr>
      </p:sp>
      <p:sp>
        <p:nvSpPr>
          <p:cNvPr id="197" name="Shape 195"/>
          <p:cNvSpPr/>
          <p:nvPr/>
        </p:nvSpPr>
        <p:spPr>
          <a:xfrm>
            <a:off x="6948526" y="282550"/>
            <a:ext cx="803758" cy="523723"/>
          </a:xfrm>
          <a:prstGeom prst="rect">
            <a:avLst/>
          </a:prstGeom>
          <a:solidFill>
            <a:srgbClr val="F8FE05">
              <a:alpha val="1925"/>
            </a:srgbClr>
          </a:solidFill>
          <a:ln/>
        </p:spPr>
      </p:sp>
      <p:sp>
        <p:nvSpPr>
          <p:cNvPr id="198" name="Shape 196"/>
          <p:cNvSpPr/>
          <p:nvPr/>
        </p:nvSpPr>
        <p:spPr>
          <a:xfrm>
            <a:off x="6948526" y="797128"/>
            <a:ext cx="803758" cy="523723"/>
          </a:xfrm>
          <a:prstGeom prst="rect">
            <a:avLst/>
          </a:prstGeom>
          <a:solidFill>
            <a:srgbClr val="F8FE05">
              <a:alpha val="1444"/>
            </a:srgbClr>
          </a:solidFill>
          <a:ln/>
        </p:spPr>
      </p:sp>
      <p:sp>
        <p:nvSpPr>
          <p:cNvPr id="199" name="Shape 197"/>
          <p:cNvSpPr/>
          <p:nvPr/>
        </p:nvSpPr>
        <p:spPr>
          <a:xfrm>
            <a:off x="6948526" y="1311707"/>
            <a:ext cx="803758" cy="523723"/>
          </a:xfrm>
          <a:prstGeom prst="rect">
            <a:avLst/>
          </a:prstGeom>
          <a:solidFill>
            <a:srgbClr val="F8FE05">
              <a:alpha val="963"/>
            </a:srgbClr>
          </a:solidFill>
          <a:ln/>
        </p:spPr>
      </p:sp>
      <p:sp>
        <p:nvSpPr>
          <p:cNvPr id="200" name="Shape 198"/>
          <p:cNvSpPr/>
          <p:nvPr/>
        </p:nvSpPr>
        <p:spPr>
          <a:xfrm>
            <a:off x="6948526" y="1826285"/>
            <a:ext cx="803758" cy="523723"/>
          </a:xfrm>
          <a:prstGeom prst="rect">
            <a:avLst/>
          </a:prstGeom>
          <a:solidFill>
            <a:srgbClr val="F8FE05">
              <a:alpha val="481"/>
            </a:srgbClr>
          </a:solidFill>
          <a:ln/>
        </p:spPr>
      </p:sp>
      <p:sp>
        <p:nvSpPr>
          <p:cNvPr id="201" name="Shape 199"/>
          <p:cNvSpPr/>
          <p:nvPr/>
        </p:nvSpPr>
        <p:spPr>
          <a:xfrm>
            <a:off x="6259068" y="-1775765"/>
            <a:ext cx="803758" cy="671284"/>
          </a:xfrm>
          <a:prstGeom prst="rect">
            <a:avLst/>
          </a:prstGeom>
          <a:solidFill>
            <a:srgbClr val="F8FE05">
              <a:alpha val="5500"/>
            </a:srgbClr>
          </a:solidFill>
          <a:ln/>
        </p:spPr>
      </p:sp>
      <p:sp>
        <p:nvSpPr>
          <p:cNvPr id="202" name="Shape 200"/>
          <p:cNvSpPr/>
          <p:nvPr/>
        </p:nvSpPr>
        <p:spPr>
          <a:xfrm>
            <a:off x="6259068" y="-1113625"/>
            <a:ext cx="803758" cy="671284"/>
          </a:xfrm>
          <a:prstGeom prst="rect">
            <a:avLst/>
          </a:prstGeom>
          <a:solidFill>
            <a:srgbClr val="F8FE05">
              <a:alpha val="4813"/>
            </a:srgbClr>
          </a:solidFill>
          <a:ln/>
        </p:spPr>
      </p:sp>
      <p:sp>
        <p:nvSpPr>
          <p:cNvPr id="203" name="Shape 201"/>
          <p:cNvSpPr/>
          <p:nvPr/>
        </p:nvSpPr>
        <p:spPr>
          <a:xfrm>
            <a:off x="6259068" y="-451485"/>
            <a:ext cx="803758" cy="671284"/>
          </a:xfrm>
          <a:prstGeom prst="rect">
            <a:avLst/>
          </a:prstGeom>
          <a:solidFill>
            <a:srgbClr val="F8FE05">
              <a:alpha val="4125"/>
            </a:srgbClr>
          </a:solidFill>
          <a:ln/>
        </p:spPr>
      </p:sp>
      <p:sp>
        <p:nvSpPr>
          <p:cNvPr id="204" name="Shape 202"/>
          <p:cNvSpPr/>
          <p:nvPr/>
        </p:nvSpPr>
        <p:spPr>
          <a:xfrm>
            <a:off x="6259068" y="210655"/>
            <a:ext cx="803758" cy="671284"/>
          </a:xfrm>
          <a:prstGeom prst="rect">
            <a:avLst/>
          </a:prstGeom>
          <a:solidFill>
            <a:srgbClr val="F8FE05">
              <a:alpha val="3438"/>
            </a:srgbClr>
          </a:solidFill>
          <a:ln/>
        </p:spPr>
      </p:sp>
      <p:sp>
        <p:nvSpPr>
          <p:cNvPr id="205" name="Shape 203"/>
          <p:cNvSpPr/>
          <p:nvPr/>
        </p:nvSpPr>
        <p:spPr>
          <a:xfrm>
            <a:off x="6259068" y="872795"/>
            <a:ext cx="803758" cy="671284"/>
          </a:xfrm>
          <a:prstGeom prst="rect">
            <a:avLst/>
          </a:prstGeom>
          <a:solidFill>
            <a:srgbClr val="F8FE05">
              <a:alpha val="2750"/>
            </a:srgbClr>
          </a:solidFill>
          <a:ln/>
        </p:spPr>
      </p:sp>
      <p:sp>
        <p:nvSpPr>
          <p:cNvPr id="206" name="Shape 204"/>
          <p:cNvSpPr/>
          <p:nvPr/>
        </p:nvSpPr>
        <p:spPr>
          <a:xfrm>
            <a:off x="6259068" y="1534935"/>
            <a:ext cx="803758" cy="671284"/>
          </a:xfrm>
          <a:prstGeom prst="rect">
            <a:avLst/>
          </a:prstGeom>
          <a:solidFill>
            <a:srgbClr val="F8FE05">
              <a:alpha val="2063"/>
            </a:srgbClr>
          </a:solidFill>
          <a:ln/>
        </p:spPr>
      </p:sp>
      <p:sp>
        <p:nvSpPr>
          <p:cNvPr id="207" name="Shape 205"/>
          <p:cNvSpPr/>
          <p:nvPr/>
        </p:nvSpPr>
        <p:spPr>
          <a:xfrm>
            <a:off x="6259068" y="2197075"/>
            <a:ext cx="803758" cy="671284"/>
          </a:xfrm>
          <a:prstGeom prst="rect">
            <a:avLst/>
          </a:prstGeom>
          <a:solidFill>
            <a:srgbClr val="F8FE05">
              <a:alpha val="1375"/>
            </a:srgbClr>
          </a:solidFill>
          <a:ln/>
        </p:spPr>
      </p:sp>
      <p:sp>
        <p:nvSpPr>
          <p:cNvPr id="208" name="Shape 206"/>
          <p:cNvSpPr/>
          <p:nvPr/>
        </p:nvSpPr>
        <p:spPr>
          <a:xfrm>
            <a:off x="6259068" y="2859215"/>
            <a:ext cx="803758" cy="671284"/>
          </a:xfrm>
          <a:prstGeom prst="rect">
            <a:avLst/>
          </a:prstGeom>
          <a:solidFill>
            <a:srgbClr val="F8FE05">
              <a:alpha val="688"/>
            </a:srgbClr>
          </a:solidFill>
          <a:ln/>
        </p:spPr>
      </p:sp>
      <p:sp>
        <p:nvSpPr>
          <p:cNvPr id="209" name="Shape 207"/>
          <p:cNvSpPr/>
          <p:nvPr/>
        </p:nvSpPr>
        <p:spPr>
          <a:xfrm>
            <a:off x="4892040" y="-1775765"/>
            <a:ext cx="803758" cy="625107"/>
          </a:xfrm>
          <a:prstGeom prst="rect">
            <a:avLst/>
          </a:prstGeom>
          <a:solidFill>
            <a:srgbClr val="F8FE05">
              <a:alpha val="5500"/>
            </a:srgbClr>
          </a:solidFill>
          <a:ln/>
        </p:spPr>
      </p:sp>
      <p:sp>
        <p:nvSpPr>
          <p:cNvPr id="210" name="Shape 208"/>
          <p:cNvSpPr/>
          <p:nvPr/>
        </p:nvSpPr>
        <p:spPr>
          <a:xfrm>
            <a:off x="4892040" y="-1159802"/>
            <a:ext cx="803758" cy="625107"/>
          </a:xfrm>
          <a:prstGeom prst="rect">
            <a:avLst/>
          </a:prstGeom>
          <a:solidFill>
            <a:srgbClr val="F8FE05">
              <a:alpha val="4813"/>
            </a:srgbClr>
          </a:solidFill>
          <a:ln/>
        </p:spPr>
      </p:sp>
      <p:sp>
        <p:nvSpPr>
          <p:cNvPr id="211" name="Shape 209"/>
          <p:cNvSpPr/>
          <p:nvPr/>
        </p:nvSpPr>
        <p:spPr>
          <a:xfrm>
            <a:off x="4892040" y="-543839"/>
            <a:ext cx="803758" cy="625107"/>
          </a:xfrm>
          <a:prstGeom prst="rect">
            <a:avLst/>
          </a:prstGeom>
          <a:solidFill>
            <a:srgbClr val="F8FE05">
              <a:alpha val="4125"/>
            </a:srgbClr>
          </a:solidFill>
          <a:ln/>
        </p:spPr>
      </p:sp>
      <p:sp>
        <p:nvSpPr>
          <p:cNvPr id="212" name="Shape 210"/>
          <p:cNvSpPr/>
          <p:nvPr/>
        </p:nvSpPr>
        <p:spPr>
          <a:xfrm>
            <a:off x="4892040" y="72123"/>
            <a:ext cx="803758" cy="625107"/>
          </a:xfrm>
          <a:prstGeom prst="rect">
            <a:avLst/>
          </a:prstGeom>
          <a:solidFill>
            <a:srgbClr val="F8FE05">
              <a:alpha val="3438"/>
            </a:srgbClr>
          </a:solidFill>
          <a:ln/>
        </p:spPr>
      </p:sp>
      <p:sp>
        <p:nvSpPr>
          <p:cNvPr id="213" name="Shape 211"/>
          <p:cNvSpPr/>
          <p:nvPr/>
        </p:nvSpPr>
        <p:spPr>
          <a:xfrm>
            <a:off x="4892040" y="688086"/>
            <a:ext cx="803758" cy="625107"/>
          </a:xfrm>
          <a:prstGeom prst="rect">
            <a:avLst/>
          </a:prstGeom>
          <a:solidFill>
            <a:srgbClr val="F8FE05">
              <a:alpha val="2750"/>
            </a:srgbClr>
          </a:solidFill>
          <a:ln/>
        </p:spPr>
      </p:sp>
      <p:sp>
        <p:nvSpPr>
          <p:cNvPr id="214" name="Shape 212"/>
          <p:cNvSpPr/>
          <p:nvPr/>
        </p:nvSpPr>
        <p:spPr>
          <a:xfrm>
            <a:off x="4892040" y="1304049"/>
            <a:ext cx="803758" cy="625107"/>
          </a:xfrm>
          <a:prstGeom prst="rect">
            <a:avLst/>
          </a:prstGeom>
          <a:solidFill>
            <a:srgbClr val="F8FE05">
              <a:alpha val="2063"/>
            </a:srgbClr>
          </a:solidFill>
          <a:ln/>
        </p:spPr>
      </p:sp>
      <p:sp>
        <p:nvSpPr>
          <p:cNvPr id="215" name="Shape 213"/>
          <p:cNvSpPr/>
          <p:nvPr/>
        </p:nvSpPr>
        <p:spPr>
          <a:xfrm>
            <a:off x="4892040" y="1920011"/>
            <a:ext cx="803758" cy="625107"/>
          </a:xfrm>
          <a:prstGeom prst="rect">
            <a:avLst/>
          </a:prstGeom>
          <a:solidFill>
            <a:srgbClr val="F8FE05">
              <a:alpha val="1375"/>
            </a:srgbClr>
          </a:solidFill>
          <a:ln/>
        </p:spPr>
      </p:sp>
      <p:sp>
        <p:nvSpPr>
          <p:cNvPr id="216" name="Shape 214"/>
          <p:cNvSpPr/>
          <p:nvPr/>
        </p:nvSpPr>
        <p:spPr>
          <a:xfrm>
            <a:off x="4892040" y="2535974"/>
            <a:ext cx="803758" cy="625107"/>
          </a:xfrm>
          <a:prstGeom prst="rect">
            <a:avLst/>
          </a:prstGeom>
          <a:solidFill>
            <a:srgbClr val="F8FE05">
              <a:alpha val="688"/>
            </a:srgbClr>
          </a:solidFill>
          <a:ln/>
        </p:spPr>
      </p:sp>
      <p:sp>
        <p:nvSpPr>
          <p:cNvPr id="217" name="Shape 215"/>
          <p:cNvSpPr/>
          <p:nvPr/>
        </p:nvSpPr>
        <p:spPr>
          <a:xfrm>
            <a:off x="4200754" y="-1775765"/>
            <a:ext cx="803758" cy="395364"/>
          </a:xfrm>
          <a:prstGeom prst="rect">
            <a:avLst/>
          </a:prstGeom>
          <a:solidFill>
            <a:srgbClr val="F8FE05">
              <a:alpha val="3850"/>
            </a:srgbClr>
          </a:solidFill>
          <a:ln/>
        </p:spPr>
      </p:sp>
      <p:sp>
        <p:nvSpPr>
          <p:cNvPr id="218" name="Shape 216"/>
          <p:cNvSpPr/>
          <p:nvPr/>
        </p:nvSpPr>
        <p:spPr>
          <a:xfrm>
            <a:off x="4200754" y="-1389545"/>
            <a:ext cx="803758" cy="395364"/>
          </a:xfrm>
          <a:prstGeom prst="rect">
            <a:avLst/>
          </a:prstGeom>
          <a:solidFill>
            <a:srgbClr val="F8FE05">
              <a:alpha val="3369"/>
            </a:srgbClr>
          </a:solidFill>
          <a:ln/>
        </p:spPr>
      </p:sp>
      <p:sp>
        <p:nvSpPr>
          <p:cNvPr id="219" name="Shape 217"/>
          <p:cNvSpPr/>
          <p:nvPr/>
        </p:nvSpPr>
        <p:spPr>
          <a:xfrm>
            <a:off x="4200754" y="-1003325"/>
            <a:ext cx="803758" cy="395364"/>
          </a:xfrm>
          <a:prstGeom prst="rect">
            <a:avLst/>
          </a:prstGeom>
          <a:solidFill>
            <a:srgbClr val="F8FE05">
              <a:alpha val="2888"/>
            </a:srgbClr>
          </a:solidFill>
          <a:ln/>
        </p:spPr>
      </p:sp>
      <p:sp>
        <p:nvSpPr>
          <p:cNvPr id="220" name="Shape 218"/>
          <p:cNvSpPr/>
          <p:nvPr/>
        </p:nvSpPr>
        <p:spPr>
          <a:xfrm>
            <a:off x="4200754" y="-617106"/>
            <a:ext cx="803758" cy="395364"/>
          </a:xfrm>
          <a:prstGeom prst="rect">
            <a:avLst/>
          </a:prstGeom>
          <a:solidFill>
            <a:srgbClr val="F8FE05">
              <a:alpha val="2406"/>
            </a:srgbClr>
          </a:solidFill>
          <a:ln/>
        </p:spPr>
      </p:sp>
      <p:sp>
        <p:nvSpPr>
          <p:cNvPr id="221" name="Shape 219"/>
          <p:cNvSpPr/>
          <p:nvPr/>
        </p:nvSpPr>
        <p:spPr>
          <a:xfrm>
            <a:off x="4200754" y="-230886"/>
            <a:ext cx="803758" cy="395364"/>
          </a:xfrm>
          <a:prstGeom prst="rect">
            <a:avLst/>
          </a:prstGeom>
          <a:solidFill>
            <a:srgbClr val="F8FE05">
              <a:alpha val="1925"/>
            </a:srgbClr>
          </a:solidFill>
          <a:ln/>
        </p:spPr>
      </p:sp>
      <p:sp>
        <p:nvSpPr>
          <p:cNvPr id="222" name="Shape 220"/>
          <p:cNvSpPr/>
          <p:nvPr/>
        </p:nvSpPr>
        <p:spPr>
          <a:xfrm>
            <a:off x="4200754" y="155334"/>
            <a:ext cx="803758" cy="395364"/>
          </a:xfrm>
          <a:prstGeom prst="rect">
            <a:avLst/>
          </a:prstGeom>
          <a:solidFill>
            <a:srgbClr val="F8FE05">
              <a:alpha val="1444"/>
            </a:srgbClr>
          </a:solidFill>
          <a:ln/>
        </p:spPr>
      </p:sp>
      <p:sp>
        <p:nvSpPr>
          <p:cNvPr id="223" name="Shape 221"/>
          <p:cNvSpPr/>
          <p:nvPr/>
        </p:nvSpPr>
        <p:spPr>
          <a:xfrm>
            <a:off x="4200754" y="541553"/>
            <a:ext cx="803758" cy="395364"/>
          </a:xfrm>
          <a:prstGeom prst="rect">
            <a:avLst/>
          </a:prstGeom>
          <a:solidFill>
            <a:srgbClr val="F8FE05">
              <a:alpha val="963"/>
            </a:srgbClr>
          </a:solidFill>
          <a:ln/>
        </p:spPr>
      </p:sp>
      <p:sp>
        <p:nvSpPr>
          <p:cNvPr id="224" name="Shape 222"/>
          <p:cNvSpPr/>
          <p:nvPr/>
        </p:nvSpPr>
        <p:spPr>
          <a:xfrm>
            <a:off x="4200754" y="927773"/>
            <a:ext cx="803758" cy="395364"/>
          </a:xfrm>
          <a:prstGeom prst="rect">
            <a:avLst/>
          </a:prstGeom>
          <a:solidFill>
            <a:srgbClr val="F8FE05">
              <a:alpha val="481"/>
            </a:srgbClr>
          </a:solidFill>
          <a:ln/>
        </p:spPr>
      </p:sp>
      <p:sp>
        <p:nvSpPr>
          <p:cNvPr id="225" name="Shape 223"/>
          <p:cNvSpPr/>
          <p:nvPr/>
        </p:nvSpPr>
        <p:spPr>
          <a:xfrm>
            <a:off x="9720986" y="-1775765"/>
            <a:ext cx="803758" cy="849706"/>
          </a:xfrm>
          <a:prstGeom prst="rect">
            <a:avLst/>
          </a:prstGeom>
          <a:solidFill>
            <a:srgbClr val="F8FE05">
              <a:alpha val="8250"/>
            </a:srgbClr>
          </a:solidFill>
          <a:ln/>
        </p:spPr>
      </p:sp>
      <p:sp>
        <p:nvSpPr>
          <p:cNvPr id="226" name="Shape 224"/>
          <p:cNvSpPr/>
          <p:nvPr/>
        </p:nvSpPr>
        <p:spPr>
          <a:xfrm>
            <a:off x="9720986" y="-935203"/>
            <a:ext cx="803758" cy="849706"/>
          </a:xfrm>
          <a:prstGeom prst="rect">
            <a:avLst/>
          </a:prstGeom>
          <a:solidFill>
            <a:srgbClr val="F8FE05">
              <a:alpha val="7219"/>
            </a:srgbClr>
          </a:solidFill>
          <a:ln/>
        </p:spPr>
      </p:sp>
      <p:sp>
        <p:nvSpPr>
          <p:cNvPr id="227" name="Shape 225"/>
          <p:cNvSpPr/>
          <p:nvPr/>
        </p:nvSpPr>
        <p:spPr>
          <a:xfrm>
            <a:off x="9720986" y="-94640"/>
            <a:ext cx="803758" cy="849706"/>
          </a:xfrm>
          <a:prstGeom prst="rect">
            <a:avLst/>
          </a:prstGeom>
          <a:solidFill>
            <a:srgbClr val="F8FE05">
              <a:alpha val="6188"/>
            </a:srgbClr>
          </a:solidFill>
          <a:ln/>
        </p:spPr>
      </p:sp>
      <p:sp>
        <p:nvSpPr>
          <p:cNvPr id="228" name="Shape 226"/>
          <p:cNvSpPr/>
          <p:nvPr/>
        </p:nvSpPr>
        <p:spPr>
          <a:xfrm>
            <a:off x="9720986" y="745922"/>
            <a:ext cx="803758" cy="849706"/>
          </a:xfrm>
          <a:prstGeom prst="rect">
            <a:avLst/>
          </a:prstGeom>
          <a:solidFill>
            <a:srgbClr val="F8FE05">
              <a:alpha val="5156"/>
            </a:srgbClr>
          </a:solidFill>
          <a:ln/>
        </p:spPr>
      </p:sp>
      <p:sp>
        <p:nvSpPr>
          <p:cNvPr id="229" name="Shape 227"/>
          <p:cNvSpPr/>
          <p:nvPr/>
        </p:nvSpPr>
        <p:spPr>
          <a:xfrm>
            <a:off x="9720986" y="1586484"/>
            <a:ext cx="803758" cy="849706"/>
          </a:xfrm>
          <a:prstGeom prst="rect">
            <a:avLst/>
          </a:prstGeom>
          <a:solidFill>
            <a:srgbClr val="F8FE05">
              <a:alpha val="4125"/>
            </a:srgbClr>
          </a:solidFill>
          <a:ln/>
        </p:spPr>
      </p:sp>
      <p:sp>
        <p:nvSpPr>
          <p:cNvPr id="230" name="Shape 228"/>
          <p:cNvSpPr/>
          <p:nvPr/>
        </p:nvSpPr>
        <p:spPr>
          <a:xfrm>
            <a:off x="9720986" y="2427046"/>
            <a:ext cx="803758" cy="849706"/>
          </a:xfrm>
          <a:prstGeom prst="rect">
            <a:avLst/>
          </a:prstGeom>
          <a:solidFill>
            <a:srgbClr val="F8FE05">
              <a:alpha val="3094"/>
            </a:srgbClr>
          </a:solidFill>
          <a:ln/>
        </p:spPr>
      </p:sp>
      <p:sp>
        <p:nvSpPr>
          <p:cNvPr id="231" name="Shape 229"/>
          <p:cNvSpPr/>
          <p:nvPr/>
        </p:nvSpPr>
        <p:spPr>
          <a:xfrm>
            <a:off x="9720986" y="3267608"/>
            <a:ext cx="803758" cy="849706"/>
          </a:xfrm>
          <a:prstGeom prst="rect">
            <a:avLst/>
          </a:prstGeom>
          <a:solidFill>
            <a:srgbClr val="F8FE05">
              <a:alpha val="2063"/>
            </a:srgbClr>
          </a:solidFill>
          <a:ln/>
        </p:spPr>
      </p:sp>
      <p:sp>
        <p:nvSpPr>
          <p:cNvPr id="232" name="Shape 230"/>
          <p:cNvSpPr/>
          <p:nvPr/>
        </p:nvSpPr>
        <p:spPr>
          <a:xfrm>
            <a:off x="9720986" y="4108171"/>
            <a:ext cx="803758" cy="849706"/>
          </a:xfrm>
          <a:prstGeom prst="rect">
            <a:avLst/>
          </a:prstGeom>
          <a:solidFill>
            <a:srgbClr val="F8FE05">
              <a:alpha val="1031"/>
            </a:srgbClr>
          </a:solidFill>
          <a:ln/>
        </p:spPr>
      </p:sp>
      <p:sp>
        <p:nvSpPr>
          <p:cNvPr id="233" name="Shape 231"/>
          <p:cNvSpPr/>
          <p:nvPr/>
        </p:nvSpPr>
        <p:spPr>
          <a:xfrm>
            <a:off x="11090758" y="-1775765"/>
            <a:ext cx="803758" cy="523723"/>
          </a:xfrm>
          <a:prstGeom prst="rect">
            <a:avLst/>
          </a:prstGeom>
          <a:solidFill>
            <a:srgbClr val="F8FE05">
              <a:alpha val="3850"/>
            </a:srgbClr>
          </a:solidFill>
          <a:ln/>
        </p:spPr>
      </p:sp>
      <p:sp>
        <p:nvSpPr>
          <p:cNvPr id="234" name="Shape 232"/>
          <p:cNvSpPr/>
          <p:nvPr/>
        </p:nvSpPr>
        <p:spPr>
          <a:xfrm>
            <a:off x="11090758" y="-1261186"/>
            <a:ext cx="803758" cy="523723"/>
          </a:xfrm>
          <a:prstGeom prst="rect">
            <a:avLst/>
          </a:prstGeom>
          <a:solidFill>
            <a:srgbClr val="F8FE05">
              <a:alpha val="3369"/>
            </a:srgbClr>
          </a:solidFill>
          <a:ln/>
        </p:spPr>
      </p:sp>
      <p:sp>
        <p:nvSpPr>
          <p:cNvPr id="235" name="Shape 233"/>
          <p:cNvSpPr/>
          <p:nvPr/>
        </p:nvSpPr>
        <p:spPr>
          <a:xfrm>
            <a:off x="11090758" y="-746608"/>
            <a:ext cx="803758" cy="523723"/>
          </a:xfrm>
          <a:prstGeom prst="rect">
            <a:avLst/>
          </a:prstGeom>
          <a:solidFill>
            <a:srgbClr val="F8FE05">
              <a:alpha val="2888"/>
            </a:srgbClr>
          </a:solidFill>
          <a:ln/>
        </p:spPr>
      </p:sp>
      <p:sp>
        <p:nvSpPr>
          <p:cNvPr id="236" name="Shape 234"/>
          <p:cNvSpPr/>
          <p:nvPr/>
        </p:nvSpPr>
        <p:spPr>
          <a:xfrm>
            <a:off x="11090758" y="-232029"/>
            <a:ext cx="803758" cy="523723"/>
          </a:xfrm>
          <a:prstGeom prst="rect">
            <a:avLst/>
          </a:prstGeom>
          <a:solidFill>
            <a:srgbClr val="F8FE05">
              <a:alpha val="2406"/>
            </a:srgbClr>
          </a:solidFill>
          <a:ln/>
        </p:spPr>
      </p:sp>
      <p:sp>
        <p:nvSpPr>
          <p:cNvPr id="237" name="Shape 235"/>
          <p:cNvSpPr/>
          <p:nvPr/>
        </p:nvSpPr>
        <p:spPr>
          <a:xfrm>
            <a:off x="11090758" y="282550"/>
            <a:ext cx="803758" cy="523723"/>
          </a:xfrm>
          <a:prstGeom prst="rect">
            <a:avLst/>
          </a:prstGeom>
          <a:solidFill>
            <a:srgbClr val="F8FE05">
              <a:alpha val="1925"/>
            </a:srgbClr>
          </a:solidFill>
          <a:ln/>
        </p:spPr>
      </p:sp>
      <p:sp>
        <p:nvSpPr>
          <p:cNvPr id="238" name="Shape 236"/>
          <p:cNvSpPr/>
          <p:nvPr/>
        </p:nvSpPr>
        <p:spPr>
          <a:xfrm>
            <a:off x="11090758" y="797128"/>
            <a:ext cx="803758" cy="523723"/>
          </a:xfrm>
          <a:prstGeom prst="rect">
            <a:avLst/>
          </a:prstGeom>
          <a:solidFill>
            <a:srgbClr val="F8FE05">
              <a:alpha val="1444"/>
            </a:srgbClr>
          </a:solidFill>
          <a:ln/>
        </p:spPr>
      </p:sp>
      <p:sp>
        <p:nvSpPr>
          <p:cNvPr id="239" name="Shape 237"/>
          <p:cNvSpPr/>
          <p:nvPr/>
        </p:nvSpPr>
        <p:spPr>
          <a:xfrm>
            <a:off x="11090758" y="1311707"/>
            <a:ext cx="803758" cy="523723"/>
          </a:xfrm>
          <a:prstGeom prst="rect">
            <a:avLst/>
          </a:prstGeom>
          <a:solidFill>
            <a:srgbClr val="F8FE05">
              <a:alpha val="963"/>
            </a:srgbClr>
          </a:solidFill>
          <a:ln/>
        </p:spPr>
      </p:sp>
      <p:sp>
        <p:nvSpPr>
          <p:cNvPr id="240" name="Shape 238"/>
          <p:cNvSpPr/>
          <p:nvPr/>
        </p:nvSpPr>
        <p:spPr>
          <a:xfrm>
            <a:off x="11090758" y="1826285"/>
            <a:ext cx="803758" cy="523723"/>
          </a:xfrm>
          <a:prstGeom prst="rect">
            <a:avLst/>
          </a:prstGeom>
          <a:solidFill>
            <a:srgbClr val="F8FE05">
              <a:alpha val="481"/>
            </a:srgbClr>
          </a:solidFill>
          <a:ln/>
        </p:spPr>
      </p:sp>
      <p:sp>
        <p:nvSpPr>
          <p:cNvPr id="241" name="Shape 239"/>
          <p:cNvSpPr/>
          <p:nvPr/>
        </p:nvSpPr>
        <p:spPr>
          <a:xfrm>
            <a:off x="10401300" y="-1775765"/>
            <a:ext cx="803758" cy="671284"/>
          </a:xfrm>
          <a:prstGeom prst="rect">
            <a:avLst/>
          </a:prstGeom>
          <a:solidFill>
            <a:srgbClr val="F8FE05">
              <a:alpha val="5500"/>
            </a:srgbClr>
          </a:solidFill>
          <a:ln/>
        </p:spPr>
      </p:sp>
      <p:sp>
        <p:nvSpPr>
          <p:cNvPr id="242" name="Shape 240"/>
          <p:cNvSpPr/>
          <p:nvPr/>
        </p:nvSpPr>
        <p:spPr>
          <a:xfrm>
            <a:off x="10401300" y="-1113625"/>
            <a:ext cx="803758" cy="671284"/>
          </a:xfrm>
          <a:prstGeom prst="rect">
            <a:avLst/>
          </a:prstGeom>
          <a:solidFill>
            <a:srgbClr val="F8FE05">
              <a:alpha val="4813"/>
            </a:srgbClr>
          </a:solidFill>
          <a:ln/>
        </p:spPr>
      </p:sp>
      <p:sp>
        <p:nvSpPr>
          <p:cNvPr id="243" name="Shape 241"/>
          <p:cNvSpPr/>
          <p:nvPr/>
        </p:nvSpPr>
        <p:spPr>
          <a:xfrm>
            <a:off x="10401300" y="-451485"/>
            <a:ext cx="803758" cy="671284"/>
          </a:xfrm>
          <a:prstGeom prst="rect">
            <a:avLst/>
          </a:prstGeom>
          <a:solidFill>
            <a:srgbClr val="F8FE05">
              <a:alpha val="4125"/>
            </a:srgbClr>
          </a:solidFill>
          <a:ln/>
        </p:spPr>
      </p:sp>
      <p:sp>
        <p:nvSpPr>
          <p:cNvPr id="244" name="Shape 242"/>
          <p:cNvSpPr/>
          <p:nvPr/>
        </p:nvSpPr>
        <p:spPr>
          <a:xfrm>
            <a:off x="10401300" y="210655"/>
            <a:ext cx="803758" cy="671284"/>
          </a:xfrm>
          <a:prstGeom prst="rect">
            <a:avLst/>
          </a:prstGeom>
          <a:solidFill>
            <a:srgbClr val="F8FE05">
              <a:alpha val="3438"/>
            </a:srgbClr>
          </a:solidFill>
          <a:ln/>
        </p:spPr>
      </p:sp>
      <p:sp>
        <p:nvSpPr>
          <p:cNvPr id="245" name="Shape 243"/>
          <p:cNvSpPr/>
          <p:nvPr/>
        </p:nvSpPr>
        <p:spPr>
          <a:xfrm>
            <a:off x="10401300" y="872795"/>
            <a:ext cx="803758" cy="671284"/>
          </a:xfrm>
          <a:prstGeom prst="rect">
            <a:avLst/>
          </a:prstGeom>
          <a:solidFill>
            <a:srgbClr val="F8FE05">
              <a:alpha val="2750"/>
            </a:srgbClr>
          </a:solidFill>
          <a:ln/>
        </p:spPr>
      </p:sp>
      <p:sp>
        <p:nvSpPr>
          <p:cNvPr id="246" name="Shape 244"/>
          <p:cNvSpPr/>
          <p:nvPr/>
        </p:nvSpPr>
        <p:spPr>
          <a:xfrm>
            <a:off x="10401300" y="1534935"/>
            <a:ext cx="803758" cy="671284"/>
          </a:xfrm>
          <a:prstGeom prst="rect">
            <a:avLst/>
          </a:prstGeom>
          <a:solidFill>
            <a:srgbClr val="F8FE05">
              <a:alpha val="2063"/>
            </a:srgbClr>
          </a:solidFill>
          <a:ln/>
        </p:spPr>
      </p:sp>
      <p:sp>
        <p:nvSpPr>
          <p:cNvPr id="247" name="Shape 245"/>
          <p:cNvSpPr/>
          <p:nvPr/>
        </p:nvSpPr>
        <p:spPr>
          <a:xfrm>
            <a:off x="10401300" y="2197075"/>
            <a:ext cx="803758" cy="671284"/>
          </a:xfrm>
          <a:prstGeom prst="rect">
            <a:avLst/>
          </a:prstGeom>
          <a:solidFill>
            <a:srgbClr val="F8FE05">
              <a:alpha val="1375"/>
            </a:srgbClr>
          </a:solidFill>
          <a:ln/>
        </p:spPr>
      </p:sp>
      <p:sp>
        <p:nvSpPr>
          <p:cNvPr id="248" name="Shape 246"/>
          <p:cNvSpPr/>
          <p:nvPr/>
        </p:nvSpPr>
        <p:spPr>
          <a:xfrm>
            <a:off x="10401300" y="2859215"/>
            <a:ext cx="803758" cy="671284"/>
          </a:xfrm>
          <a:prstGeom prst="rect">
            <a:avLst/>
          </a:prstGeom>
          <a:solidFill>
            <a:srgbClr val="F8FE05">
              <a:alpha val="688"/>
            </a:srgbClr>
          </a:solidFill>
          <a:ln/>
        </p:spPr>
      </p:sp>
      <p:sp>
        <p:nvSpPr>
          <p:cNvPr id="249" name="Shape 247"/>
          <p:cNvSpPr/>
          <p:nvPr/>
        </p:nvSpPr>
        <p:spPr>
          <a:xfrm>
            <a:off x="9034272" y="-1775765"/>
            <a:ext cx="803758" cy="625107"/>
          </a:xfrm>
          <a:prstGeom prst="rect">
            <a:avLst/>
          </a:prstGeom>
          <a:solidFill>
            <a:srgbClr val="F8FE05">
              <a:alpha val="5500"/>
            </a:srgbClr>
          </a:solidFill>
          <a:ln/>
        </p:spPr>
      </p:sp>
      <p:sp>
        <p:nvSpPr>
          <p:cNvPr id="250" name="Shape 248"/>
          <p:cNvSpPr/>
          <p:nvPr/>
        </p:nvSpPr>
        <p:spPr>
          <a:xfrm>
            <a:off x="9034272" y="-1159802"/>
            <a:ext cx="803758" cy="625107"/>
          </a:xfrm>
          <a:prstGeom prst="rect">
            <a:avLst/>
          </a:prstGeom>
          <a:solidFill>
            <a:srgbClr val="F8FE05">
              <a:alpha val="4813"/>
            </a:srgbClr>
          </a:solidFill>
          <a:ln/>
        </p:spPr>
      </p:sp>
      <p:sp>
        <p:nvSpPr>
          <p:cNvPr id="251" name="Shape 249"/>
          <p:cNvSpPr/>
          <p:nvPr/>
        </p:nvSpPr>
        <p:spPr>
          <a:xfrm>
            <a:off x="9034272" y="-543839"/>
            <a:ext cx="803758" cy="625107"/>
          </a:xfrm>
          <a:prstGeom prst="rect">
            <a:avLst/>
          </a:prstGeom>
          <a:solidFill>
            <a:srgbClr val="F8FE05">
              <a:alpha val="4125"/>
            </a:srgbClr>
          </a:solidFill>
          <a:ln/>
        </p:spPr>
      </p:sp>
      <p:sp>
        <p:nvSpPr>
          <p:cNvPr id="252" name="Shape 250"/>
          <p:cNvSpPr/>
          <p:nvPr/>
        </p:nvSpPr>
        <p:spPr>
          <a:xfrm>
            <a:off x="9034272" y="72123"/>
            <a:ext cx="803758" cy="625107"/>
          </a:xfrm>
          <a:prstGeom prst="rect">
            <a:avLst/>
          </a:prstGeom>
          <a:solidFill>
            <a:srgbClr val="F8FE05">
              <a:alpha val="3438"/>
            </a:srgbClr>
          </a:solidFill>
          <a:ln/>
        </p:spPr>
      </p:sp>
      <p:sp>
        <p:nvSpPr>
          <p:cNvPr id="253" name="Shape 251"/>
          <p:cNvSpPr/>
          <p:nvPr/>
        </p:nvSpPr>
        <p:spPr>
          <a:xfrm>
            <a:off x="9034272" y="688086"/>
            <a:ext cx="803758" cy="625107"/>
          </a:xfrm>
          <a:prstGeom prst="rect">
            <a:avLst/>
          </a:prstGeom>
          <a:solidFill>
            <a:srgbClr val="F8FE05">
              <a:alpha val="2750"/>
            </a:srgbClr>
          </a:solidFill>
          <a:ln/>
        </p:spPr>
      </p:sp>
      <p:sp>
        <p:nvSpPr>
          <p:cNvPr id="254" name="Shape 252"/>
          <p:cNvSpPr/>
          <p:nvPr/>
        </p:nvSpPr>
        <p:spPr>
          <a:xfrm>
            <a:off x="9034272" y="1304049"/>
            <a:ext cx="803758" cy="625107"/>
          </a:xfrm>
          <a:prstGeom prst="rect">
            <a:avLst/>
          </a:prstGeom>
          <a:solidFill>
            <a:srgbClr val="F8FE05">
              <a:alpha val="2063"/>
            </a:srgbClr>
          </a:solidFill>
          <a:ln/>
        </p:spPr>
      </p:sp>
      <p:sp>
        <p:nvSpPr>
          <p:cNvPr id="255" name="Shape 253"/>
          <p:cNvSpPr/>
          <p:nvPr/>
        </p:nvSpPr>
        <p:spPr>
          <a:xfrm>
            <a:off x="9034272" y="1920011"/>
            <a:ext cx="803758" cy="625107"/>
          </a:xfrm>
          <a:prstGeom prst="rect">
            <a:avLst/>
          </a:prstGeom>
          <a:solidFill>
            <a:srgbClr val="F8FE05">
              <a:alpha val="1375"/>
            </a:srgbClr>
          </a:solidFill>
          <a:ln/>
        </p:spPr>
      </p:sp>
      <p:sp>
        <p:nvSpPr>
          <p:cNvPr id="256" name="Shape 254"/>
          <p:cNvSpPr/>
          <p:nvPr/>
        </p:nvSpPr>
        <p:spPr>
          <a:xfrm>
            <a:off x="9034272" y="2535974"/>
            <a:ext cx="803758" cy="625107"/>
          </a:xfrm>
          <a:prstGeom prst="rect">
            <a:avLst/>
          </a:prstGeom>
          <a:solidFill>
            <a:srgbClr val="F8FE05">
              <a:alpha val="688"/>
            </a:srgbClr>
          </a:solidFill>
          <a:ln/>
        </p:spPr>
      </p:sp>
      <p:sp>
        <p:nvSpPr>
          <p:cNvPr id="257" name="Shape 255"/>
          <p:cNvSpPr/>
          <p:nvPr/>
        </p:nvSpPr>
        <p:spPr>
          <a:xfrm>
            <a:off x="8342986" y="-1775765"/>
            <a:ext cx="803758" cy="395364"/>
          </a:xfrm>
          <a:prstGeom prst="rect">
            <a:avLst/>
          </a:prstGeom>
          <a:solidFill>
            <a:srgbClr val="F8FE05">
              <a:alpha val="3850"/>
            </a:srgbClr>
          </a:solidFill>
          <a:ln/>
        </p:spPr>
      </p:sp>
      <p:sp>
        <p:nvSpPr>
          <p:cNvPr id="258" name="Shape 256"/>
          <p:cNvSpPr/>
          <p:nvPr/>
        </p:nvSpPr>
        <p:spPr>
          <a:xfrm>
            <a:off x="8342986" y="-1389545"/>
            <a:ext cx="803758" cy="395364"/>
          </a:xfrm>
          <a:prstGeom prst="rect">
            <a:avLst/>
          </a:prstGeom>
          <a:solidFill>
            <a:srgbClr val="F8FE05">
              <a:alpha val="3369"/>
            </a:srgbClr>
          </a:solidFill>
          <a:ln/>
        </p:spPr>
      </p:sp>
      <p:sp>
        <p:nvSpPr>
          <p:cNvPr id="259" name="Shape 257"/>
          <p:cNvSpPr/>
          <p:nvPr/>
        </p:nvSpPr>
        <p:spPr>
          <a:xfrm>
            <a:off x="8342986" y="-1003325"/>
            <a:ext cx="803758" cy="395364"/>
          </a:xfrm>
          <a:prstGeom prst="rect">
            <a:avLst/>
          </a:prstGeom>
          <a:solidFill>
            <a:srgbClr val="F8FE05">
              <a:alpha val="2888"/>
            </a:srgbClr>
          </a:solidFill>
          <a:ln/>
        </p:spPr>
      </p:sp>
      <p:sp>
        <p:nvSpPr>
          <p:cNvPr id="260" name="Shape 258"/>
          <p:cNvSpPr/>
          <p:nvPr/>
        </p:nvSpPr>
        <p:spPr>
          <a:xfrm>
            <a:off x="8342986" y="-617106"/>
            <a:ext cx="803758" cy="395364"/>
          </a:xfrm>
          <a:prstGeom prst="rect">
            <a:avLst/>
          </a:prstGeom>
          <a:solidFill>
            <a:srgbClr val="F8FE05">
              <a:alpha val="2406"/>
            </a:srgbClr>
          </a:solidFill>
          <a:ln/>
        </p:spPr>
      </p:sp>
      <p:sp>
        <p:nvSpPr>
          <p:cNvPr id="261" name="Shape 259"/>
          <p:cNvSpPr/>
          <p:nvPr/>
        </p:nvSpPr>
        <p:spPr>
          <a:xfrm>
            <a:off x="8342986" y="-230886"/>
            <a:ext cx="803758" cy="395364"/>
          </a:xfrm>
          <a:prstGeom prst="rect">
            <a:avLst/>
          </a:prstGeom>
          <a:solidFill>
            <a:srgbClr val="F8FE05">
              <a:alpha val="1925"/>
            </a:srgbClr>
          </a:solidFill>
          <a:ln/>
        </p:spPr>
      </p:sp>
      <p:sp>
        <p:nvSpPr>
          <p:cNvPr id="262" name="Shape 260"/>
          <p:cNvSpPr/>
          <p:nvPr/>
        </p:nvSpPr>
        <p:spPr>
          <a:xfrm>
            <a:off x="8342986" y="155334"/>
            <a:ext cx="803758" cy="395364"/>
          </a:xfrm>
          <a:prstGeom prst="rect">
            <a:avLst/>
          </a:prstGeom>
          <a:solidFill>
            <a:srgbClr val="F8FE05">
              <a:alpha val="1444"/>
            </a:srgbClr>
          </a:solidFill>
          <a:ln/>
        </p:spPr>
      </p:sp>
      <p:sp>
        <p:nvSpPr>
          <p:cNvPr id="263" name="Shape 261"/>
          <p:cNvSpPr/>
          <p:nvPr/>
        </p:nvSpPr>
        <p:spPr>
          <a:xfrm>
            <a:off x="8342986" y="541553"/>
            <a:ext cx="803758" cy="395364"/>
          </a:xfrm>
          <a:prstGeom prst="rect">
            <a:avLst/>
          </a:prstGeom>
          <a:solidFill>
            <a:srgbClr val="F8FE05">
              <a:alpha val="963"/>
            </a:srgbClr>
          </a:solidFill>
          <a:ln/>
        </p:spPr>
      </p:sp>
      <p:sp>
        <p:nvSpPr>
          <p:cNvPr id="264" name="Shape 262"/>
          <p:cNvSpPr/>
          <p:nvPr/>
        </p:nvSpPr>
        <p:spPr>
          <a:xfrm>
            <a:off x="8342986" y="927773"/>
            <a:ext cx="803758" cy="395364"/>
          </a:xfrm>
          <a:prstGeom prst="rect">
            <a:avLst/>
          </a:prstGeom>
          <a:solidFill>
            <a:srgbClr val="F8FE05">
              <a:alpha val="481"/>
            </a:srgbClr>
          </a:solidFill>
          <a:ln/>
        </p:spPr>
      </p:sp>
      <p:sp>
        <p:nvSpPr>
          <p:cNvPr id="265" name="Shape 263"/>
          <p:cNvSpPr/>
          <p:nvPr/>
        </p:nvSpPr>
        <p:spPr>
          <a:xfrm>
            <a:off x="2212848" y="1371600"/>
            <a:ext cx="7772400" cy="1097280"/>
          </a:xfrm>
          <a:prstGeom prst="roundRect">
            <a:avLst>
              <a:gd name="adj" fmla="val 4484"/>
            </a:avLst>
          </a:prstGeom>
          <a:solidFill>
            <a:srgbClr val="FFFFFF">
              <a:alpha val="10000"/>
            </a:srgbClr>
          </a:solidFill>
          <a:ln w="2540">
            <a:solidFill>
              <a:srgbClr val="FFFFFF">
                <a:alpha val="40000"/>
              </a:srgbClr>
            </a:solidFill>
            <a:prstDash val="solid"/>
          </a:ln>
        </p:spPr>
      </p:sp>
      <p:sp>
        <p:nvSpPr>
          <p:cNvPr id="266" name="Text 264"/>
          <p:cNvSpPr/>
          <p:nvPr/>
        </p:nvSpPr>
        <p:spPr>
          <a:xfrm>
            <a:off x="2395728" y="1600200"/>
            <a:ext cx="7406640" cy="640080"/>
          </a:xfrm>
          <a:prstGeom prst="rect">
            <a:avLst/>
          </a:prstGeom>
          <a:noFill/>
          <a:ln/>
        </p:spPr>
        <p:txBody>
          <a:bodyPr wrap="square" rtlCol="0" anchor="t"/>
          <a:lstStyle/>
          <a:p>
            <a:pPr algn="ctr" indent="0" marL="0">
              <a:lnSpc>
                <a:spcPct val="90000"/>
              </a:lnSpc>
              <a:buNone/>
            </a:pPr>
            <a:r>
              <a:rPr lang="en-US" sz="3400" spc="-150" kern="0" dirty="0">
                <a:solidFill>
                  <a:srgbClr val="FFFFFF"/>
                </a:solidFill>
                <a:latin typeface="Manrope" pitchFamily="34" charset="0"/>
                <a:ea typeface="Manrope" pitchFamily="34" charset="-122"/>
                <a:cs typeface="Manrope" pitchFamily="34" charset="-120"/>
              </a:rPr>
              <a:t>Stage 4: prompts are code</a:t>
            </a:r>
            <a:endParaRPr lang="en-US" sz="4000" dirty="0"/>
          </a:p>
        </p:txBody>
      </p:sp>
      <p:sp>
        <p:nvSpPr>
          <p:cNvPr id="267" name="Text 265"/>
          <p:cNvSpPr/>
          <p:nvPr/>
        </p:nvSpPr>
        <p:spPr>
          <a:xfrm>
            <a:off x="914400" y="2788920"/>
            <a:ext cx="10360152" cy="1600200"/>
          </a:xfrm>
          <a:prstGeom prst="rect">
            <a:avLst/>
          </a:prstGeom>
          <a:noFill/>
          <a:ln/>
        </p:spPr>
        <p:txBody>
          <a:bodyPr wrap="square" rtlCol="0" anchor="t"/>
          <a:lstStyle/>
          <a:p>
            <a:pPr algn="ctr" indent="0" marL="0">
              <a:lnSpc>
                <a:spcPct val="90000"/>
              </a:lnSpc>
              <a:buNone/>
            </a:pPr>
            <a:r>
              <a:rPr lang="en-US" sz="4000" spc="-150" kern="0" dirty="0">
                <a:solidFill>
                  <a:srgbClr val="FFFFFF"/>
                </a:solidFill>
                <a:latin typeface="Manrope" pitchFamily="34" charset="0"/>
                <a:ea typeface="Manrope" pitchFamily="34" charset="-122"/>
                <a:cs typeface="Manrope" pitchFamily="34" charset="-120"/>
              </a:rPr>
              <a:t>“In an agent, the system prompt and the tool descriptions are the program.”</a:t>
            </a:r>
            <a:endParaRPr lang="en-US" sz="4000" dirty="0"/>
          </a:p>
        </p:txBody>
      </p:sp>
      <p:sp>
        <p:nvSpPr>
          <p:cNvPr id="2001" name="g1 text 2001"/>
          <p:cNvSpPr txBox="1"/>
          <p:nvPr/>
        </p:nvSpPr>
        <p:spPr>
          <a:xfrm>
            <a:off x="914400" y="4480560"/>
            <a:ext cx="10360152" cy="365760"/>
          </a:xfrm>
          <a:prstGeom prst="rect">
            <a:avLst/>
          </a:prstGeom>
          <a:noFill/>
        </p:spPr>
        <p:txBody>
          <a:bodyPr wrap="square" lIns="0" tIns="0" rIns="0" bIns="0" anchor="t">
            <a:noAutofit/>
          </a:bodyPr>
          <a:lstStyle/>
          <a:p>
            <a:pPr algn="ctr">
              <a:lnSpc>
                <a:spcPct val="100000"/>
              </a:lnSpc>
              <a:buNone/>
            </a:pPr>
            <a:r>
              <a:rPr lang="en-US" sz="1600" b="0" dirty="0">
                <a:solidFill>
                  <a:srgbClr val="D5E6CD"/>
                </a:solidFill>
                <a:latin typeface="Manrope"/>
                <a:ea typeface="Manrope"/>
                <a:cs typeface="Manrope"/>
              </a:rPr>
              <a:t>From the research notes, Stage 4</a:t>
            </a:r>
          </a:p>
        </p:txBody>
      </p:sp>
      <p:sp>
        <p:nvSpPr>
          <p:cNvPr id="2002" name="g1 shape 2002"/>
          <p:cNvSpPr/>
          <p:nvPr/>
        </p:nvSpPr>
        <p:spPr>
          <a:xfrm>
            <a:off x="4270248" y="5074920"/>
            <a:ext cx="3657600" cy="0"/>
          </a:xfrm>
          <a:prstGeom prst="line">
            <a:avLst/>
          </a:prstGeom>
          <a:noFill/>
          <a:ln w="9525">
            <a:solidFill>
              <a:srgbClr val="D5E6CD"/>
            </a:solidFill>
          </a:ln>
        </p:spPr>
      </p:sp>
      <p:sp>
        <p:nvSpPr>
          <p:cNvPr id="2003" name="g1 text 2003"/>
          <p:cNvSpPr txBox="1"/>
          <p:nvPr/>
        </p:nvSpPr>
        <p:spPr>
          <a:xfrm>
            <a:off x="1463040" y="5303520"/>
            <a:ext cx="9262872" cy="822960"/>
          </a:xfrm>
          <a:prstGeom prst="rect">
            <a:avLst/>
          </a:prstGeom>
          <a:noFill/>
        </p:spPr>
        <p:txBody>
          <a:bodyPr wrap="square" lIns="0" tIns="0" rIns="0" bIns="0" anchor="t">
            <a:noAutofit/>
          </a:bodyPr>
          <a:lstStyle/>
          <a:p>
            <a:pPr algn="ctr">
              <a:lnSpc>
                <a:spcPct val="100000"/>
              </a:lnSpc>
              <a:buNone/>
            </a:pPr>
            <a:r>
              <a:rPr lang="en-US" sz="1800" b="1" dirty="0">
                <a:solidFill>
                  <a:srgbClr val="FCFF9B"/>
                </a:solidFill>
                <a:latin typeface="Manrope"/>
                <a:ea typeface="Manrope"/>
                <a:cs typeface="Manrope"/>
              </a:rPr>
              <a:t>Measure first: </a:t>
            </a:r>
            <a:r>
              <a:rPr lang="en-US" sz="1800" b="0" dirty="0">
                <a:solidFill>
                  <a:srgbClr val="FFFFFF"/>
                </a:solidFill>
                <a:latin typeface="Manrope"/>
                <a:ea typeface="Manrope"/>
                <a:cs typeface="Manrope"/>
              </a:rPr>
              <a:t>Anthropic recommends defining success criteria, and a way to test against them, before you start prompt engineering.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D1D1D"/>
        </a:solidFill>
      </p:bgPr>
    </p:bg>
    <p:spTree>
      <p:nvGrpSpPr>
        <p:cNvPr id="1" name=""/>
        <p:cNvGrpSpPr/>
        <p:nvPr/>
      </p:nvGrpSpPr>
      <p:grpSpPr>
        <a:xfrm>
          <a:off x="0" y="0"/>
          <a:ext cx="0" cy="0"/>
          <a:chOff x="0" y="0"/>
          <a:chExt cx="0" cy="0"/>
        </a:xfrm>
      </p:grpSpPr>
      <p:sp>
        <p:nvSpPr>
          <p:cNvPr id="4" name="Shape 2"/>
          <p:cNvSpPr/>
          <p:nvPr/>
        </p:nvSpPr>
        <p:spPr>
          <a:xfrm>
            <a:off x="0" y="873252"/>
            <a:ext cx="12191695" cy="0"/>
          </a:xfrm>
          <a:prstGeom prst="line">
            <a:avLst/>
          </a:prstGeom>
          <a:noFill/>
          <a:ln w="2540">
            <a:solidFill>
              <a:srgbClr val="D0CFCF">
                <a:alpha val="60000"/>
              </a:srgbClr>
            </a:solidFill>
            <a:prstDash val="solid"/>
          </a:ln>
        </p:spPr>
      </p:sp>
      <p:sp>
        <p:nvSpPr>
          <p:cNvPr id="7" name="Shape 5"/>
          <p:cNvSpPr/>
          <p:nvPr/>
        </p:nvSpPr>
        <p:spPr>
          <a:xfrm>
            <a:off x="647395" y="2042770"/>
            <a:ext cx="6285586" cy="4211726"/>
          </a:xfrm>
          <a:prstGeom prst="roundRect">
            <a:avLst>
              <a:gd name="adj" fmla="val 1807"/>
            </a:avLst>
          </a:prstGeom>
          <a:ln w="2540">
            <a:solidFill>
              <a:srgbClr val="FFFFFF">
                <a:alpha val="45000"/>
              </a:srgbClr>
            </a:solidFill>
            <a:prstDash val="solid"/>
          </a:ln>
        </p:spPr>
      </p:sp>
      <p:sp>
        <p:nvSpPr>
          <p:cNvPr id="8" name="Text 6"/>
          <p:cNvSpPr/>
          <p:nvPr/>
        </p:nvSpPr>
        <p:spPr>
          <a:xfrm>
            <a:off x="583387" y="1005840"/>
            <a:ext cx="6812280" cy="914400"/>
          </a:xfrm>
          <a:prstGeom prst="rect">
            <a:avLst/>
          </a:prstGeom>
          <a:noFill/>
          <a:ln/>
        </p:spPr>
        <p:txBody>
          <a:bodyPr wrap="square" rtlCol="0" anchor="t"/>
          <a:lstStyle/>
          <a:p>
            <a:pPr indent="0" marL="0">
              <a:lnSpc>
                <a:spcPct val="90000"/>
              </a:lnSpc>
              <a:buNone/>
            </a:pPr>
            <a:r>
              <a:rPr lang="en-US" sz="2600" spc="-150" kern="0" dirty="0">
                <a:solidFill>
                  <a:srgbClr val="D5E6CD"/>
                </a:solidFill>
                <a:latin typeface="Manrope" pitchFamily="34" charset="0"/>
                <a:ea typeface="Manrope" pitchFamily="34" charset="-122"/>
                <a:cs typeface="Manrope" pitchFamily="34" charset="-120"/>
              </a:rPr>
              <a:t>Stage 8: </a:t>
            </a:r>
            <a:r>
              <a:rPr lang="en-US" sz="2600" spc="-150" kern="0" dirty="0">
                <a:solidFill>
                  <a:srgbClr val="FFFFFF"/>
                </a:solidFill>
                <a:latin typeface="Manrope" pitchFamily="34" charset="0"/>
                <a:ea typeface="Manrope" pitchFamily="34" charset="-122"/>
                <a:cs typeface="Manrope" pitchFamily="34" charset="-120"/>
              </a:rPr>
              <a:t>learn one framework deeply</a:t>
            </a:r>
            <a:endParaRPr lang="en-US" sz="1800" dirty="0"/>
          </a:p>
        </p:txBody>
      </p:sp>
      <p:sp>
        <p:nvSpPr>
          <p:cNvPr id="9" name="Shape 7"/>
          <p:cNvSpPr/>
          <p:nvPr/>
        </p:nvSpPr>
        <p:spPr>
          <a:xfrm>
            <a:off x="647395" y="2042770"/>
            <a:ext cx="6285586" cy="645566"/>
          </a:xfrm>
          <a:prstGeom prst="roundRect">
            <a:avLst>
              <a:gd name="adj" fmla="val 11505"/>
            </a:avLst>
          </a:prstGeom>
          <a:solidFill>
            <a:srgbClr val="709162"/>
          </a:solidFill>
          <a:ln/>
        </p:spPr>
      </p:sp>
      <p:sp>
        <p:nvSpPr>
          <p:cNvPr id="10" name="Shape 8"/>
          <p:cNvSpPr/>
          <p:nvPr/>
        </p:nvSpPr>
        <p:spPr>
          <a:xfrm>
            <a:off x="1280160" y="2042770"/>
            <a:ext cx="480212" cy="645566"/>
          </a:xfrm>
          <a:prstGeom prst="rect">
            <a:avLst/>
          </a:prstGeom>
          <a:solidFill>
            <a:srgbClr val="61855D"/>
          </a:solidFill>
          <a:ln/>
        </p:spPr>
      </p:sp>
      <p:sp>
        <p:nvSpPr>
          <p:cNvPr id="11" name="Shape 9"/>
          <p:cNvSpPr/>
          <p:nvPr/>
        </p:nvSpPr>
        <p:spPr>
          <a:xfrm>
            <a:off x="1751228" y="2042770"/>
            <a:ext cx="480212" cy="645566"/>
          </a:xfrm>
          <a:prstGeom prst="rect">
            <a:avLst/>
          </a:prstGeom>
          <a:solidFill>
            <a:srgbClr val="597F5A"/>
          </a:solidFill>
          <a:ln/>
        </p:spPr>
      </p:sp>
      <p:sp>
        <p:nvSpPr>
          <p:cNvPr id="12" name="Shape 10"/>
          <p:cNvSpPr/>
          <p:nvPr/>
        </p:nvSpPr>
        <p:spPr>
          <a:xfrm>
            <a:off x="2222297" y="2042770"/>
            <a:ext cx="480212" cy="645566"/>
          </a:xfrm>
          <a:prstGeom prst="rect">
            <a:avLst/>
          </a:prstGeom>
          <a:solidFill>
            <a:srgbClr val="527958"/>
          </a:solidFill>
          <a:ln/>
        </p:spPr>
      </p:sp>
      <p:sp>
        <p:nvSpPr>
          <p:cNvPr id="13" name="Shape 11"/>
          <p:cNvSpPr/>
          <p:nvPr/>
        </p:nvSpPr>
        <p:spPr>
          <a:xfrm>
            <a:off x="2693365" y="2042770"/>
            <a:ext cx="480212" cy="645566"/>
          </a:xfrm>
          <a:prstGeom prst="rect">
            <a:avLst/>
          </a:prstGeom>
          <a:solidFill>
            <a:srgbClr val="4A7355"/>
          </a:solidFill>
          <a:ln/>
        </p:spPr>
      </p:sp>
      <p:sp>
        <p:nvSpPr>
          <p:cNvPr id="14" name="Shape 12"/>
          <p:cNvSpPr/>
          <p:nvPr/>
        </p:nvSpPr>
        <p:spPr>
          <a:xfrm>
            <a:off x="3164434" y="2042770"/>
            <a:ext cx="480212" cy="645566"/>
          </a:xfrm>
          <a:prstGeom prst="rect">
            <a:avLst/>
          </a:prstGeom>
          <a:solidFill>
            <a:srgbClr val="426D53"/>
          </a:solidFill>
          <a:ln/>
        </p:spPr>
      </p:sp>
      <p:sp>
        <p:nvSpPr>
          <p:cNvPr id="15" name="Shape 13"/>
          <p:cNvSpPr/>
          <p:nvPr/>
        </p:nvSpPr>
        <p:spPr>
          <a:xfrm>
            <a:off x="3635502" y="2042770"/>
            <a:ext cx="480212" cy="645566"/>
          </a:xfrm>
          <a:prstGeom prst="rect">
            <a:avLst/>
          </a:prstGeom>
          <a:solidFill>
            <a:srgbClr val="3A6750"/>
          </a:solidFill>
          <a:ln/>
        </p:spPr>
      </p:sp>
      <p:sp>
        <p:nvSpPr>
          <p:cNvPr id="16" name="Shape 14"/>
          <p:cNvSpPr/>
          <p:nvPr/>
        </p:nvSpPr>
        <p:spPr>
          <a:xfrm>
            <a:off x="4106570" y="2042770"/>
            <a:ext cx="480212" cy="645566"/>
          </a:xfrm>
          <a:prstGeom prst="rect">
            <a:avLst/>
          </a:prstGeom>
          <a:solidFill>
            <a:srgbClr val="33624E"/>
          </a:solidFill>
          <a:ln/>
        </p:spPr>
      </p:sp>
      <p:sp>
        <p:nvSpPr>
          <p:cNvPr id="17" name="Shape 15"/>
          <p:cNvSpPr/>
          <p:nvPr/>
        </p:nvSpPr>
        <p:spPr>
          <a:xfrm>
            <a:off x="4577639" y="2042770"/>
            <a:ext cx="480212" cy="645566"/>
          </a:xfrm>
          <a:prstGeom prst="rect">
            <a:avLst/>
          </a:prstGeom>
          <a:solidFill>
            <a:srgbClr val="2B5C4B"/>
          </a:solidFill>
          <a:ln/>
        </p:spPr>
      </p:sp>
      <p:sp>
        <p:nvSpPr>
          <p:cNvPr id="18" name="Shape 16"/>
          <p:cNvSpPr/>
          <p:nvPr/>
        </p:nvSpPr>
        <p:spPr>
          <a:xfrm>
            <a:off x="5048707" y="2042770"/>
            <a:ext cx="480212" cy="645566"/>
          </a:xfrm>
          <a:prstGeom prst="rect">
            <a:avLst/>
          </a:prstGeom>
          <a:solidFill>
            <a:srgbClr val="235649"/>
          </a:solidFill>
          <a:ln/>
        </p:spPr>
      </p:sp>
      <p:sp>
        <p:nvSpPr>
          <p:cNvPr id="19" name="Shape 17"/>
          <p:cNvSpPr/>
          <p:nvPr/>
        </p:nvSpPr>
        <p:spPr>
          <a:xfrm>
            <a:off x="5519776" y="2042770"/>
            <a:ext cx="480212" cy="645566"/>
          </a:xfrm>
          <a:prstGeom prst="rect">
            <a:avLst/>
          </a:prstGeom>
          <a:solidFill>
            <a:srgbClr val="1B5046"/>
          </a:solidFill>
          <a:ln/>
        </p:spPr>
      </p:sp>
      <p:sp>
        <p:nvSpPr>
          <p:cNvPr id="20" name="Shape 18"/>
          <p:cNvSpPr/>
          <p:nvPr/>
        </p:nvSpPr>
        <p:spPr>
          <a:xfrm>
            <a:off x="5990844" y="2042770"/>
            <a:ext cx="480212" cy="645566"/>
          </a:xfrm>
          <a:prstGeom prst="rect">
            <a:avLst/>
          </a:prstGeom>
          <a:solidFill>
            <a:srgbClr val="144A44"/>
          </a:solidFill>
          <a:ln/>
        </p:spPr>
      </p:sp>
      <p:sp>
        <p:nvSpPr>
          <p:cNvPr id="21" name="Shape 19"/>
          <p:cNvSpPr/>
          <p:nvPr/>
        </p:nvSpPr>
        <p:spPr>
          <a:xfrm>
            <a:off x="6461912" y="2042770"/>
            <a:ext cx="480212" cy="645566"/>
          </a:xfrm>
          <a:prstGeom prst="rect">
            <a:avLst/>
          </a:prstGeom>
          <a:solidFill>
            <a:srgbClr val="0C4441"/>
          </a:solidFill>
          <a:ln/>
        </p:spPr>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866851" y="2042770"/>
          <a:ext cx="5806440" cy="4120286"/>
        </p:xfrm>
        <a:graphic>
          <a:graphicData uri="http://schemas.openxmlformats.org/drawingml/2006/table">
            <a:tbl>
              <a:tblPr/>
              <a:tblGrid>
                <a:gridCol w="1600200"/>
                <a:gridCol w="2514600"/>
                <a:gridCol w="1691640"/>
              </a:tblGrid>
              <a:tr h="645566">
                <a:tc>
                  <a:txBody>
                    <a:bodyPr/>
                    <a:lstStyle/>
                    <a:p>
                      <a:pPr algn="l" indent="0" marL="0">
                        <a:buNone/>
                      </a:pPr>
                      <a:r>
                        <a:rPr lang="en-US" sz="1500" b="1" dirty="0">
                          <a:solidFill>
                            <a:srgbClr val="FFFFFF"/>
                          </a:solidFill>
                          <a:latin typeface="Manrope" pitchFamily="34" charset="0"/>
                          <a:ea typeface="Manrope" pitchFamily="34" charset="-122"/>
                          <a:cs typeface="Manrope" pitchFamily="34" charset="-120"/>
                        </a:rPr>
                        <a:t>Framework</a:t>
                      </a:r>
                      <a:endParaRPr lang="en-US" sz="18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500" b="1" dirty="0">
                          <a:solidFill>
                            <a:srgbClr val="FFFFFF"/>
                          </a:solidFill>
                          <a:latin typeface="Manrope" pitchFamily="34" charset="0"/>
                          <a:ea typeface="Manrope" pitchFamily="34" charset="-122"/>
                          <a:cs typeface="Manrope" pitchFamily="34" charset="-120"/>
                        </a:rPr>
                        <a:t>What it is for</a:t>
                      </a:r>
                      <a:endParaRPr lang="en-US" sz="18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500" b="1" dirty="0">
                          <a:solidFill>
                            <a:srgbClr val="FFFFFF"/>
                          </a:solidFill>
                          <a:latin typeface="Manrope" pitchFamily="34" charset="0"/>
                          <a:ea typeface="Manrope" pitchFamily="34" charset="-122"/>
                          <a:cs typeface="Manrope" pitchFamily="34" charset="-120"/>
                        </a:rPr>
                        <a:t>Cost</a:t>
                      </a:r>
                      <a:endParaRPr lang="en-US" sz="18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r>
              <a:tr h="694944">
                <a:tc>
                  <a:txBody>
                    <a:bodyPr/>
                    <a:lstStyle/>
                    <a:p>
                      <a:pPr algn="l" indent="0" marL="0">
                        <a:buNone/>
                      </a:pPr>
                      <a:r>
                        <a:rPr lang="en-US" sz="1300" dirty="0" b="1">
                          <a:solidFill>
                            <a:srgbClr val="D5E6CD"/>
                          </a:solidFill>
                          <a:latin typeface="Manrope" pitchFamily="34" charset="0"/>
                          <a:ea typeface="Manrope" pitchFamily="34" charset="-122"/>
                          <a:cs typeface="Manrope" pitchFamily="34" charset="-120"/>
                        </a:rPr>
                        <a:t>LangGraph</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FFFFFF"/>
                          </a:solidFill>
                          <a:latin typeface="Manrope" pitchFamily="34" charset="0"/>
                          <a:ea typeface="Manrope" pitchFamily="34" charset="-122"/>
                          <a:cs typeface="Manrope" pitchFamily="34" charset="-120"/>
                        </a:rPr>
                        <a:t>Stateful, graph-based orchestration; durable execution, human-in-the-loop</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FFFFFF"/>
                          </a:solidFill>
                          <a:latin typeface="Manrope" pitchFamily="34" charset="0"/>
                          <a:ea typeface="Manrope" pitchFamily="34" charset="-122"/>
                          <a:cs typeface="Manrope" pitchFamily="34" charset="-120"/>
                        </a:rPr>
                        <a:t>Free (open source)</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r>
              <a:tr h="694944">
                <a:tc>
                  <a:txBody>
                    <a:bodyPr/>
                    <a:lstStyle/>
                    <a:p>
                      <a:pPr algn="l" indent="0" marL="0">
                        <a:buNone/>
                      </a:pPr>
                      <a:r>
                        <a:rPr lang="en-US" sz="1300" dirty="0" b="1">
                          <a:solidFill>
                            <a:srgbClr val="D5E6CD"/>
                          </a:solidFill>
                          <a:latin typeface="Manrope" pitchFamily="34" charset="0"/>
                          <a:ea typeface="Manrope" pitchFamily="34" charset="-122"/>
                          <a:cs typeface="Manrope" pitchFamily="34" charset="-120"/>
                        </a:rPr>
                        <a:t>OpenAI Agents SDK</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FFFFFF"/>
                          </a:solidFill>
                          <a:latin typeface="Manrope" pitchFamily="34" charset="0"/>
                          <a:ea typeface="Manrope" pitchFamily="34" charset="-122"/>
                          <a:cs typeface="Manrope" pitchFamily="34" charset="-120"/>
                        </a:rPr>
                        <a:t>Agents, handoffs, guardrails, sessions, MCP tools, built-in tracing</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FFFFFF"/>
                          </a:solidFill>
                          <a:latin typeface="Manrope" pitchFamily="34" charset="0"/>
                          <a:ea typeface="Manrope" pitchFamily="34" charset="-122"/>
                          <a:cs typeface="Manrope" pitchFamily="34" charset="-120"/>
                        </a:rPr>
                        <a:t>Free, open source (MIT); model API usage billed per token</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r>
              <a:tr h="694944">
                <a:tc>
                  <a:txBody>
                    <a:bodyPr/>
                    <a:lstStyle/>
                    <a:p>
                      <a:pPr algn="l" indent="0" marL="0">
                        <a:buNone/>
                      </a:pPr>
                      <a:r>
                        <a:rPr lang="en-US" sz="1300" dirty="0" b="1">
                          <a:solidFill>
                            <a:srgbClr val="D5E6CD"/>
                          </a:solidFill>
                          <a:latin typeface="Manrope" pitchFamily="34" charset="0"/>
                          <a:ea typeface="Manrope" pitchFamily="34" charset="-122"/>
                          <a:cs typeface="Manrope" pitchFamily="34" charset="-120"/>
                        </a:rPr>
                        <a:t>AutoGen (Microsoft)</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FFFFFF"/>
                          </a:solidFill>
                          <a:latin typeface="Manrope" pitchFamily="34" charset="0"/>
                          <a:ea typeface="Manrope" pitchFamily="34" charset="-122"/>
                          <a:cs typeface="Manrope" pitchFamily="34" charset="-120"/>
                        </a:rPr>
                        <a:t>AgentChat, Core, Studio (no-code UI); extensions incl. an MCP workbench</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FFFFFF"/>
                          </a:solidFill>
                          <a:latin typeface="Manrope" pitchFamily="34" charset="0"/>
                          <a:ea typeface="Manrope" pitchFamily="34" charset="-122"/>
                          <a:cs typeface="Manrope" pitchFamily="34" charset="-120"/>
                        </a:rPr>
                        <a:t>Free (open source)</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r>
              <a:tr h="694944">
                <a:tc>
                  <a:txBody>
                    <a:bodyPr/>
                    <a:lstStyle/>
                    <a:p>
                      <a:pPr algn="l" indent="0" marL="0">
                        <a:buNone/>
                      </a:pPr>
                      <a:r>
                        <a:rPr lang="en-US" sz="1300" dirty="0" b="1">
                          <a:solidFill>
                            <a:srgbClr val="D5E6CD"/>
                          </a:solidFill>
                          <a:latin typeface="Manrope" pitchFamily="34" charset="0"/>
                          <a:ea typeface="Manrope" pitchFamily="34" charset="-122"/>
                          <a:cs typeface="Manrope" pitchFamily="34" charset="-120"/>
                        </a:rPr>
                        <a:t>CrewAI</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FFFFFF"/>
                          </a:solidFill>
                          <a:latin typeface="Manrope" pitchFamily="34" charset="0"/>
                          <a:ea typeface="Manrope" pitchFamily="34" charset="-122"/>
                          <a:cs typeface="Manrope" pitchFamily="34" charset="-120"/>
                        </a:rPr>
                        <a:t>Agents, crews, flows, guardrails, memory</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FFFFFF"/>
                          </a:solidFill>
                          <a:latin typeface="Manrope" pitchFamily="34" charset="0"/>
                          <a:ea typeface="Manrope" pitchFamily="34" charset="-122"/>
                          <a:cs typeface="Manrope" pitchFamily="34" charset="-120"/>
                        </a:rPr>
                        <a:t>Free OSS; Enterprise tier exists</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r>
              <a:tr h="694944">
                <a:tc>
                  <a:txBody>
                    <a:bodyPr/>
                    <a:lstStyle/>
                    <a:p>
                      <a:pPr algn="l" indent="0" marL="0">
                        <a:buNone/>
                      </a:pPr>
                      <a:r>
                        <a:rPr lang="en-US" sz="1300" dirty="0" b="1">
                          <a:solidFill>
                            <a:srgbClr val="D5E6CD"/>
                          </a:solidFill>
                          <a:latin typeface="Manrope" pitchFamily="34" charset="0"/>
                          <a:ea typeface="Manrope" pitchFamily="34" charset="-122"/>
                          <a:cs typeface="Manrope" pitchFamily="34" charset="-120"/>
                        </a:rPr>
                        <a:t>LlamaIndex</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FFFFFF"/>
                          </a:solidFill>
                          <a:latin typeface="Manrope" pitchFamily="34" charset="0"/>
                          <a:ea typeface="Manrope" pitchFamily="34" charset="-122"/>
                          <a:cs typeface="Manrope" pitchFamily="34" charset="-120"/>
                        </a:rPr>
                        <a:t>Data- and RAG-centric agents</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FFFFFF"/>
                          </a:solidFill>
                          <a:latin typeface="Manrope" pitchFamily="34" charset="0"/>
                          <a:ea typeface="Manrope" pitchFamily="34" charset="-122"/>
                          <a:cs typeface="Manrope" pitchFamily="34" charset="-120"/>
                        </a:rPr>
                        <a:t>Free (open source)</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r>
            </a:tbl>
          </a:graphicData>
        </a:graphic>
      </p:graphicFrame>
      <p:sp>
        <p:nvSpPr>
          <p:cNvPr id="23" name="Shape 20"/>
          <p:cNvSpPr/>
          <p:nvPr/>
        </p:nvSpPr>
        <p:spPr>
          <a:xfrm>
            <a:off x="7541971" y="873252"/>
            <a:ext cx="0" cy="5984748"/>
          </a:xfrm>
          <a:prstGeom prst="line">
            <a:avLst/>
          </a:prstGeom>
          <a:noFill/>
          <a:ln w="2540">
            <a:solidFill>
              <a:srgbClr val="D0CFCF"/>
            </a:solidFill>
            <a:prstDash val="solid"/>
          </a:ln>
        </p:spPr>
      </p:sp>
      <p:sp>
        <p:nvSpPr>
          <p:cNvPr id="24" name="Shape 21"/>
          <p:cNvSpPr/>
          <p:nvPr/>
        </p:nvSpPr>
        <p:spPr>
          <a:xfrm>
            <a:off x="7506310" y="836676"/>
            <a:ext cx="72238" cy="72238"/>
          </a:xfrm>
          <a:prstGeom prst="ellipse">
            <a:avLst/>
          </a:prstGeom>
          <a:solidFill>
            <a:srgbClr val="D0CFCF"/>
          </a:solidFill>
          <a:ln/>
        </p:spPr>
      </p:sp>
      <p:sp>
        <p:nvSpPr>
          <p:cNvPr id="25" name="Shape 22"/>
          <p:cNvSpPr/>
          <p:nvPr/>
        </p:nvSpPr>
        <p:spPr>
          <a:xfrm>
            <a:off x="4981651" y="2042770"/>
            <a:ext cx="0" cy="4211726"/>
          </a:xfrm>
          <a:prstGeom prst="line">
            <a:avLst/>
          </a:prstGeom>
          <a:noFill/>
          <a:ln w="2540">
            <a:solidFill>
              <a:srgbClr val="FFFFFF">
                <a:alpha val="45000"/>
              </a:srgbClr>
            </a:solidFill>
            <a:prstDash val="solid"/>
          </a:ln>
        </p:spPr>
      </p:sp>
      <p:sp>
        <p:nvSpPr>
          <p:cNvPr id="26" name="Shape 23"/>
          <p:cNvSpPr/>
          <p:nvPr/>
        </p:nvSpPr>
        <p:spPr>
          <a:xfrm>
            <a:off x="2467051" y="2042770"/>
            <a:ext cx="0" cy="4211726"/>
          </a:xfrm>
          <a:prstGeom prst="line">
            <a:avLst/>
          </a:prstGeom>
          <a:noFill/>
          <a:ln w="2540">
            <a:solidFill>
              <a:srgbClr val="FFFFFF">
                <a:alpha val="45000"/>
              </a:srgbClr>
            </a:solidFill>
            <a:prstDash val="solid"/>
          </a:ln>
        </p:spPr>
      </p:sp>
      <p:sp>
        <p:nvSpPr>
          <p:cNvPr id="27" name="Text 24"/>
          <p:cNvSpPr/>
          <p:nvPr/>
        </p:nvSpPr>
        <p:spPr>
          <a:xfrm>
            <a:off x="7992770" y="4983480"/>
            <a:ext cx="3429000" cy="1371600"/>
          </a:xfrm>
          <a:prstGeom prst="rect">
            <a:avLst/>
          </a:prstGeom>
          <a:noFill/>
          <a:ln/>
        </p:spPr>
        <p:txBody>
          <a:bodyPr wrap="square" rtlCol="0" anchor="t"/>
          <a:lstStyle/>
          <a:p>
            <a:pPr indent="0" marL="0">
              <a:lnSpc>
                <a:spcPct val="125000"/>
              </a:lnSpc>
              <a:spcAft>
                <a:spcPts val="600"/>
              </a:spcAft>
              <a:buNone/>
            </a:pPr>
            <a:r>
              <a:rPr lang="en-US" sz="1300" dirty="0">
                <a:solidFill>
                  <a:srgbClr val="FFFFFF"/>
                </a:solidFill>
                <a:latin typeface="Manrope" pitchFamily="34" charset="0"/>
                <a:ea typeface="Manrope" pitchFamily="34" charset="-122"/>
                <a:cs typeface="Manrope" pitchFamily="34" charset="-120"/>
              </a:rPr>
              <a:t>Learn MCP too: it is how tools are increasingly plugged into agents. Project: rebuild your Stage 7 agent in LangGraph and the Agents SDK, then compare code, debuggability and traces.</a:t>
            </a:r>
            <a:endParaRPr lang="en-US" sz="1200" dirty="0"/>
          </a:p>
        </p:txBody>
      </p:sp>
      <p:sp>
        <p:nvSpPr>
          <p:cNvPr id="28" name="Shape 25"/>
          <p:cNvSpPr/>
          <p:nvPr/>
        </p:nvSpPr>
        <p:spPr>
          <a:xfrm>
            <a:off x="7860182" y="1143000"/>
            <a:ext cx="3420770" cy="1554480"/>
          </a:xfrm>
          <a:prstGeom prst="roundRect">
            <a:avLst>
              <a:gd name="adj" fmla="val 5132"/>
            </a:avLst>
          </a:prstGeom>
          <a:solidFill>
            <a:srgbClr val="FFFFFF">
              <a:alpha val="10000"/>
            </a:srgbClr>
          </a:solidFill>
          <a:ln w="2540">
            <a:solidFill>
              <a:srgbClr val="FFFFFF">
                <a:alpha val="40000"/>
              </a:srgbClr>
            </a:solidFill>
            <a:prstDash val="solid"/>
          </a:ln>
        </p:spPr>
      </p:sp>
      <p:sp>
        <p:nvSpPr>
          <p:cNvPr id="29" name="Text 26"/>
          <p:cNvSpPr/>
          <p:nvPr/>
        </p:nvSpPr>
        <p:spPr>
          <a:xfrm>
            <a:off x="8618220" y="1325880"/>
            <a:ext cx="2651760" cy="320954"/>
          </a:xfrm>
          <a:prstGeom prst="rect">
            <a:avLst/>
          </a:prstGeom>
          <a:noFill/>
          <a:ln/>
        </p:spPr>
        <p:txBody>
          <a:bodyPr wrap="square" lIns="0" tIns="0" rIns="0" bIns="0" rtlCol="0" anchor="t"/>
          <a:lstStyle/>
          <a:p>
            <a:pPr indent="0" marL="0">
              <a:lnSpc>
                <a:spcPct val="125000"/>
              </a:lnSpc>
              <a:spcAft>
                <a:spcPts val="600"/>
              </a:spcAft>
              <a:buNone/>
            </a:pPr>
            <a:r>
              <a:rPr lang="en-US" sz="1800" dirty="0">
                <a:solidFill>
                  <a:srgbClr val="D5E6CD"/>
                </a:solidFill>
                <a:latin typeface="Manrope" pitchFamily="34" charset="0"/>
                <a:ea typeface="Manrope" pitchFamily="34" charset="-122"/>
                <a:cs typeface="Manrope" pitchFamily="34" charset="-120"/>
              </a:rPr>
              <a:t>Anthropic’s warning</a:t>
            </a:r>
            <a:endParaRPr lang="en-US" sz="1800" dirty="0"/>
          </a:p>
        </p:txBody>
      </p:sp>
      <p:sp>
        <p:nvSpPr>
          <p:cNvPr id="30" name="Text 27"/>
          <p:cNvSpPr/>
          <p:nvPr/>
        </p:nvSpPr>
        <p:spPr>
          <a:xfrm>
            <a:off x="8521294" y="1664208"/>
            <a:ext cx="2651760" cy="914400"/>
          </a:xfrm>
          <a:prstGeom prst="rect">
            <a:avLst/>
          </a:prstGeom>
          <a:noFill/>
          <a:ln/>
        </p:spPr>
        <p:txBody>
          <a:bodyPr wrap="square" rtlCol="0" anchor="t"/>
          <a:lstStyle/>
          <a:p>
            <a:pPr indent="0" marL="0">
              <a:lnSpc>
                <a:spcPct val="125000"/>
              </a:lnSpc>
              <a:spcAft>
                <a:spcPts val="600"/>
              </a:spcAft>
              <a:buNone/>
            </a:pPr>
            <a:r>
              <a:rPr lang="en-US" sz="1300" dirty="0">
                <a:solidFill>
                  <a:srgbClr val="FFFFFF"/>
                </a:solidFill>
                <a:latin typeface="Manrope" pitchFamily="34" charset="0"/>
                <a:ea typeface="Manrope" pitchFamily="34" charset="-122"/>
                <a:cs typeface="Manrope" pitchFamily="34" charset="-120"/>
              </a:rPr>
              <a:t>Frameworks “create extra layers of abstraction that can obscure the underlying prompts and responses.”</a:t>
            </a:r>
            <a:endParaRPr lang="en-US" sz="1200" dirty="0"/>
          </a:p>
        </p:txBody>
      </p:sp>
      <p:sp>
        <p:nvSpPr>
          <p:cNvPr id="31" name="Shape 28"/>
          <p:cNvSpPr/>
          <p:nvPr/>
        </p:nvSpPr>
        <p:spPr>
          <a:xfrm>
            <a:off x="7860182" y="2834640"/>
            <a:ext cx="3420770" cy="1874519"/>
          </a:xfrm>
          <a:prstGeom prst="roundRect">
            <a:avLst>
              <a:gd name="adj" fmla="val 5132"/>
            </a:avLst>
          </a:prstGeom>
          <a:solidFill>
            <a:srgbClr val="FFFFFF">
              <a:alpha val="10000"/>
            </a:srgbClr>
          </a:solidFill>
          <a:ln w="2540">
            <a:solidFill>
              <a:srgbClr val="FFFFFF">
                <a:alpha val="40000"/>
              </a:srgbClr>
            </a:solidFill>
            <a:prstDash val="solid"/>
          </a:ln>
        </p:spPr>
      </p:sp>
      <p:sp>
        <p:nvSpPr>
          <p:cNvPr id="32" name="Text 29"/>
          <p:cNvSpPr/>
          <p:nvPr/>
        </p:nvSpPr>
        <p:spPr>
          <a:xfrm>
            <a:off x="8618220" y="3017520"/>
            <a:ext cx="1986991" cy="320954"/>
          </a:xfrm>
          <a:prstGeom prst="rect">
            <a:avLst/>
          </a:prstGeom>
          <a:noFill/>
          <a:ln/>
        </p:spPr>
        <p:txBody>
          <a:bodyPr wrap="square" lIns="0" tIns="0" rIns="0" bIns="0" rtlCol="0" anchor="t"/>
          <a:lstStyle/>
          <a:p>
            <a:pPr indent="0" marL="0">
              <a:lnSpc>
                <a:spcPct val="125000"/>
              </a:lnSpc>
              <a:spcAft>
                <a:spcPts val="600"/>
              </a:spcAft>
              <a:buNone/>
            </a:pPr>
            <a:r>
              <a:rPr lang="en-US" sz="1800" dirty="0">
                <a:solidFill>
                  <a:srgbClr val="D5E6CD"/>
                </a:solidFill>
                <a:latin typeface="Manrope" pitchFamily="34" charset="0"/>
                <a:ea typeface="Manrope" pitchFamily="34" charset="-122"/>
                <a:cs typeface="Manrope" pitchFamily="34" charset="-120"/>
              </a:rPr>
              <a:t>Start simple</a:t>
            </a:r>
            <a:endParaRPr lang="en-US" sz="1800" dirty="0"/>
          </a:p>
        </p:txBody>
      </p:sp>
      <p:sp>
        <p:nvSpPr>
          <p:cNvPr id="33" name="Text 30"/>
          <p:cNvSpPr/>
          <p:nvPr/>
        </p:nvSpPr>
        <p:spPr>
          <a:xfrm>
            <a:off x="8521294" y="3355848"/>
            <a:ext cx="2651760" cy="1005840"/>
          </a:xfrm>
          <a:prstGeom prst="rect">
            <a:avLst/>
          </a:prstGeom>
          <a:noFill/>
          <a:ln/>
        </p:spPr>
        <p:txBody>
          <a:bodyPr wrap="square" rtlCol="0" anchor="t"/>
          <a:lstStyle/>
          <a:p>
            <a:pPr indent="0" marL="0">
              <a:lnSpc>
                <a:spcPct val="125000"/>
              </a:lnSpc>
              <a:spcAft>
                <a:spcPts val="600"/>
              </a:spcAft>
              <a:buNone/>
            </a:pPr>
            <a:r>
              <a:rPr lang="en-US" sz="1300" dirty="0">
                <a:solidFill>
                  <a:srgbClr val="FFFFFF"/>
                </a:solidFill>
                <a:latin typeface="Manrope" pitchFamily="34" charset="0"/>
                <a:ea typeface="Manrope" pitchFamily="34" charset="-122"/>
                <a:cs typeface="Manrope" pitchFamily="34" charset="-120"/>
              </a:rPr>
              <a:t>Begin “by using LLM APIs directly.” Then (editorial): Agents SDK or LangChain agents, then LangGraph for durable, stateful control.</a:t>
            </a:r>
            <a:endParaRPr lang="en-US" sz="1200" dirty="0"/>
          </a:p>
        </p:txBody>
      </p:sp>
      <p:sp>
        <p:nvSpPr>
          <p:cNvPr id="34" name="Shape 31"/>
          <p:cNvSpPr/>
          <p:nvPr/>
        </p:nvSpPr>
        <p:spPr>
          <a:xfrm>
            <a:off x="8146390" y="1325880"/>
            <a:ext cx="351130" cy="351130"/>
          </a:xfrm>
          <a:prstGeom prst="ellipse">
            <a:avLst/>
          </a:prstGeom>
          <a:ln w="15875">
            <a:solidFill>
              <a:srgbClr val="9FEF9C"/>
            </a:solidFill>
            <a:prstDash val="solid"/>
          </a:ln>
        </p:spPr>
      </p:sp>
      <p:sp>
        <p:nvSpPr>
          <p:cNvPr id="35" name="Shape 32"/>
          <p:cNvSpPr/>
          <p:nvPr/>
        </p:nvSpPr>
        <p:spPr>
          <a:xfrm>
            <a:off x="8262262" y="1442009"/>
            <a:ext cx="119384" cy="119384"/>
          </a:xfrm>
          <a:prstGeom prst="ellipse">
            <a:avLst/>
          </a:prstGeom>
          <a:solidFill>
            <a:srgbClr val="9FEF9C"/>
          </a:solidFill>
          <a:ln/>
        </p:spPr>
      </p:sp>
      <p:sp>
        <p:nvSpPr>
          <p:cNvPr id="36" name="Shape 33"/>
          <p:cNvSpPr/>
          <p:nvPr/>
        </p:nvSpPr>
        <p:spPr>
          <a:xfrm>
            <a:off x="8115300" y="3017520"/>
            <a:ext cx="329184" cy="329184"/>
          </a:xfrm>
          <a:prstGeom prst="ellipse">
            <a:avLst/>
          </a:prstGeom>
          <a:ln w="15875">
            <a:solidFill>
              <a:srgbClr val="9FEF9C"/>
            </a:solidFill>
            <a:prstDash val="solid"/>
          </a:ln>
        </p:spPr>
      </p:sp>
      <p:sp>
        <p:nvSpPr>
          <p:cNvPr id="37" name="Shape 34"/>
          <p:cNvSpPr/>
          <p:nvPr/>
        </p:nvSpPr>
        <p:spPr>
          <a:xfrm>
            <a:off x="8223931" y="3126333"/>
            <a:ext cx="111923" cy="111923"/>
          </a:xfrm>
          <a:prstGeom prst="ellipse">
            <a:avLst/>
          </a:prstGeom>
          <a:solidFill>
            <a:srgbClr val="9FEF9C"/>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D1D1D"/>
        </a:solidFill>
      </p:bgPr>
    </p:bg>
    <p:spTree>
      <p:nvGrpSpPr>
        <p:cNvPr id="1" name=""/>
        <p:cNvGrpSpPr/>
        <p:nvPr/>
      </p:nvGrpSpPr>
      <p:grpSpPr>
        <a:xfrm>
          <a:off x="0" y="0"/>
          <a:ext cx="0" cy="0"/>
          <a:chOff x="0" y="0"/>
          <a:chExt cx="0" cy="0"/>
        </a:xfrm>
      </p:grpSpPr>
      <p:sp>
        <p:nvSpPr>
          <p:cNvPr id="4" name="Shape 2"/>
          <p:cNvSpPr/>
          <p:nvPr/>
        </p:nvSpPr>
        <p:spPr>
          <a:xfrm>
            <a:off x="0" y="873252"/>
            <a:ext cx="12191695" cy="0"/>
          </a:xfrm>
          <a:prstGeom prst="line">
            <a:avLst/>
          </a:prstGeom>
          <a:noFill/>
          <a:ln w="2540">
            <a:solidFill>
              <a:srgbClr val="D0CFCF">
                <a:alpha val="60000"/>
              </a:srgbClr>
            </a:solidFill>
            <a:prstDash val="solid"/>
          </a:ln>
        </p:spPr>
      </p:sp>
      <p:sp>
        <p:nvSpPr>
          <p:cNvPr id="7" name="Shape 5"/>
          <p:cNvSpPr/>
          <p:nvPr/>
        </p:nvSpPr>
        <p:spPr>
          <a:xfrm>
            <a:off x="-301752" y="1797710"/>
            <a:ext cx="803758" cy="657454"/>
          </a:xfrm>
          <a:prstGeom prst="rect">
            <a:avLst/>
          </a:prstGeom>
          <a:solidFill>
            <a:srgbClr val="96C182">
              <a:alpha val="1031"/>
            </a:srgbClr>
          </a:solidFill>
          <a:ln/>
        </p:spPr>
      </p:sp>
      <p:sp>
        <p:nvSpPr>
          <p:cNvPr id="8" name="Shape 6"/>
          <p:cNvSpPr/>
          <p:nvPr/>
        </p:nvSpPr>
        <p:spPr>
          <a:xfrm>
            <a:off x="-301752" y="2446020"/>
            <a:ext cx="803758" cy="657454"/>
          </a:xfrm>
          <a:prstGeom prst="rect">
            <a:avLst/>
          </a:prstGeom>
          <a:solidFill>
            <a:srgbClr val="96C182">
              <a:alpha val="2063"/>
            </a:srgbClr>
          </a:solidFill>
          <a:ln/>
        </p:spPr>
      </p:sp>
      <p:sp>
        <p:nvSpPr>
          <p:cNvPr id="9" name="Shape 7"/>
          <p:cNvSpPr/>
          <p:nvPr/>
        </p:nvSpPr>
        <p:spPr>
          <a:xfrm>
            <a:off x="-301752" y="3094330"/>
            <a:ext cx="803758" cy="657454"/>
          </a:xfrm>
          <a:prstGeom prst="rect">
            <a:avLst/>
          </a:prstGeom>
          <a:solidFill>
            <a:srgbClr val="96C182">
              <a:alpha val="3094"/>
            </a:srgbClr>
          </a:solidFill>
          <a:ln/>
        </p:spPr>
      </p:sp>
      <p:sp>
        <p:nvSpPr>
          <p:cNvPr id="10" name="Shape 8"/>
          <p:cNvSpPr/>
          <p:nvPr/>
        </p:nvSpPr>
        <p:spPr>
          <a:xfrm>
            <a:off x="-301752" y="3742639"/>
            <a:ext cx="803758" cy="657454"/>
          </a:xfrm>
          <a:prstGeom prst="rect">
            <a:avLst/>
          </a:prstGeom>
          <a:solidFill>
            <a:srgbClr val="96C182">
              <a:alpha val="4125"/>
            </a:srgbClr>
          </a:solidFill>
          <a:ln/>
        </p:spPr>
      </p:sp>
      <p:sp>
        <p:nvSpPr>
          <p:cNvPr id="11" name="Shape 9"/>
          <p:cNvSpPr/>
          <p:nvPr/>
        </p:nvSpPr>
        <p:spPr>
          <a:xfrm>
            <a:off x="-301752" y="4390949"/>
            <a:ext cx="803758" cy="657454"/>
          </a:xfrm>
          <a:prstGeom prst="rect">
            <a:avLst/>
          </a:prstGeom>
          <a:solidFill>
            <a:srgbClr val="96C182">
              <a:alpha val="5156"/>
            </a:srgbClr>
          </a:solidFill>
          <a:ln/>
        </p:spPr>
      </p:sp>
      <p:sp>
        <p:nvSpPr>
          <p:cNvPr id="12" name="Shape 10"/>
          <p:cNvSpPr/>
          <p:nvPr/>
        </p:nvSpPr>
        <p:spPr>
          <a:xfrm>
            <a:off x="-301752" y="5039258"/>
            <a:ext cx="803758" cy="657454"/>
          </a:xfrm>
          <a:prstGeom prst="rect">
            <a:avLst/>
          </a:prstGeom>
          <a:solidFill>
            <a:srgbClr val="96C182">
              <a:alpha val="6188"/>
            </a:srgbClr>
          </a:solidFill>
          <a:ln/>
        </p:spPr>
      </p:sp>
      <p:sp>
        <p:nvSpPr>
          <p:cNvPr id="13" name="Shape 11"/>
          <p:cNvSpPr/>
          <p:nvPr/>
        </p:nvSpPr>
        <p:spPr>
          <a:xfrm>
            <a:off x="-301752" y="5687568"/>
            <a:ext cx="803758" cy="657454"/>
          </a:xfrm>
          <a:prstGeom prst="rect">
            <a:avLst/>
          </a:prstGeom>
          <a:solidFill>
            <a:srgbClr val="96C182">
              <a:alpha val="7219"/>
            </a:srgbClr>
          </a:solidFill>
          <a:ln/>
        </p:spPr>
      </p:sp>
      <p:sp>
        <p:nvSpPr>
          <p:cNvPr id="14" name="Shape 12"/>
          <p:cNvSpPr/>
          <p:nvPr/>
        </p:nvSpPr>
        <p:spPr>
          <a:xfrm>
            <a:off x="-301752" y="6335878"/>
            <a:ext cx="803758" cy="657454"/>
          </a:xfrm>
          <a:prstGeom prst="rect">
            <a:avLst/>
          </a:prstGeom>
          <a:solidFill>
            <a:srgbClr val="96C182">
              <a:alpha val="8250"/>
            </a:srgbClr>
          </a:solidFill>
          <a:ln/>
        </p:spPr>
      </p:sp>
      <p:sp>
        <p:nvSpPr>
          <p:cNvPr id="15" name="Shape 13"/>
          <p:cNvSpPr/>
          <p:nvPr/>
        </p:nvSpPr>
        <p:spPr>
          <a:xfrm>
            <a:off x="1068019" y="4406494"/>
            <a:ext cx="803758" cy="331356"/>
          </a:xfrm>
          <a:prstGeom prst="rect">
            <a:avLst/>
          </a:prstGeom>
          <a:solidFill>
            <a:srgbClr val="96C182">
              <a:alpha val="344"/>
            </a:srgbClr>
          </a:solidFill>
          <a:ln/>
        </p:spPr>
      </p:sp>
      <p:sp>
        <p:nvSpPr>
          <p:cNvPr id="16" name="Shape 14"/>
          <p:cNvSpPr/>
          <p:nvPr/>
        </p:nvSpPr>
        <p:spPr>
          <a:xfrm>
            <a:off x="1068019" y="4728705"/>
            <a:ext cx="803758" cy="331356"/>
          </a:xfrm>
          <a:prstGeom prst="rect">
            <a:avLst/>
          </a:prstGeom>
          <a:solidFill>
            <a:srgbClr val="96C182">
              <a:alpha val="688"/>
            </a:srgbClr>
          </a:solidFill>
          <a:ln/>
        </p:spPr>
      </p:sp>
      <p:sp>
        <p:nvSpPr>
          <p:cNvPr id="17" name="Shape 15"/>
          <p:cNvSpPr/>
          <p:nvPr/>
        </p:nvSpPr>
        <p:spPr>
          <a:xfrm>
            <a:off x="1068019" y="5050917"/>
            <a:ext cx="803758" cy="331356"/>
          </a:xfrm>
          <a:prstGeom prst="rect">
            <a:avLst/>
          </a:prstGeom>
          <a:solidFill>
            <a:srgbClr val="96C182">
              <a:alpha val="1031"/>
            </a:srgbClr>
          </a:solidFill>
          <a:ln/>
        </p:spPr>
      </p:sp>
      <p:sp>
        <p:nvSpPr>
          <p:cNvPr id="18" name="Shape 16"/>
          <p:cNvSpPr/>
          <p:nvPr/>
        </p:nvSpPr>
        <p:spPr>
          <a:xfrm>
            <a:off x="1068019" y="5373129"/>
            <a:ext cx="803758" cy="331356"/>
          </a:xfrm>
          <a:prstGeom prst="rect">
            <a:avLst/>
          </a:prstGeom>
          <a:solidFill>
            <a:srgbClr val="96C182">
              <a:alpha val="1375"/>
            </a:srgbClr>
          </a:solidFill>
          <a:ln/>
        </p:spPr>
      </p:sp>
      <p:sp>
        <p:nvSpPr>
          <p:cNvPr id="19" name="Shape 17"/>
          <p:cNvSpPr/>
          <p:nvPr/>
        </p:nvSpPr>
        <p:spPr>
          <a:xfrm>
            <a:off x="1068019" y="5695340"/>
            <a:ext cx="803758" cy="331356"/>
          </a:xfrm>
          <a:prstGeom prst="rect">
            <a:avLst/>
          </a:prstGeom>
          <a:solidFill>
            <a:srgbClr val="96C182">
              <a:alpha val="1719"/>
            </a:srgbClr>
          </a:solidFill>
          <a:ln/>
        </p:spPr>
      </p:sp>
      <p:sp>
        <p:nvSpPr>
          <p:cNvPr id="20" name="Shape 18"/>
          <p:cNvSpPr/>
          <p:nvPr/>
        </p:nvSpPr>
        <p:spPr>
          <a:xfrm>
            <a:off x="1068019" y="6017552"/>
            <a:ext cx="803758" cy="331356"/>
          </a:xfrm>
          <a:prstGeom prst="rect">
            <a:avLst/>
          </a:prstGeom>
          <a:solidFill>
            <a:srgbClr val="96C182">
              <a:alpha val="2063"/>
            </a:srgbClr>
          </a:solidFill>
          <a:ln/>
        </p:spPr>
      </p:sp>
      <p:sp>
        <p:nvSpPr>
          <p:cNvPr id="21" name="Shape 19"/>
          <p:cNvSpPr/>
          <p:nvPr/>
        </p:nvSpPr>
        <p:spPr>
          <a:xfrm>
            <a:off x="1068019" y="6339764"/>
            <a:ext cx="803758" cy="331356"/>
          </a:xfrm>
          <a:prstGeom prst="rect">
            <a:avLst/>
          </a:prstGeom>
          <a:solidFill>
            <a:srgbClr val="96C182">
              <a:alpha val="2406"/>
            </a:srgbClr>
          </a:solidFill>
          <a:ln/>
        </p:spPr>
      </p:sp>
      <p:sp>
        <p:nvSpPr>
          <p:cNvPr id="22" name="Shape 20"/>
          <p:cNvSpPr/>
          <p:nvPr/>
        </p:nvSpPr>
        <p:spPr>
          <a:xfrm>
            <a:off x="1068019" y="6661976"/>
            <a:ext cx="803758" cy="331356"/>
          </a:xfrm>
          <a:prstGeom prst="rect">
            <a:avLst/>
          </a:prstGeom>
          <a:solidFill>
            <a:srgbClr val="96C182">
              <a:alpha val="2750"/>
            </a:srgbClr>
          </a:solidFill>
          <a:ln/>
        </p:spPr>
      </p:sp>
      <p:sp>
        <p:nvSpPr>
          <p:cNvPr id="23" name="Shape 21"/>
          <p:cNvSpPr/>
          <p:nvPr/>
        </p:nvSpPr>
        <p:spPr>
          <a:xfrm>
            <a:off x="378562" y="3225089"/>
            <a:ext cx="803758" cy="482117"/>
          </a:xfrm>
          <a:prstGeom prst="rect">
            <a:avLst/>
          </a:prstGeom>
          <a:solidFill>
            <a:srgbClr val="96C182">
              <a:alpha val="688"/>
            </a:srgbClr>
          </a:solidFill>
          <a:ln/>
        </p:spPr>
      </p:sp>
      <p:sp>
        <p:nvSpPr>
          <p:cNvPr id="24" name="Shape 22"/>
          <p:cNvSpPr/>
          <p:nvPr/>
        </p:nvSpPr>
        <p:spPr>
          <a:xfrm>
            <a:off x="378562" y="3698062"/>
            <a:ext cx="803758" cy="482117"/>
          </a:xfrm>
          <a:prstGeom prst="rect">
            <a:avLst/>
          </a:prstGeom>
          <a:solidFill>
            <a:srgbClr val="96C182">
              <a:alpha val="1375"/>
            </a:srgbClr>
          </a:solidFill>
          <a:ln/>
        </p:spPr>
      </p:sp>
      <p:sp>
        <p:nvSpPr>
          <p:cNvPr id="25" name="Shape 23"/>
          <p:cNvSpPr/>
          <p:nvPr/>
        </p:nvSpPr>
        <p:spPr>
          <a:xfrm>
            <a:off x="378562" y="4171036"/>
            <a:ext cx="803758" cy="482117"/>
          </a:xfrm>
          <a:prstGeom prst="rect">
            <a:avLst/>
          </a:prstGeom>
          <a:solidFill>
            <a:srgbClr val="96C182">
              <a:alpha val="2063"/>
            </a:srgbClr>
          </a:solidFill>
          <a:ln/>
        </p:spPr>
      </p:sp>
      <p:sp>
        <p:nvSpPr>
          <p:cNvPr id="26" name="Shape 24"/>
          <p:cNvSpPr/>
          <p:nvPr/>
        </p:nvSpPr>
        <p:spPr>
          <a:xfrm>
            <a:off x="378562" y="4644009"/>
            <a:ext cx="803758" cy="482117"/>
          </a:xfrm>
          <a:prstGeom prst="rect">
            <a:avLst/>
          </a:prstGeom>
          <a:solidFill>
            <a:srgbClr val="96C182">
              <a:alpha val="2750"/>
            </a:srgbClr>
          </a:solidFill>
          <a:ln/>
        </p:spPr>
      </p:sp>
      <p:sp>
        <p:nvSpPr>
          <p:cNvPr id="27" name="Shape 25"/>
          <p:cNvSpPr/>
          <p:nvPr/>
        </p:nvSpPr>
        <p:spPr>
          <a:xfrm>
            <a:off x="378562" y="5116982"/>
            <a:ext cx="803758" cy="482117"/>
          </a:xfrm>
          <a:prstGeom prst="rect">
            <a:avLst/>
          </a:prstGeom>
          <a:solidFill>
            <a:srgbClr val="96C182">
              <a:alpha val="3438"/>
            </a:srgbClr>
          </a:solidFill>
          <a:ln/>
        </p:spPr>
      </p:sp>
      <p:sp>
        <p:nvSpPr>
          <p:cNvPr id="28" name="Shape 26"/>
          <p:cNvSpPr/>
          <p:nvPr/>
        </p:nvSpPr>
        <p:spPr>
          <a:xfrm>
            <a:off x="378562" y="5589956"/>
            <a:ext cx="803758" cy="482117"/>
          </a:xfrm>
          <a:prstGeom prst="rect">
            <a:avLst/>
          </a:prstGeom>
          <a:solidFill>
            <a:srgbClr val="96C182">
              <a:alpha val="4125"/>
            </a:srgbClr>
          </a:solidFill>
          <a:ln/>
        </p:spPr>
      </p:sp>
      <p:sp>
        <p:nvSpPr>
          <p:cNvPr id="29" name="Shape 27"/>
          <p:cNvSpPr/>
          <p:nvPr/>
        </p:nvSpPr>
        <p:spPr>
          <a:xfrm>
            <a:off x="378562" y="6062929"/>
            <a:ext cx="803758" cy="482117"/>
          </a:xfrm>
          <a:prstGeom prst="rect">
            <a:avLst/>
          </a:prstGeom>
          <a:solidFill>
            <a:srgbClr val="96C182">
              <a:alpha val="4813"/>
            </a:srgbClr>
          </a:solidFill>
          <a:ln/>
        </p:spPr>
      </p:sp>
      <p:sp>
        <p:nvSpPr>
          <p:cNvPr id="30" name="Shape 28"/>
          <p:cNvSpPr/>
          <p:nvPr/>
        </p:nvSpPr>
        <p:spPr>
          <a:xfrm>
            <a:off x="378562" y="6535903"/>
            <a:ext cx="803758" cy="482117"/>
          </a:xfrm>
          <a:prstGeom prst="rect">
            <a:avLst/>
          </a:prstGeom>
          <a:solidFill>
            <a:srgbClr val="96C182">
              <a:alpha val="5500"/>
            </a:srgbClr>
          </a:solidFill>
          <a:ln/>
        </p:spPr>
      </p:sp>
      <p:sp>
        <p:nvSpPr>
          <p:cNvPr id="31" name="Shape 29"/>
          <p:cNvSpPr/>
          <p:nvPr/>
        </p:nvSpPr>
        <p:spPr>
          <a:xfrm>
            <a:off x="7541971" y="873252"/>
            <a:ext cx="0" cy="5984748"/>
          </a:xfrm>
          <a:prstGeom prst="line">
            <a:avLst/>
          </a:prstGeom>
          <a:noFill/>
          <a:ln w="2540">
            <a:solidFill>
              <a:srgbClr val="D0CFCF"/>
            </a:solidFill>
            <a:prstDash val="solid"/>
          </a:ln>
        </p:spPr>
      </p:sp>
      <p:sp>
        <p:nvSpPr>
          <p:cNvPr id="32" name="Shape 30"/>
          <p:cNvSpPr/>
          <p:nvPr/>
        </p:nvSpPr>
        <p:spPr>
          <a:xfrm>
            <a:off x="7506310" y="836676"/>
            <a:ext cx="72238" cy="72238"/>
          </a:xfrm>
          <a:prstGeom prst="ellipse">
            <a:avLst/>
          </a:prstGeom>
          <a:solidFill>
            <a:srgbClr val="D0CFCF"/>
          </a:solidFill>
          <a:ln/>
        </p:spPr>
      </p:sp>
      <p:sp>
        <p:nvSpPr>
          <p:cNvPr id="33" name="Text 31"/>
          <p:cNvSpPr/>
          <p:nvPr/>
        </p:nvSpPr>
        <p:spPr>
          <a:xfrm>
            <a:off x="7993685" y="1051560"/>
            <a:ext cx="4194353" cy="1732788"/>
          </a:xfrm>
          <a:prstGeom prst="rect">
            <a:avLst/>
          </a:prstGeom>
          <a:noFill/>
          <a:ln/>
        </p:spPr>
        <p:txBody>
          <a:bodyPr wrap="square" rtlCol="0" anchor="t"/>
          <a:lstStyle/>
          <a:p>
            <a:pPr indent="0" marL="0">
              <a:lnSpc>
                <a:spcPct val="90000"/>
              </a:lnSpc>
              <a:buNone/>
            </a:pPr>
            <a:r>
              <a:rPr lang="en-US" sz="3200" spc="-150" kern="0" dirty="0">
                <a:solidFill>
                  <a:srgbClr val="FFFFFF"/>
                </a:solidFill>
                <a:latin typeface="Manrope" pitchFamily="34" charset="0"/>
                <a:ea typeface="Manrope" pitchFamily="34" charset="-122"/>
                <a:cs typeface="Manrope" pitchFamily="34" charset="-120"/>
              </a:rPr>
              <a:t>Stage 5: RAG adds fresh knowledge </a:t>
            </a:r>
            <a:r>
              <a:rPr lang="en-US" sz="3200" spc="-150" kern="0" dirty="0">
                <a:solidFill>
                  <a:srgbClr val="D5E6CD"/>
                </a:solidFill>
                <a:latin typeface="Manrope" pitchFamily="34" charset="0"/>
                <a:ea typeface="Manrope" pitchFamily="34" charset="-122"/>
                <a:cs typeface="Manrope" pitchFamily="34" charset="-120"/>
              </a:rPr>
              <a:t>without retraining</a:t>
            </a:r>
            <a:endParaRPr lang="en-US" sz="1800" dirty="0"/>
          </a:p>
        </p:txBody>
      </p:sp>
      <p:sp>
        <p:nvSpPr>
          <p:cNvPr id="34" name="Text 32"/>
          <p:cNvSpPr/>
          <p:nvPr/>
        </p:nvSpPr>
        <p:spPr>
          <a:xfrm>
            <a:off x="7992770" y="2788920"/>
            <a:ext cx="3703320" cy="2926080"/>
          </a:xfrm>
          <a:prstGeom prst="rect">
            <a:avLst/>
          </a:prstGeom>
          <a:noFill/>
          <a:ln/>
        </p:spPr>
        <p:txBody>
          <a:bodyPr wrap="square" rtlCol="0" anchor="t"/>
          <a:lstStyle/>
          <a:p>
            <a:pPr indent="0" marL="0">
              <a:lnSpc>
                <a:spcPct val="125000"/>
              </a:lnSpc>
              <a:spcAft>
                <a:spcPts val="1000"/>
              </a:spcAft>
              <a:buNone/>
            </a:pPr>
            <a:r>
              <a:rPr lang="en-US" sz="1400" dirty="0" b="1">
                <a:solidFill>
                  <a:srgbClr val="D5E6CD"/>
                </a:solidFill>
                <a:latin typeface="Manrope" pitchFamily="34" charset="0"/>
                <a:ea typeface="Manrope" pitchFamily="34" charset="-122"/>
                <a:cs typeface="Manrope" pitchFamily="34" charset="-120"/>
              </a:rPr>
              <a:t>Lewis et al., 2020: </a:t>
            </a:r>
            <a:r>
              <a:rPr lang="en-US" sz="1400" dirty="0">
                <a:solidFill>
                  <a:srgbClr val="FFFFFF"/>
                </a:solidFill>
                <a:latin typeface="Manrope" pitchFamily="34" charset="0"/>
                <a:ea typeface="Manrope" pitchFamily="34" charset="-122"/>
                <a:cs typeface="Manrope" pitchFamily="34" charset="-120"/>
              </a:rPr>
              <a:t>swapping the retrieval index updates what the model knows.</a:t>
            </a:r>
            <a:endParaRPr lang="en-US" sz="1200" dirty="0"/>
          </a:p>
          <a:p>
            <a:pPr indent="0" marL="0">
              <a:lnSpc>
                <a:spcPct val="125000"/>
              </a:lnSpc>
              <a:spcAft>
                <a:spcPts val="1000"/>
              </a:spcAft>
              <a:buNone/>
            </a:pPr>
            <a:r>
              <a:rPr lang="en-US" sz="1400" dirty="0" b="1">
                <a:solidFill>
                  <a:srgbClr val="D5E6CD"/>
                </a:solidFill>
                <a:latin typeface="Manrope" pitchFamily="34" charset="0"/>
                <a:ea typeface="Manrope" pitchFamily="34" charset="-122"/>
                <a:cs typeface="Manrope" pitchFamily="34" charset="-120"/>
              </a:rPr>
              <a:t>Feeds Stage 7: </a:t>
            </a:r>
            <a:r>
              <a:rPr lang="en-US" sz="1400" dirty="0">
                <a:solidFill>
                  <a:srgbClr val="FFFFFF"/>
                </a:solidFill>
                <a:latin typeface="Manrope" pitchFamily="34" charset="0"/>
                <a:ea typeface="Manrope" pitchFamily="34" charset="-122"/>
                <a:cs typeface="Manrope" pitchFamily="34" charset="-120"/>
              </a:rPr>
              <a:t>agent long-term memory is built from the same embeddings, vector stores and retrieval.</a:t>
            </a:r>
            <a:endParaRPr lang="en-US" sz="1200" dirty="0"/>
          </a:p>
          <a:p>
            <a:pPr indent="0" marL="0">
              <a:lnSpc>
                <a:spcPct val="125000"/>
              </a:lnSpc>
              <a:spcAft>
                <a:spcPts val="1000"/>
              </a:spcAft>
              <a:buNone/>
            </a:pPr>
            <a:r>
              <a:rPr lang="en-US" sz="1400" dirty="0" b="1">
                <a:solidFill>
                  <a:srgbClr val="D5E6CD"/>
                </a:solidFill>
                <a:latin typeface="Manrope" pitchFamily="34" charset="0"/>
                <a:ea typeface="Manrope" pitchFamily="34" charset="-122"/>
                <a:cs typeface="Manrope" pitchFamily="34" charset="-120"/>
              </a:rPr>
              <a:t>Evaluate it: </a:t>
            </a:r>
            <a:r>
              <a:rPr lang="en-US" sz="1400" dirty="0">
                <a:solidFill>
                  <a:srgbClr val="FFFFFF"/>
                </a:solidFill>
                <a:latin typeface="Manrope" pitchFamily="34" charset="0"/>
                <a:ea typeface="Manrope" pitchFamily="34" charset="-122"/>
                <a:cs typeface="Manrope" pitchFamily="34" charset="-120"/>
              </a:rPr>
              <a:t>retrieval recall@k, then faithfulness and answer relevance (Ragas).</a:t>
            </a:r>
            <a:endParaRPr lang="en-US" sz="1200" dirty="0"/>
          </a:p>
        </p:txBody>
      </p:sp>
      <p:sp>
        <p:nvSpPr>
          <p:cNvPr id="131" name="Shape 129"/>
          <p:cNvSpPr/>
          <p:nvPr/>
        </p:nvSpPr>
        <p:spPr>
          <a:xfrm>
            <a:off x="11835994" y="1750162"/>
            <a:ext cx="803758" cy="657454"/>
          </a:xfrm>
          <a:prstGeom prst="rect">
            <a:avLst/>
          </a:prstGeom>
          <a:solidFill>
            <a:srgbClr val="FFFFFF">
              <a:alpha val="688"/>
            </a:srgbClr>
          </a:solidFill>
          <a:ln/>
        </p:spPr>
      </p:sp>
      <p:sp>
        <p:nvSpPr>
          <p:cNvPr id="132" name="Shape 130"/>
          <p:cNvSpPr/>
          <p:nvPr/>
        </p:nvSpPr>
        <p:spPr>
          <a:xfrm>
            <a:off x="11835994" y="2398471"/>
            <a:ext cx="803758" cy="657454"/>
          </a:xfrm>
          <a:prstGeom prst="rect">
            <a:avLst/>
          </a:prstGeom>
          <a:solidFill>
            <a:srgbClr val="FFFFFF">
              <a:alpha val="1375"/>
            </a:srgbClr>
          </a:solidFill>
          <a:ln/>
        </p:spPr>
      </p:sp>
      <p:sp>
        <p:nvSpPr>
          <p:cNvPr id="133" name="Shape 131"/>
          <p:cNvSpPr/>
          <p:nvPr/>
        </p:nvSpPr>
        <p:spPr>
          <a:xfrm>
            <a:off x="11835994" y="3046781"/>
            <a:ext cx="803758" cy="657454"/>
          </a:xfrm>
          <a:prstGeom prst="rect">
            <a:avLst/>
          </a:prstGeom>
          <a:solidFill>
            <a:srgbClr val="FFFFFF">
              <a:alpha val="2063"/>
            </a:srgbClr>
          </a:solidFill>
          <a:ln/>
        </p:spPr>
      </p:sp>
      <p:sp>
        <p:nvSpPr>
          <p:cNvPr id="134" name="Shape 132"/>
          <p:cNvSpPr/>
          <p:nvPr/>
        </p:nvSpPr>
        <p:spPr>
          <a:xfrm>
            <a:off x="11835994" y="3695090"/>
            <a:ext cx="803758" cy="657454"/>
          </a:xfrm>
          <a:prstGeom prst="rect">
            <a:avLst/>
          </a:prstGeom>
          <a:solidFill>
            <a:srgbClr val="FFFFFF">
              <a:alpha val="2750"/>
            </a:srgbClr>
          </a:solidFill>
          <a:ln/>
        </p:spPr>
      </p:sp>
      <p:sp>
        <p:nvSpPr>
          <p:cNvPr id="135" name="Shape 133"/>
          <p:cNvSpPr/>
          <p:nvPr/>
        </p:nvSpPr>
        <p:spPr>
          <a:xfrm>
            <a:off x="11835994" y="4343400"/>
            <a:ext cx="803758" cy="657454"/>
          </a:xfrm>
          <a:prstGeom prst="rect">
            <a:avLst/>
          </a:prstGeom>
          <a:solidFill>
            <a:srgbClr val="FFFFFF">
              <a:alpha val="3438"/>
            </a:srgbClr>
          </a:solidFill>
          <a:ln/>
        </p:spPr>
      </p:sp>
      <p:sp>
        <p:nvSpPr>
          <p:cNvPr id="136" name="Shape 134"/>
          <p:cNvSpPr/>
          <p:nvPr/>
        </p:nvSpPr>
        <p:spPr>
          <a:xfrm>
            <a:off x="11835994" y="4991710"/>
            <a:ext cx="803758" cy="657454"/>
          </a:xfrm>
          <a:prstGeom prst="rect">
            <a:avLst/>
          </a:prstGeom>
          <a:solidFill>
            <a:srgbClr val="FFFFFF">
              <a:alpha val="4125"/>
            </a:srgbClr>
          </a:solidFill>
          <a:ln/>
        </p:spPr>
      </p:sp>
      <p:sp>
        <p:nvSpPr>
          <p:cNvPr id="137" name="Shape 135"/>
          <p:cNvSpPr/>
          <p:nvPr/>
        </p:nvSpPr>
        <p:spPr>
          <a:xfrm>
            <a:off x="11835994" y="5640019"/>
            <a:ext cx="803758" cy="657454"/>
          </a:xfrm>
          <a:prstGeom prst="rect">
            <a:avLst/>
          </a:prstGeom>
          <a:solidFill>
            <a:srgbClr val="FFFFFF">
              <a:alpha val="4813"/>
            </a:srgbClr>
          </a:solidFill>
          <a:ln/>
        </p:spPr>
      </p:sp>
      <p:sp>
        <p:nvSpPr>
          <p:cNvPr id="138" name="Shape 136"/>
          <p:cNvSpPr/>
          <p:nvPr/>
        </p:nvSpPr>
        <p:spPr>
          <a:xfrm>
            <a:off x="11835994" y="6288329"/>
            <a:ext cx="803758" cy="657454"/>
          </a:xfrm>
          <a:prstGeom prst="rect">
            <a:avLst/>
          </a:prstGeom>
          <a:solidFill>
            <a:srgbClr val="FFFFFF">
              <a:alpha val="5500"/>
            </a:srgbClr>
          </a:solidFill>
          <a:ln/>
        </p:spPr>
      </p:sp>
      <p:sp>
        <p:nvSpPr>
          <p:cNvPr id="139" name="Shape 137"/>
          <p:cNvSpPr/>
          <p:nvPr/>
        </p:nvSpPr>
        <p:spPr>
          <a:xfrm>
            <a:off x="10465308" y="4358030"/>
            <a:ext cx="803758" cy="331356"/>
          </a:xfrm>
          <a:prstGeom prst="rect">
            <a:avLst/>
          </a:prstGeom>
          <a:solidFill>
            <a:srgbClr val="FFFFFF">
              <a:alpha val="138"/>
            </a:srgbClr>
          </a:solidFill>
          <a:ln/>
        </p:spPr>
      </p:sp>
      <p:sp>
        <p:nvSpPr>
          <p:cNvPr id="140" name="Shape 138"/>
          <p:cNvSpPr/>
          <p:nvPr/>
        </p:nvSpPr>
        <p:spPr>
          <a:xfrm>
            <a:off x="10465308" y="4680242"/>
            <a:ext cx="803758" cy="331356"/>
          </a:xfrm>
          <a:prstGeom prst="rect">
            <a:avLst/>
          </a:prstGeom>
          <a:solidFill>
            <a:srgbClr val="FFFFFF">
              <a:alpha val="275"/>
            </a:srgbClr>
          </a:solidFill>
          <a:ln/>
        </p:spPr>
      </p:sp>
      <p:sp>
        <p:nvSpPr>
          <p:cNvPr id="141" name="Shape 139"/>
          <p:cNvSpPr/>
          <p:nvPr/>
        </p:nvSpPr>
        <p:spPr>
          <a:xfrm>
            <a:off x="10465308" y="5002454"/>
            <a:ext cx="803758" cy="331356"/>
          </a:xfrm>
          <a:prstGeom prst="rect">
            <a:avLst/>
          </a:prstGeom>
          <a:solidFill>
            <a:srgbClr val="FFFFFF">
              <a:alpha val="412"/>
            </a:srgbClr>
          </a:solidFill>
          <a:ln/>
        </p:spPr>
      </p:sp>
      <p:sp>
        <p:nvSpPr>
          <p:cNvPr id="142" name="Shape 140"/>
          <p:cNvSpPr/>
          <p:nvPr/>
        </p:nvSpPr>
        <p:spPr>
          <a:xfrm>
            <a:off x="10465308" y="5324666"/>
            <a:ext cx="803758" cy="331356"/>
          </a:xfrm>
          <a:prstGeom prst="rect">
            <a:avLst/>
          </a:prstGeom>
          <a:solidFill>
            <a:srgbClr val="FFFFFF">
              <a:alpha val="550"/>
            </a:srgbClr>
          </a:solidFill>
          <a:ln/>
        </p:spPr>
      </p:sp>
      <p:sp>
        <p:nvSpPr>
          <p:cNvPr id="143" name="Shape 141"/>
          <p:cNvSpPr/>
          <p:nvPr/>
        </p:nvSpPr>
        <p:spPr>
          <a:xfrm>
            <a:off x="10465308" y="5646877"/>
            <a:ext cx="803758" cy="331356"/>
          </a:xfrm>
          <a:prstGeom prst="rect">
            <a:avLst/>
          </a:prstGeom>
          <a:solidFill>
            <a:srgbClr val="FFFFFF">
              <a:alpha val="688"/>
            </a:srgbClr>
          </a:solidFill>
          <a:ln/>
        </p:spPr>
      </p:sp>
      <p:sp>
        <p:nvSpPr>
          <p:cNvPr id="144" name="Shape 142"/>
          <p:cNvSpPr/>
          <p:nvPr/>
        </p:nvSpPr>
        <p:spPr>
          <a:xfrm>
            <a:off x="10465308" y="5969089"/>
            <a:ext cx="803758" cy="331356"/>
          </a:xfrm>
          <a:prstGeom prst="rect">
            <a:avLst/>
          </a:prstGeom>
          <a:solidFill>
            <a:srgbClr val="FFFFFF">
              <a:alpha val="825"/>
            </a:srgbClr>
          </a:solidFill>
          <a:ln/>
        </p:spPr>
      </p:sp>
      <p:sp>
        <p:nvSpPr>
          <p:cNvPr id="145" name="Shape 143"/>
          <p:cNvSpPr/>
          <p:nvPr/>
        </p:nvSpPr>
        <p:spPr>
          <a:xfrm>
            <a:off x="10465308" y="6291301"/>
            <a:ext cx="803758" cy="331356"/>
          </a:xfrm>
          <a:prstGeom prst="rect">
            <a:avLst/>
          </a:prstGeom>
          <a:solidFill>
            <a:srgbClr val="FFFFFF">
              <a:alpha val="963"/>
            </a:srgbClr>
          </a:solidFill>
          <a:ln/>
        </p:spPr>
      </p:sp>
      <p:sp>
        <p:nvSpPr>
          <p:cNvPr id="146" name="Shape 144"/>
          <p:cNvSpPr/>
          <p:nvPr/>
        </p:nvSpPr>
        <p:spPr>
          <a:xfrm>
            <a:off x="10465308" y="6613512"/>
            <a:ext cx="803758" cy="331356"/>
          </a:xfrm>
          <a:prstGeom prst="rect">
            <a:avLst/>
          </a:prstGeom>
          <a:solidFill>
            <a:srgbClr val="FFFFFF">
              <a:alpha val="1100"/>
            </a:srgbClr>
          </a:solidFill>
          <a:ln/>
        </p:spPr>
      </p:sp>
      <p:sp>
        <p:nvSpPr>
          <p:cNvPr id="147" name="Shape 145"/>
          <p:cNvSpPr/>
          <p:nvPr/>
        </p:nvSpPr>
        <p:spPr>
          <a:xfrm>
            <a:off x="11155680" y="3177540"/>
            <a:ext cx="803758" cy="482117"/>
          </a:xfrm>
          <a:prstGeom prst="rect">
            <a:avLst/>
          </a:prstGeom>
          <a:solidFill>
            <a:srgbClr val="FFFFFF">
              <a:alpha val="344"/>
            </a:srgbClr>
          </a:solidFill>
          <a:ln/>
        </p:spPr>
      </p:sp>
      <p:sp>
        <p:nvSpPr>
          <p:cNvPr id="148" name="Shape 146"/>
          <p:cNvSpPr/>
          <p:nvPr/>
        </p:nvSpPr>
        <p:spPr>
          <a:xfrm>
            <a:off x="11155680" y="3650513"/>
            <a:ext cx="803758" cy="482117"/>
          </a:xfrm>
          <a:prstGeom prst="rect">
            <a:avLst/>
          </a:prstGeom>
          <a:solidFill>
            <a:srgbClr val="FFFFFF">
              <a:alpha val="688"/>
            </a:srgbClr>
          </a:solidFill>
          <a:ln/>
        </p:spPr>
      </p:sp>
      <p:sp>
        <p:nvSpPr>
          <p:cNvPr id="149" name="Shape 147"/>
          <p:cNvSpPr/>
          <p:nvPr/>
        </p:nvSpPr>
        <p:spPr>
          <a:xfrm>
            <a:off x="11155680" y="4123487"/>
            <a:ext cx="803758" cy="482117"/>
          </a:xfrm>
          <a:prstGeom prst="rect">
            <a:avLst/>
          </a:prstGeom>
          <a:solidFill>
            <a:srgbClr val="FFFFFF">
              <a:alpha val="1031"/>
            </a:srgbClr>
          </a:solidFill>
          <a:ln/>
        </p:spPr>
      </p:sp>
      <p:sp>
        <p:nvSpPr>
          <p:cNvPr id="150" name="Shape 148"/>
          <p:cNvSpPr/>
          <p:nvPr/>
        </p:nvSpPr>
        <p:spPr>
          <a:xfrm>
            <a:off x="11155680" y="4596460"/>
            <a:ext cx="803758" cy="482117"/>
          </a:xfrm>
          <a:prstGeom prst="rect">
            <a:avLst/>
          </a:prstGeom>
          <a:solidFill>
            <a:srgbClr val="FFFFFF">
              <a:alpha val="1375"/>
            </a:srgbClr>
          </a:solidFill>
          <a:ln/>
        </p:spPr>
      </p:sp>
      <p:sp>
        <p:nvSpPr>
          <p:cNvPr id="151" name="Shape 149"/>
          <p:cNvSpPr/>
          <p:nvPr/>
        </p:nvSpPr>
        <p:spPr>
          <a:xfrm>
            <a:off x="11155680" y="5069434"/>
            <a:ext cx="803758" cy="482117"/>
          </a:xfrm>
          <a:prstGeom prst="rect">
            <a:avLst/>
          </a:prstGeom>
          <a:solidFill>
            <a:srgbClr val="FFFFFF">
              <a:alpha val="1719"/>
            </a:srgbClr>
          </a:solidFill>
          <a:ln/>
        </p:spPr>
      </p:sp>
      <p:sp>
        <p:nvSpPr>
          <p:cNvPr id="152" name="Shape 150"/>
          <p:cNvSpPr/>
          <p:nvPr/>
        </p:nvSpPr>
        <p:spPr>
          <a:xfrm>
            <a:off x="11155680" y="5542407"/>
            <a:ext cx="803758" cy="482117"/>
          </a:xfrm>
          <a:prstGeom prst="rect">
            <a:avLst/>
          </a:prstGeom>
          <a:solidFill>
            <a:srgbClr val="FFFFFF">
              <a:alpha val="2063"/>
            </a:srgbClr>
          </a:solidFill>
          <a:ln/>
        </p:spPr>
      </p:sp>
      <p:sp>
        <p:nvSpPr>
          <p:cNvPr id="153" name="Shape 151"/>
          <p:cNvSpPr/>
          <p:nvPr/>
        </p:nvSpPr>
        <p:spPr>
          <a:xfrm>
            <a:off x="11155680" y="6015380"/>
            <a:ext cx="803758" cy="482117"/>
          </a:xfrm>
          <a:prstGeom prst="rect">
            <a:avLst/>
          </a:prstGeom>
          <a:solidFill>
            <a:srgbClr val="FFFFFF">
              <a:alpha val="2406"/>
            </a:srgbClr>
          </a:solidFill>
          <a:ln/>
        </p:spPr>
      </p:sp>
      <p:sp>
        <p:nvSpPr>
          <p:cNvPr id="154" name="Shape 152"/>
          <p:cNvSpPr/>
          <p:nvPr/>
        </p:nvSpPr>
        <p:spPr>
          <a:xfrm>
            <a:off x="11155680" y="6488354"/>
            <a:ext cx="803758" cy="482117"/>
          </a:xfrm>
          <a:prstGeom prst="rect">
            <a:avLst/>
          </a:prstGeom>
          <a:solidFill>
            <a:srgbClr val="FFFFFF">
              <a:alpha val="2750"/>
            </a:srgbClr>
          </a:solidFill>
          <a:ln/>
        </p:spPr>
      </p:sp>
      <p:sp>
        <p:nvSpPr>
          <p:cNvPr id="2001" name="g1 shape 2001"/>
          <p:cNvSpPr/>
          <p:nvPr/>
        </p:nvSpPr>
        <p:spPr>
          <a:xfrm>
            <a:off x="685800" y="1234440"/>
            <a:ext cx="6309360" cy="786384"/>
          </a:xfrm>
          <a:prstGeom prst="roundRect">
            <a:avLst/>
          </a:prstGeom>
          <a:solidFill>
            <a:srgbClr val="2B2B2B"/>
          </a:solidFill>
          <a:ln w="12700">
            <a:solidFill>
              <a:srgbClr val="4D4D4D"/>
            </a:solidFill>
          </a:ln>
        </p:spPr>
      </p:sp>
      <p:sp>
        <p:nvSpPr>
          <p:cNvPr id="2002" name="g1 shape 2002"/>
          <p:cNvSpPr/>
          <p:nvPr/>
        </p:nvSpPr>
        <p:spPr>
          <a:xfrm>
            <a:off x="868680" y="1399032"/>
            <a:ext cx="457200" cy="457200"/>
          </a:xfrm>
          <a:prstGeom prst="ellipse">
            <a:avLst/>
          </a:prstGeom>
          <a:solidFill>
            <a:srgbClr val="FCFF9B"/>
          </a:solidFill>
          <a:ln>
            <a:noFill/>
          </a:ln>
        </p:spPr>
        <p:txBody>
          <a:bodyPr wrap="none" lIns="0" tIns="0" rIns="0" bIns="0" anchor="ctr">
            <a:noAutofit/>
          </a:bodyPr>
          <a:lstStyle/>
          <a:p>
            <a:pPr algn="ctr">
              <a:buNone/>
            </a:pPr>
            <a:r>
              <a:rPr lang="en-US" sz="1600" b="1" dirty="0">
                <a:solidFill>
                  <a:srgbClr val="12352B"/>
                </a:solidFill>
                <a:latin typeface="Manrope"/>
                <a:ea typeface="Manrope"/>
                <a:cs typeface="Manrope"/>
              </a:rPr>
              <a:t>1</a:t>
            </a:r>
          </a:p>
        </p:txBody>
      </p:sp>
      <p:sp>
        <p:nvSpPr>
          <p:cNvPr id="2003" name="g1 text 2003"/>
          <p:cNvSpPr txBox="1"/>
          <p:nvPr/>
        </p:nvSpPr>
        <p:spPr>
          <a:xfrm>
            <a:off x="1554480" y="1325880"/>
            <a:ext cx="1371600" cy="603504"/>
          </a:xfrm>
          <a:prstGeom prst="rect">
            <a:avLst/>
          </a:prstGeom>
          <a:noFill/>
        </p:spPr>
        <p:txBody>
          <a:bodyPr wrap="square" lIns="0" tIns="0" rIns="0" bIns="0" anchor="ctr">
            <a:noAutofit/>
          </a:bodyPr>
          <a:lstStyle/>
          <a:p>
            <a:pPr algn="l">
              <a:lnSpc>
                <a:spcPct val="100000"/>
              </a:lnSpc>
              <a:buNone/>
            </a:pPr>
            <a:r>
              <a:rPr lang="en-US" sz="2000" b="1" dirty="0">
                <a:solidFill>
                  <a:srgbClr val="FFFFFF"/>
                </a:solidFill>
                <a:latin typeface="Manrope"/>
                <a:ea typeface="Manrope"/>
                <a:cs typeface="Manrope"/>
              </a:rPr>
              <a:t>Chunk</a:t>
            </a:r>
          </a:p>
        </p:txBody>
      </p:sp>
      <p:sp>
        <p:nvSpPr>
          <p:cNvPr id="2004" name="g1 text 2004"/>
          <p:cNvSpPr txBox="1"/>
          <p:nvPr/>
        </p:nvSpPr>
        <p:spPr>
          <a:xfrm>
            <a:off x="2971800" y="1307592"/>
            <a:ext cx="3840480" cy="640080"/>
          </a:xfrm>
          <a:prstGeom prst="rect">
            <a:avLst/>
          </a:prstGeom>
          <a:noFill/>
        </p:spPr>
        <p:txBody>
          <a:bodyPr wrap="square" lIns="0" tIns="0" rIns="0" bIns="0" anchor="ctr">
            <a:noAutofit/>
          </a:bodyPr>
          <a:lstStyle/>
          <a:p>
            <a:pPr algn="l">
              <a:lnSpc>
                <a:spcPct val="100000"/>
              </a:lnSpc>
              <a:buNone/>
            </a:pPr>
            <a:r>
              <a:rPr lang="en-US" sz="1400" b="0" dirty="0">
                <a:solidFill>
                  <a:srgbClr val="FFFFFF"/>
                </a:solidFill>
                <a:latin typeface="Manrope"/>
                <a:ea typeface="Manrope"/>
                <a:cs typeface="Manrope"/>
              </a:rPr>
              <a:t>Split documents into chunks (RAG paper: 100 words each, 21M in total).</a:t>
            </a:r>
          </a:p>
        </p:txBody>
      </p:sp>
      <p:sp>
        <p:nvSpPr>
          <p:cNvPr id="2005" name="g1 shape 2005"/>
          <p:cNvSpPr/>
          <p:nvPr/>
        </p:nvSpPr>
        <p:spPr>
          <a:xfrm>
            <a:off x="987552" y="2039112"/>
            <a:ext cx="219456" cy="219456"/>
          </a:xfrm>
          <a:prstGeom prst="downArrow">
            <a:avLst/>
          </a:prstGeom>
          <a:solidFill>
            <a:srgbClr val="FCFF9B"/>
          </a:solidFill>
          <a:ln>
            <a:noFill/>
          </a:ln>
        </p:spPr>
      </p:sp>
      <p:sp>
        <p:nvSpPr>
          <p:cNvPr id="2006" name="g1 shape 2006"/>
          <p:cNvSpPr/>
          <p:nvPr/>
        </p:nvSpPr>
        <p:spPr>
          <a:xfrm>
            <a:off x="685800" y="2276856"/>
            <a:ext cx="6309360" cy="786384"/>
          </a:xfrm>
          <a:prstGeom prst="roundRect">
            <a:avLst/>
          </a:prstGeom>
          <a:solidFill>
            <a:srgbClr val="2B2B2B"/>
          </a:solidFill>
          <a:ln w="12700">
            <a:solidFill>
              <a:srgbClr val="4D4D4D"/>
            </a:solidFill>
          </a:ln>
        </p:spPr>
      </p:sp>
      <p:sp>
        <p:nvSpPr>
          <p:cNvPr id="2007" name="g1 shape 2007"/>
          <p:cNvSpPr/>
          <p:nvPr/>
        </p:nvSpPr>
        <p:spPr>
          <a:xfrm>
            <a:off x="868680" y="2441448"/>
            <a:ext cx="457200" cy="457200"/>
          </a:xfrm>
          <a:prstGeom prst="ellipse">
            <a:avLst/>
          </a:prstGeom>
          <a:solidFill>
            <a:srgbClr val="FCFF9B"/>
          </a:solidFill>
          <a:ln>
            <a:noFill/>
          </a:ln>
        </p:spPr>
        <p:txBody>
          <a:bodyPr wrap="none" lIns="0" tIns="0" rIns="0" bIns="0" anchor="ctr">
            <a:noAutofit/>
          </a:bodyPr>
          <a:lstStyle/>
          <a:p>
            <a:pPr algn="ctr">
              <a:buNone/>
            </a:pPr>
            <a:r>
              <a:rPr lang="en-US" sz="1600" b="1" dirty="0">
                <a:solidFill>
                  <a:srgbClr val="12352B"/>
                </a:solidFill>
                <a:latin typeface="Manrope"/>
                <a:ea typeface="Manrope"/>
                <a:cs typeface="Manrope"/>
              </a:rPr>
              <a:t>2</a:t>
            </a:r>
          </a:p>
        </p:txBody>
      </p:sp>
      <p:sp>
        <p:nvSpPr>
          <p:cNvPr id="2008" name="g1 text 2008"/>
          <p:cNvSpPr txBox="1"/>
          <p:nvPr/>
        </p:nvSpPr>
        <p:spPr>
          <a:xfrm>
            <a:off x="1554480" y="2368296"/>
            <a:ext cx="1371600" cy="603504"/>
          </a:xfrm>
          <a:prstGeom prst="rect">
            <a:avLst/>
          </a:prstGeom>
          <a:noFill/>
        </p:spPr>
        <p:txBody>
          <a:bodyPr wrap="square" lIns="0" tIns="0" rIns="0" bIns="0" anchor="ctr">
            <a:noAutofit/>
          </a:bodyPr>
          <a:lstStyle/>
          <a:p>
            <a:pPr algn="l">
              <a:lnSpc>
                <a:spcPct val="100000"/>
              </a:lnSpc>
              <a:buNone/>
            </a:pPr>
            <a:r>
              <a:rPr lang="en-US" sz="2000" b="1" dirty="0">
                <a:solidFill>
                  <a:srgbClr val="FFFFFF"/>
                </a:solidFill>
                <a:latin typeface="Manrope"/>
                <a:ea typeface="Manrope"/>
                <a:cs typeface="Manrope"/>
              </a:rPr>
              <a:t>Embed</a:t>
            </a:r>
          </a:p>
        </p:txBody>
      </p:sp>
      <p:sp>
        <p:nvSpPr>
          <p:cNvPr id="2009" name="g1 text 2009"/>
          <p:cNvSpPr txBox="1"/>
          <p:nvPr/>
        </p:nvSpPr>
        <p:spPr>
          <a:xfrm>
            <a:off x="2971800" y="2350008"/>
            <a:ext cx="3840480" cy="640080"/>
          </a:xfrm>
          <a:prstGeom prst="rect">
            <a:avLst/>
          </a:prstGeom>
          <a:noFill/>
        </p:spPr>
        <p:txBody>
          <a:bodyPr wrap="square" lIns="0" tIns="0" rIns="0" bIns="0" anchor="ctr">
            <a:noAutofit/>
          </a:bodyPr>
          <a:lstStyle/>
          <a:p>
            <a:pPr algn="l">
              <a:lnSpc>
                <a:spcPct val="100000"/>
              </a:lnSpc>
              <a:buNone/>
            </a:pPr>
            <a:r>
              <a:rPr lang="en-US" sz="1400" b="0" dirty="0">
                <a:solidFill>
                  <a:srgbClr val="FFFFFF"/>
                </a:solidFill>
                <a:latin typeface="Manrope"/>
                <a:ea typeface="Manrope"/>
                <a:cs typeface="Manrope"/>
              </a:rPr>
              <a:t>Turn each chunk into a vector.</a:t>
            </a:r>
          </a:p>
        </p:txBody>
      </p:sp>
      <p:sp>
        <p:nvSpPr>
          <p:cNvPr id="2010" name="g1 shape 2010"/>
          <p:cNvSpPr/>
          <p:nvPr/>
        </p:nvSpPr>
        <p:spPr>
          <a:xfrm>
            <a:off x="987552" y="3081528"/>
            <a:ext cx="219456" cy="219456"/>
          </a:xfrm>
          <a:prstGeom prst="downArrow">
            <a:avLst/>
          </a:prstGeom>
          <a:solidFill>
            <a:srgbClr val="FCFF9B"/>
          </a:solidFill>
          <a:ln>
            <a:noFill/>
          </a:ln>
        </p:spPr>
      </p:sp>
      <p:sp>
        <p:nvSpPr>
          <p:cNvPr id="2011" name="g1 shape 2011"/>
          <p:cNvSpPr/>
          <p:nvPr/>
        </p:nvSpPr>
        <p:spPr>
          <a:xfrm>
            <a:off x="685800" y="3319272"/>
            <a:ext cx="6309360" cy="786384"/>
          </a:xfrm>
          <a:prstGeom prst="roundRect">
            <a:avLst/>
          </a:prstGeom>
          <a:solidFill>
            <a:srgbClr val="2B2B2B"/>
          </a:solidFill>
          <a:ln w="12700">
            <a:solidFill>
              <a:srgbClr val="4D4D4D"/>
            </a:solidFill>
          </a:ln>
        </p:spPr>
      </p:sp>
      <p:sp>
        <p:nvSpPr>
          <p:cNvPr id="2012" name="g1 shape 2012"/>
          <p:cNvSpPr/>
          <p:nvPr/>
        </p:nvSpPr>
        <p:spPr>
          <a:xfrm>
            <a:off x="868680" y="3483864"/>
            <a:ext cx="457200" cy="457200"/>
          </a:xfrm>
          <a:prstGeom prst="ellipse">
            <a:avLst/>
          </a:prstGeom>
          <a:solidFill>
            <a:srgbClr val="FCFF9B"/>
          </a:solidFill>
          <a:ln>
            <a:noFill/>
          </a:ln>
        </p:spPr>
        <p:txBody>
          <a:bodyPr wrap="none" lIns="0" tIns="0" rIns="0" bIns="0" anchor="ctr">
            <a:noAutofit/>
          </a:bodyPr>
          <a:lstStyle/>
          <a:p>
            <a:pPr algn="ctr">
              <a:buNone/>
            </a:pPr>
            <a:r>
              <a:rPr lang="en-US" sz="1600" b="1" dirty="0">
                <a:solidFill>
                  <a:srgbClr val="12352B"/>
                </a:solidFill>
                <a:latin typeface="Manrope"/>
                <a:ea typeface="Manrope"/>
                <a:cs typeface="Manrope"/>
              </a:rPr>
              <a:t>3</a:t>
            </a:r>
          </a:p>
        </p:txBody>
      </p:sp>
      <p:sp>
        <p:nvSpPr>
          <p:cNvPr id="2013" name="g1 text 2013"/>
          <p:cNvSpPr txBox="1"/>
          <p:nvPr/>
        </p:nvSpPr>
        <p:spPr>
          <a:xfrm>
            <a:off x="1554480" y="3410712"/>
            <a:ext cx="1371600" cy="603504"/>
          </a:xfrm>
          <a:prstGeom prst="rect">
            <a:avLst/>
          </a:prstGeom>
          <a:noFill/>
        </p:spPr>
        <p:txBody>
          <a:bodyPr wrap="square" lIns="0" tIns="0" rIns="0" bIns="0" anchor="ctr">
            <a:noAutofit/>
          </a:bodyPr>
          <a:lstStyle/>
          <a:p>
            <a:pPr algn="l">
              <a:lnSpc>
                <a:spcPct val="100000"/>
              </a:lnSpc>
              <a:buNone/>
            </a:pPr>
            <a:r>
              <a:rPr lang="en-US" sz="2000" b="1" dirty="0">
                <a:solidFill>
                  <a:srgbClr val="FFFFFF"/>
                </a:solidFill>
                <a:latin typeface="Manrope"/>
                <a:ea typeface="Manrope"/>
                <a:cs typeface="Manrope"/>
              </a:rPr>
              <a:t>Index</a:t>
            </a:r>
          </a:p>
        </p:txBody>
      </p:sp>
      <p:sp>
        <p:nvSpPr>
          <p:cNvPr id="2014" name="g1 text 2014"/>
          <p:cNvSpPr txBox="1"/>
          <p:nvPr/>
        </p:nvSpPr>
        <p:spPr>
          <a:xfrm>
            <a:off x="2971800" y="3392424"/>
            <a:ext cx="3840480" cy="640080"/>
          </a:xfrm>
          <a:prstGeom prst="rect">
            <a:avLst/>
          </a:prstGeom>
          <a:noFill/>
        </p:spPr>
        <p:txBody>
          <a:bodyPr wrap="square" lIns="0" tIns="0" rIns="0" bIns="0" anchor="ctr">
            <a:noAutofit/>
          </a:bodyPr>
          <a:lstStyle/>
          <a:p>
            <a:pPr algn="l">
              <a:lnSpc>
                <a:spcPct val="100000"/>
              </a:lnSpc>
              <a:buNone/>
            </a:pPr>
            <a:r>
              <a:rPr lang="en-US" sz="1400" b="0" dirty="0">
                <a:solidFill>
                  <a:srgbClr val="FFFFFF"/>
                </a:solidFill>
                <a:latin typeface="Manrope"/>
                <a:ea typeface="Manrope"/>
                <a:cs typeface="Manrope"/>
              </a:rPr>
              <a:t>Store the vectors in FAISS or a vector DB, with ANN search such as HNSW.</a:t>
            </a:r>
          </a:p>
        </p:txBody>
      </p:sp>
      <p:sp>
        <p:nvSpPr>
          <p:cNvPr id="2015" name="g1 shape 2015"/>
          <p:cNvSpPr/>
          <p:nvPr/>
        </p:nvSpPr>
        <p:spPr>
          <a:xfrm>
            <a:off x="987552" y="4123944"/>
            <a:ext cx="219456" cy="219456"/>
          </a:xfrm>
          <a:prstGeom prst="downArrow">
            <a:avLst/>
          </a:prstGeom>
          <a:solidFill>
            <a:srgbClr val="FCFF9B"/>
          </a:solidFill>
          <a:ln>
            <a:noFill/>
          </a:ln>
        </p:spPr>
      </p:sp>
      <p:sp>
        <p:nvSpPr>
          <p:cNvPr id="2016" name="g1 shape 2016"/>
          <p:cNvSpPr/>
          <p:nvPr/>
        </p:nvSpPr>
        <p:spPr>
          <a:xfrm>
            <a:off x="685800" y="4361688"/>
            <a:ext cx="6309360" cy="786384"/>
          </a:xfrm>
          <a:prstGeom prst="roundRect">
            <a:avLst/>
          </a:prstGeom>
          <a:solidFill>
            <a:srgbClr val="2B2B2B"/>
          </a:solidFill>
          <a:ln w="12700">
            <a:solidFill>
              <a:srgbClr val="4D4D4D"/>
            </a:solidFill>
          </a:ln>
        </p:spPr>
      </p:sp>
      <p:sp>
        <p:nvSpPr>
          <p:cNvPr id="2017" name="g1 shape 2017"/>
          <p:cNvSpPr/>
          <p:nvPr/>
        </p:nvSpPr>
        <p:spPr>
          <a:xfrm>
            <a:off x="868680" y="4526280"/>
            <a:ext cx="457200" cy="457200"/>
          </a:xfrm>
          <a:prstGeom prst="ellipse">
            <a:avLst/>
          </a:prstGeom>
          <a:solidFill>
            <a:srgbClr val="FCFF9B"/>
          </a:solidFill>
          <a:ln>
            <a:noFill/>
          </a:ln>
        </p:spPr>
        <p:txBody>
          <a:bodyPr wrap="none" lIns="0" tIns="0" rIns="0" bIns="0" anchor="ctr">
            <a:noAutofit/>
          </a:bodyPr>
          <a:lstStyle/>
          <a:p>
            <a:pPr algn="ctr">
              <a:buNone/>
            </a:pPr>
            <a:r>
              <a:rPr lang="en-US" sz="1600" b="1" dirty="0">
                <a:solidFill>
                  <a:srgbClr val="12352B"/>
                </a:solidFill>
                <a:latin typeface="Manrope"/>
                <a:ea typeface="Manrope"/>
                <a:cs typeface="Manrope"/>
              </a:rPr>
              <a:t>4</a:t>
            </a:r>
          </a:p>
        </p:txBody>
      </p:sp>
      <p:sp>
        <p:nvSpPr>
          <p:cNvPr id="2018" name="g1 text 2018"/>
          <p:cNvSpPr txBox="1"/>
          <p:nvPr/>
        </p:nvSpPr>
        <p:spPr>
          <a:xfrm>
            <a:off x="1554480" y="4453128"/>
            <a:ext cx="1371600" cy="603504"/>
          </a:xfrm>
          <a:prstGeom prst="rect">
            <a:avLst/>
          </a:prstGeom>
          <a:noFill/>
        </p:spPr>
        <p:txBody>
          <a:bodyPr wrap="square" lIns="0" tIns="0" rIns="0" bIns="0" anchor="ctr">
            <a:noAutofit/>
          </a:bodyPr>
          <a:lstStyle/>
          <a:p>
            <a:pPr algn="l">
              <a:lnSpc>
                <a:spcPct val="100000"/>
              </a:lnSpc>
              <a:buNone/>
            </a:pPr>
            <a:r>
              <a:rPr lang="en-US" sz="2000" b="1" dirty="0">
                <a:solidFill>
                  <a:srgbClr val="FFFFFF"/>
                </a:solidFill>
                <a:latin typeface="Manrope"/>
                <a:ea typeface="Manrope"/>
                <a:cs typeface="Manrope"/>
              </a:rPr>
              <a:t>Retrieve</a:t>
            </a:r>
          </a:p>
        </p:txBody>
      </p:sp>
      <p:sp>
        <p:nvSpPr>
          <p:cNvPr id="2019" name="g1 text 2019"/>
          <p:cNvSpPr txBox="1"/>
          <p:nvPr/>
        </p:nvSpPr>
        <p:spPr>
          <a:xfrm>
            <a:off x="2971800" y="4434840"/>
            <a:ext cx="3840480" cy="640080"/>
          </a:xfrm>
          <a:prstGeom prst="rect">
            <a:avLst/>
          </a:prstGeom>
          <a:noFill/>
        </p:spPr>
        <p:txBody>
          <a:bodyPr wrap="square" lIns="0" tIns="0" rIns="0" bIns="0" anchor="ctr">
            <a:noAutofit/>
          </a:bodyPr>
          <a:lstStyle/>
          <a:p>
            <a:pPr algn="l">
              <a:lnSpc>
                <a:spcPct val="100000"/>
              </a:lnSpc>
              <a:buNone/>
            </a:pPr>
            <a:r>
              <a:rPr lang="en-US" sz="1400" b="0" dirty="0">
                <a:solidFill>
                  <a:srgbClr val="FFFFFF"/>
                </a:solidFill>
                <a:latin typeface="Manrope"/>
                <a:ea typeface="Manrope"/>
                <a:cs typeface="Manrope"/>
              </a:rPr>
              <a:t>BM25, dense or hybrid search, then re-rank the results.</a:t>
            </a:r>
          </a:p>
        </p:txBody>
      </p:sp>
      <p:sp>
        <p:nvSpPr>
          <p:cNvPr id="2020" name="g1 shape 2020"/>
          <p:cNvSpPr/>
          <p:nvPr/>
        </p:nvSpPr>
        <p:spPr>
          <a:xfrm>
            <a:off x="987552" y="5166360"/>
            <a:ext cx="219456" cy="219456"/>
          </a:xfrm>
          <a:prstGeom prst="downArrow">
            <a:avLst/>
          </a:prstGeom>
          <a:solidFill>
            <a:srgbClr val="FCFF9B"/>
          </a:solidFill>
          <a:ln>
            <a:noFill/>
          </a:ln>
        </p:spPr>
      </p:sp>
      <p:sp>
        <p:nvSpPr>
          <p:cNvPr id="2021" name="g1 shape 2021"/>
          <p:cNvSpPr/>
          <p:nvPr/>
        </p:nvSpPr>
        <p:spPr>
          <a:xfrm>
            <a:off x="685800" y="5404104"/>
            <a:ext cx="6309360" cy="786384"/>
          </a:xfrm>
          <a:prstGeom prst="roundRect">
            <a:avLst/>
          </a:prstGeom>
          <a:solidFill>
            <a:srgbClr val="2B2B2B"/>
          </a:solidFill>
          <a:ln w="12700">
            <a:solidFill>
              <a:srgbClr val="4D4D4D"/>
            </a:solidFill>
          </a:ln>
        </p:spPr>
      </p:sp>
      <p:sp>
        <p:nvSpPr>
          <p:cNvPr id="2022" name="g1 shape 2022"/>
          <p:cNvSpPr/>
          <p:nvPr/>
        </p:nvSpPr>
        <p:spPr>
          <a:xfrm>
            <a:off x="868680" y="5568696"/>
            <a:ext cx="457200" cy="457200"/>
          </a:xfrm>
          <a:prstGeom prst="ellipse">
            <a:avLst/>
          </a:prstGeom>
          <a:solidFill>
            <a:srgbClr val="FCFF9B"/>
          </a:solidFill>
          <a:ln>
            <a:noFill/>
          </a:ln>
        </p:spPr>
        <p:txBody>
          <a:bodyPr wrap="none" lIns="0" tIns="0" rIns="0" bIns="0" anchor="ctr">
            <a:noAutofit/>
          </a:bodyPr>
          <a:lstStyle/>
          <a:p>
            <a:pPr algn="ctr">
              <a:buNone/>
            </a:pPr>
            <a:r>
              <a:rPr lang="en-US" sz="1600" b="1" dirty="0">
                <a:solidFill>
                  <a:srgbClr val="12352B"/>
                </a:solidFill>
                <a:latin typeface="Manrope"/>
                <a:ea typeface="Manrope"/>
                <a:cs typeface="Manrope"/>
              </a:rPr>
              <a:t>5</a:t>
            </a:r>
          </a:p>
        </p:txBody>
      </p:sp>
      <p:sp>
        <p:nvSpPr>
          <p:cNvPr id="2023" name="g1 text 2023"/>
          <p:cNvSpPr txBox="1"/>
          <p:nvPr/>
        </p:nvSpPr>
        <p:spPr>
          <a:xfrm>
            <a:off x="1554480" y="5495544"/>
            <a:ext cx="1371600" cy="603504"/>
          </a:xfrm>
          <a:prstGeom prst="rect">
            <a:avLst/>
          </a:prstGeom>
          <a:noFill/>
        </p:spPr>
        <p:txBody>
          <a:bodyPr wrap="square" lIns="0" tIns="0" rIns="0" bIns="0" anchor="ctr">
            <a:noAutofit/>
          </a:bodyPr>
          <a:lstStyle/>
          <a:p>
            <a:pPr algn="l">
              <a:lnSpc>
                <a:spcPct val="100000"/>
              </a:lnSpc>
              <a:buNone/>
            </a:pPr>
            <a:r>
              <a:rPr lang="en-US" sz="2000" b="1" dirty="0">
                <a:solidFill>
                  <a:srgbClr val="FFFFFF"/>
                </a:solidFill>
                <a:latin typeface="Manrope"/>
                <a:ea typeface="Manrope"/>
                <a:cs typeface="Manrope"/>
              </a:rPr>
              <a:t>Generate</a:t>
            </a:r>
          </a:p>
        </p:txBody>
      </p:sp>
      <p:sp>
        <p:nvSpPr>
          <p:cNvPr id="2024" name="g1 text 2024"/>
          <p:cNvSpPr txBox="1"/>
          <p:nvPr/>
        </p:nvSpPr>
        <p:spPr>
          <a:xfrm>
            <a:off x="2971800" y="5477256"/>
            <a:ext cx="3840480" cy="640080"/>
          </a:xfrm>
          <a:prstGeom prst="rect">
            <a:avLst/>
          </a:prstGeom>
          <a:noFill/>
        </p:spPr>
        <p:txBody>
          <a:bodyPr wrap="square" lIns="0" tIns="0" rIns="0" bIns="0" anchor="ctr">
            <a:noAutofit/>
          </a:bodyPr>
          <a:lstStyle/>
          <a:p>
            <a:pPr algn="l">
              <a:lnSpc>
                <a:spcPct val="100000"/>
              </a:lnSpc>
              <a:buNone/>
            </a:pPr>
            <a:r>
              <a:rPr lang="en-US" sz="1400" b="0" dirty="0">
                <a:solidFill>
                  <a:srgbClr val="FFFFFF"/>
                </a:solidFill>
                <a:latin typeface="Manrope"/>
                <a:ea typeface="Manrope"/>
                <a:cs typeface="Manrope"/>
              </a:rPr>
              <a:t>Answer from the retrieved chunks, with citations.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D1D1D"/>
        </a:solidFill>
      </p:bgPr>
    </p:bg>
    <p:spTree>
      <p:nvGrpSpPr>
        <p:cNvPr id="1" name=""/>
        <p:cNvGrpSpPr/>
        <p:nvPr/>
      </p:nvGrpSpPr>
      <p:grpSpPr>
        <a:xfrm>
          <a:off x="0" y="0"/>
          <a:ext cx="0" cy="0"/>
          <a:chOff x="0" y="0"/>
          <a:chExt cx="0" cy="0"/>
        </a:xfrm>
      </p:grpSpPr>
      <p:sp>
        <p:nvSpPr>
          <p:cNvPr id="4" name="Shape 2"/>
          <p:cNvSpPr/>
          <p:nvPr/>
        </p:nvSpPr>
        <p:spPr>
          <a:xfrm>
            <a:off x="0" y="873252"/>
            <a:ext cx="12191695" cy="0"/>
          </a:xfrm>
          <a:prstGeom prst="line">
            <a:avLst/>
          </a:prstGeom>
          <a:noFill/>
          <a:ln w="2540">
            <a:solidFill>
              <a:srgbClr val="D0CFCF">
                <a:alpha val="60000"/>
              </a:srgbClr>
            </a:solidFill>
            <a:prstDash val="solid"/>
          </a:ln>
        </p:spPr>
      </p:sp>
      <p:sp>
        <p:nvSpPr>
          <p:cNvPr id="7" name="Text 5"/>
          <p:cNvSpPr/>
          <p:nvPr/>
        </p:nvSpPr>
        <p:spPr>
          <a:xfrm>
            <a:off x="7993685" y="1051560"/>
            <a:ext cx="3794760" cy="2377440"/>
          </a:xfrm>
          <a:prstGeom prst="rect">
            <a:avLst/>
          </a:prstGeom>
          <a:noFill/>
          <a:ln/>
        </p:spPr>
        <p:txBody>
          <a:bodyPr wrap="square" rtlCol="0" anchor="t"/>
          <a:lstStyle/>
          <a:p>
            <a:pPr indent="0" marL="0">
              <a:lnSpc>
                <a:spcPct val="90000"/>
              </a:lnSpc>
              <a:buNone/>
            </a:pPr>
            <a:r>
              <a:rPr lang="en-US" sz="3000" spc="-150" kern="0" dirty="0">
                <a:solidFill>
                  <a:srgbClr val="FFFFFF"/>
                </a:solidFill>
                <a:latin typeface="Manrope" pitchFamily="34" charset="0"/>
                <a:ea typeface="Manrope" pitchFamily="34" charset="-122"/>
                <a:cs typeface="Manrope" pitchFamily="34" charset="-120"/>
              </a:rPr>
              <a:t>Stage 1: </a:t>
            </a:r>
            <a:r>
              <a:rPr lang="en-US" sz="3000" spc="-150" kern="0" dirty="0">
                <a:solidFill>
                  <a:srgbClr val="D5E6CD"/>
                </a:solidFill>
                <a:latin typeface="Manrope" pitchFamily="34" charset="0"/>
                <a:ea typeface="Manrope" pitchFamily="34" charset="-122"/>
                <a:cs typeface="Manrope" pitchFamily="34" charset="-120"/>
              </a:rPr>
              <a:t>math explains how models represent, learn and output</a:t>
            </a:r>
            <a:endParaRPr lang="en-US" sz="1800" dirty="0"/>
          </a:p>
        </p:txBody>
      </p:sp>
      <p:sp>
        <p:nvSpPr>
          <p:cNvPr id="8" name="Shape 6"/>
          <p:cNvSpPr/>
          <p:nvPr/>
        </p:nvSpPr>
        <p:spPr>
          <a:xfrm>
            <a:off x="4483303" y="3583534"/>
            <a:ext cx="182057" cy="3274466"/>
          </a:xfrm>
          <a:prstGeom prst="rect">
            <a:avLst/>
          </a:prstGeom>
          <a:solidFill>
            <a:srgbClr val="336B47"/>
          </a:solidFill>
          <a:ln/>
        </p:spPr>
      </p:sp>
      <p:sp>
        <p:nvSpPr>
          <p:cNvPr id="9" name="Shape 7"/>
          <p:cNvSpPr/>
          <p:nvPr/>
        </p:nvSpPr>
        <p:spPr>
          <a:xfrm>
            <a:off x="4656216" y="3583534"/>
            <a:ext cx="182057" cy="3274466"/>
          </a:xfrm>
          <a:prstGeom prst="rect">
            <a:avLst/>
          </a:prstGeom>
          <a:solidFill>
            <a:srgbClr val="356D47"/>
          </a:solidFill>
          <a:ln/>
        </p:spPr>
      </p:sp>
      <p:sp>
        <p:nvSpPr>
          <p:cNvPr id="10" name="Shape 8"/>
          <p:cNvSpPr/>
          <p:nvPr/>
        </p:nvSpPr>
        <p:spPr>
          <a:xfrm>
            <a:off x="4829129" y="3583534"/>
            <a:ext cx="182057" cy="3274466"/>
          </a:xfrm>
          <a:prstGeom prst="rect">
            <a:avLst/>
          </a:prstGeom>
          <a:solidFill>
            <a:srgbClr val="376F48"/>
          </a:solidFill>
          <a:ln/>
        </p:spPr>
      </p:sp>
      <p:sp>
        <p:nvSpPr>
          <p:cNvPr id="11" name="Shape 9"/>
          <p:cNvSpPr/>
          <p:nvPr/>
        </p:nvSpPr>
        <p:spPr>
          <a:xfrm>
            <a:off x="5002042" y="3583534"/>
            <a:ext cx="182057" cy="3274466"/>
          </a:xfrm>
          <a:prstGeom prst="rect">
            <a:avLst/>
          </a:prstGeom>
          <a:solidFill>
            <a:srgbClr val="3A7248"/>
          </a:solidFill>
          <a:ln/>
        </p:spPr>
      </p:sp>
      <p:sp>
        <p:nvSpPr>
          <p:cNvPr id="12" name="Shape 10"/>
          <p:cNvSpPr/>
          <p:nvPr/>
        </p:nvSpPr>
        <p:spPr>
          <a:xfrm>
            <a:off x="5174955" y="3583534"/>
            <a:ext cx="182057" cy="3274466"/>
          </a:xfrm>
          <a:prstGeom prst="rect">
            <a:avLst/>
          </a:prstGeom>
          <a:solidFill>
            <a:srgbClr val="3C7448"/>
          </a:solidFill>
          <a:ln/>
        </p:spPr>
      </p:sp>
      <p:sp>
        <p:nvSpPr>
          <p:cNvPr id="13" name="Shape 11"/>
          <p:cNvSpPr/>
          <p:nvPr/>
        </p:nvSpPr>
        <p:spPr>
          <a:xfrm>
            <a:off x="5347868" y="3583534"/>
            <a:ext cx="182057" cy="3274466"/>
          </a:xfrm>
          <a:prstGeom prst="rect">
            <a:avLst/>
          </a:prstGeom>
          <a:solidFill>
            <a:srgbClr val="3E7649"/>
          </a:solidFill>
          <a:ln/>
        </p:spPr>
      </p:sp>
      <p:sp>
        <p:nvSpPr>
          <p:cNvPr id="14" name="Shape 12"/>
          <p:cNvSpPr/>
          <p:nvPr/>
        </p:nvSpPr>
        <p:spPr>
          <a:xfrm>
            <a:off x="5520781" y="3583534"/>
            <a:ext cx="182057" cy="3274466"/>
          </a:xfrm>
          <a:prstGeom prst="rect">
            <a:avLst/>
          </a:prstGeom>
          <a:solidFill>
            <a:srgbClr val="407849"/>
          </a:solidFill>
          <a:ln/>
        </p:spPr>
      </p:sp>
      <p:sp>
        <p:nvSpPr>
          <p:cNvPr id="15" name="Shape 13"/>
          <p:cNvSpPr/>
          <p:nvPr/>
        </p:nvSpPr>
        <p:spPr>
          <a:xfrm>
            <a:off x="5693694" y="3583534"/>
            <a:ext cx="182057" cy="3274466"/>
          </a:xfrm>
          <a:prstGeom prst="rect">
            <a:avLst/>
          </a:prstGeom>
          <a:solidFill>
            <a:srgbClr val="437B49"/>
          </a:solidFill>
          <a:ln/>
        </p:spPr>
      </p:sp>
      <p:sp>
        <p:nvSpPr>
          <p:cNvPr id="16" name="Shape 14"/>
          <p:cNvSpPr/>
          <p:nvPr/>
        </p:nvSpPr>
        <p:spPr>
          <a:xfrm>
            <a:off x="5866608" y="3583534"/>
            <a:ext cx="182057" cy="3274466"/>
          </a:xfrm>
          <a:prstGeom prst="rect">
            <a:avLst/>
          </a:prstGeom>
          <a:solidFill>
            <a:srgbClr val="457D4A"/>
          </a:solidFill>
          <a:ln/>
        </p:spPr>
      </p:sp>
      <p:sp>
        <p:nvSpPr>
          <p:cNvPr id="17" name="Shape 15"/>
          <p:cNvSpPr/>
          <p:nvPr/>
        </p:nvSpPr>
        <p:spPr>
          <a:xfrm>
            <a:off x="6039521" y="3583534"/>
            <a:ext cx="182057" cy="3274466"/>
          </a:xfrm>
          <a:prstGeom prst="rect">
            <a:avLst/>
          </a:prstGeom>
          <a:solidFill>
            <a:srgbClr val="477F4A"/>
          </a:solidFill>
          <a:ln/>
        </p:spPr>
      </p:sp>
      <p:sp>
        <p:nvSpPr>
          <p:cNvPr id="18" name="Shape 16"/>
          <p:cNvSpPr/>
          <p:nvPr/>
        </p:nvSpPr>
        <p:spPr>
          <a:xfrm>
            <a:off x="4483303" y="3085186"/>
            <a:ext cx="1727302" cy="997610"/>
          </a:xfrm>
          <a:prstGeom prst="ellipse">
            <a:avLst/>
          </a:prstGeom>
          <a:solidFill>
            <a:srgbClr val="C0DAB4"/>
          </a:solidFill>
          <a:ln/>
        </p:spPr>
      </p:sp>
      <p:sp>
        <p:nvSpPr>
          <p:cNvPr id="19" name="Shape 17"/>
          <p:cNvSpPr/>
          <p:nvPr/>
        </p:nvSpPr>
        <p:spPr>
          <a:xfrm>
            <a:off x="4742078" y="3235147"/>
            <a:ext cx="1208837" cy="697687"/>
          </a:xfrm>
          <a:prstGeom prst="ellipse">
            <a:avLst/>
          </a:prstGeom>
          <a:solidFill>
            <a:srgbClr val="ECFCEB"/>
          </a:solidFill>
          <a:ln/>
        </p:spPr>
      </p:sp>
      <p:sp>
        <p:nvSpPr>
          <p:cNvPr id="20" name="Text 18"/>
          <p:cNvSpPr/>
          <p:nvPr/>
        </p:nvSpPr>
        <p:spPr>
          <a:xfrm>
            <a:off x="4742993" y="3361334"/>
            <a:ext cx="1202436" cy="367589"/>
          </a:xfrm>
          <a:prstGeom prst="rect">
            <a:avLst/>
          </a:prstGeom>
          <a:noFill/>
          <a:ln/>
        </p:spPr>
        <p:txBody>
          <a:bodyPr wrap="square" rtlCol="0" anchor="ctr"/>
          <a:lstStyle/>
          <a:p>
            <a:pPr algn="ctr" indent="0" marL="0">
              <a:lnSpc>
                <a:spcPct val="120000"/>
              </a:lnSpc>
              <a:buNone/>
            </a:pPr>
            <a:r>
              <a:rPr lang="en-US" sz="1500" dirty="0">
                <a:solidFill>
                  <a:srgbClr val="2E2E2E"/>
                </a:solidFill>
                <a:latin typeface="Manrope" pitchFamily="34" charset="0"/>
                <a:ea typeface="Manrope" pitchFamily="34" charset="-122"/>
                <a:cs typeface="Manrope" pitchFamily="34" charset="-120"/>
              </a:rPr>
              <a:t>Output</a:t>
            </a:r>
            <a:endParaRPr lang="en-US" sz="1600" dirty="0"/>
          </a:p>
        </p:txBody>
      </p:sp>
      <p:sp>
        <p:nvSpPr>
          <p:cNvPr id="21" name="Shape 19"/>
          <p:cNvSpPr/>
          <p:nvPr/>
        </p:nvSpPr>
        <p:spPr>
          <a:xfrm>
            <a:off x="2966314" y="4236415"/>
            <a:ext cx="182057" cy="2621585"/>
          </a:xfrm>
          <a:prstGeom prst="rect">
            <a:avLst/>
          </a:prstGeom>
          <a:solidFill>
            <a:srgbClr val="9FA201"/>
          </a:solidFill>
          <a:ln/>
        </p:spPr>
      </p:sp>
      <p:sp>
        <p:nvSpPr>
          <p:cNvPr id="22" name="Shape 20"/>
          <p:cNvSpPr/>
          <p:nvPr/>
        </p:nvSpPr>
        <p:spPr>
          <a:xfrm>
            <a:off x="3139227" y="4236415"/>
            <a:ext cx="182057" cy="2621585"/>
          </a:xfrm>
          <a:prstGeom prst="rect">
            <a:avLst/>
          </a:prstGeom>
          <a:solidFill>
            <a:srgbClr val="A2A601"/>
          </a:solidFill>
          <a:ln/>
        </p:spPr>
      </p:sp>
      <p:sp>
        <p:nvSpPr>
          <p:cNvPr id="23" name="Shape 21"/>
          <p:cNvSpPr/>
          <p:nvPr/>
        </p:nvSpPr>
        <p:spPr>
          <a:xfrm>
            <a:off x="3312140" y="4236415"/>
            <a:ext cx="182057" cy="2621585"/>
          </a:xfrm>
          <a:prstGeom prst="rect">
            <a:avLst/>
          </a:prstGeom>
          <a:solidFill>
            <a:srgbClr val="A6A902"/>
          </a:solidFill>
          <a:ln/>
        </p:spPr>
      </p:sp>
      <p:sp>
        <p:nvSpPr>
          <p:cNvPr id="24" name="Shape 22"/>
          <p:cNvSpPr/>
          <p:nvPr/>
        </p:nvSpPr>
        <p:spPr>
          <a:xfrm>
            <a:off x="3485053" y="4236415"/>
            <a:ext cx="182057" cy="2621585"/>
          </a:xfrm>
          <a:prstGeom prst="rect">
            <a:avLst/>
          </a:prstGeom>
          <a:solidFill>
            <a:srgbClr val="A9AD02"/>
          </a:solidFill>
          <a:ln/>
        </p:spPr>
      </p:sp>
      <p:sp>
        <p:nvSpPr>
          <p:cNvPr id="25" name="Shape 23"/>
          <p:cNvSpPr/>
          <p:nvPr/>
        </p:nvSpPr>
        <p:spPr>
          <a:xfrm>
            <a:off x="3657966" y="4236415"/>
            <a:ext cx="182057" cy="2621585"/>
          </a:xfrm>
          <a:prstGeom prst="rect">
            <a:avLst/>
          </a:prstGeom>
          <a:solidFill>
            <a:srgbClr val="ADB003"/>
          </a:solidFill>
          <a:ln/>
        </p:spPr>
      </p:sp>
      <p:sp>
        <p:nvSpPr>
          <p:cNvPr id="26" name="Shape 24"/>
          <p:cNvSpPr/>
          <p:nvPr/>
        </p:nvSpPr>
        <p:spPr>
          <a:xfrm>
            <a:off x="3830879" y="4236415"/>
            <a:ext cx="182057" cy="2621585"/>
          </a:xfrm>
          <a:prstGeom prst="rect">
            <a:avLst/>
          </a:prstGeom>
          <a:solidFill>
            <a:srgbClr val="B0B403"/>
          </a:solidFill>
          <a:ln/>
        </p:spPr>
      </p:sp>
      <p:sp>
        <p:nvSpPr>
          <p:cNvPr id="27" name="Shape 25"/>
          <p:cNvSpPr/>
          <p:nvPr/>
        </p:nvSpPr>
        <p:spPr>
          <a:xfrm>
            <a:off x="4003792" y="4236415"/>
            <a:ext cx="182057" cy="2621585"/>
          </a:xfrm>
          <a:prstGeom prst="rect">
            <a:avLst/>
          </a:prstGeom>
          <a:solidFill>
            <a:srgbClr val="B4B704"/>
          </a:solidFill>
          <a:ln/>
        </p:spPr>
      </p:sp>
      <p:sp>
        <p:nvSpPr>
          <p:cNvPr id="28" name="Shape 26"/>
          <p:cNvSpPr/>
          <p:nvPr/>
        </p:nvSpPr>
        <p:spPr>
          <a:xfrm>
            <a:off x="4176705" y="4236415"/>
            <a:ext cx="182057" cy="2621585"/>
          </a:xfrm>
          <a:prstGeom prst="rect">
            <a:avLst/>
          </a:prstGeom>
          <a:solidFill>
            <a:srgbClr val="B7BB04"/>
          </a:solidFill>
          <a:ln/>
        </p:spPr>
      </p:sp>
      <p:sp>
        <p:nvSpPr>
          <p:cNvPr id="29" name="Shape 27"/>
          <p:cNvSpPr/>
          <p:nvPr/>
        </p:nvSpPr>
        <p:spPr>
          <a:xfrm>
            <a:off x="4349618" y="4236415"/>
            <a:ext cx="182057" cy="2621585"/>
          </a:xfrm>
          <a:prstGeom prst="rect">
            <a:avLst/>
          </a:prstGeom>
          <a:solidFill>
            <a:srgbClr val="BBBE05"/>
          </a:solidFill>
          <a:ln/>
        </p:spPr>
      </p:sp>
      <p:sp>
        <p:nvSpPr>
          <p:cNvPr id="30" name="Shape 28"/>
          <p:cNvSpPr/>
          <p:nvPr/>
        </p:nvSpPr>
        <p:spPr>
          <a:xfrm>
            <a:off x="4522531" y="4236415"/>
            <a:ext cx="182057" cy="2621585"/>
          </a:xfrm>
          <a:prstGeom prst="rect">
            <a:avLst/>
          </a:prstGeom>
          <a:solidFill>
            <a:srgbClr val="BEC205"/>
          </a:solidFill>
          <a:ln/>
        </p:spPr>
      </p:sp>
      <p:sp>
        <p:nvSpPr>
          <p:cNvPr id="31" name="Shape 29"/>
          <p:cNvSpPr/>
          <p:nvPr/>
        </p:nvSpPr>
        <p:spPr>
          <a:xfrm>
            <a:off x="2966314" y="3760013"/>
            <a:ext cx="1727302" cy="997610"/>
          </a:xfrm>
          <a:prstGeom prst="ellipse">
            <a:avLst/>
          </a:prstGeom>
          <a:solidFill>
            <a:srgbClr val="FEFFCD"/>
          </a:solidFill>
          <a:ln/>
        </p:spPr>
      </p:sp>
      <p:sp>
        <p:nvSpPr>
          <p:cNvPr id="32" name="Shape 30"/>
          <p:cNvSpPr/>
          <p:nvPr/>
        </p:nvSpPr>
        <p:spPr>
          <a:xfrm>
            <a:off x="3225089" y="3909974"/>
            <a:ext cx="1208837" cy="697687"/>
          </a:xfrm>
          <a:prstGeom prst="ellipse">
            <a:avLst/>
          </a:prstGeom>
          <a:solidFill>
            <a:srgbClr val="FCFF9B"/>
          </a:solidFill>
          <a:ln/>
        </p:spPr>
      </p:sp>
      <p:sp>
        <p:nvSpPr>
          <p:cNvPr id="33" name="Text 31"/>
          <p:cNvSpPr/>
          <p:nvPr/>
        </p:nvSpPr>
        <p:spPr>
          <a:xfrm>
            <a:off x="3226003" y="4036162"/>
            <a:ext cx="1202436" cy="367589"/>
          </a:xfrm>
          <a:prstGeom prst="rect">
            <a:avLst/>
          </a:prstGeom>
          <a:noFill/>
          <a:ln/>
        </p:spPr>
        <p:txBody>
          <a:bodyPr wrap="square" rtlCol="0" anchor="ctr"/>
          <a:lstStyle/>
          <a:p>
            <a:pPr algn="ctr" indent="0" marL="0">
              <a:lnSpc>
                <a:spcPct val="120000"/>
              </a:lnSpc>
              <a:buNone/>
            </a:pPr>
            <a:r>
              <a:rPr lang="en-US" sz="1500" dirty="0">
                <a:solidFill>
                  <a:srgbClr val="2E2E2E"/>
                </a:solidFill>
                <a:latin typeface="Manrope" pitchFamily="34" charset="0"/>
                <a:ea typeface="Manrope" pitchFamily="34" charset="-122"/>
                <a:cs typeface="Manrope" pitchFamily="34" charset="-120"/>
              </a:rPr>
              <a:t>Learn</a:t>
            </a:r>
            <a:endParaRPr lang="en-US" sz="1600" dirty="0"/>
          </a:p>
        </p:txBody>
      </p:sp>
      <p:sp>
        <p:nvSpPr>
          <p:cNvPr id="34" name="Shape 32"/>
          <p:cNvSpPr/>
          <p:nvPr/>
        </p:nvSpPr>
        <p:spPr>
          <a:xfrm>
            <a:off x="1449324" y="4935017"/>
            <a:ext cx="182057" cy="1922983"/>
          </a:xfrm>
          <a:prstGeom prst="rect">
            <a:avLst/>
          </a:prstGeom>
          <a:solidFill>
            <a:srgbClr val="336B47"/>
          </a:solidFill>
          <a:ln/>
        </p:spPr>
      </p:sp>
      <p:sp>
        <p:nvSpPr>
          <p:cNvPr id="35" name="Shape 33"/>
          <p:cNvSpPr/>
          <p:nvPr/>
        </p:nvSpPr>
        <p:spPr>
          <a:xfrm>
            <a:off x="1622237" y="4935017"/>
            <a:ext cx="182057" cy="1922983"/>
          </a:xfrm>
          <a:prstGeom prst="rect">
            <a:avLst/>
          </a:prstGeom>
          <a:solidFill>
            <a:srgbClr val="356D47"/>
          </a:solidFill>
          <a:ln/>
        </p:spPr>
      </p:sp>
      <p:sp>
        <p:nvSpPr>
          <p:cNvPr id="36" name="Shape 34"/>
          <p:cNvSpPr/>
          <p:nvPr/>
        </p:nvSpPr>
        <p:spPr>
          <a:xfrm>
            <a:off x="1795150" y="4935017"/>
            <a:ext cx="182057" cy="1922983"/>
          </a:xfrm>
          <a:prstGeom prst="rect">
            <a:avLst/>
          </a:prstGeom>
          <a:solidFill>
            <a:srgbClr val="376F48"/>
          </a:solidFill>
          <a:ln/>
        </p:spPr>
      </p:sp>
      <p:sp>
        <p:nvSpPr>
          <p:cNvPr id="37" name="Shape 35"/>
          <p:cNvSpPr/>
          <p:nvPr/>
        </p:nvSpPr>
        <p:spPr>
          <a:xfrm>
            <a:off x="1968063" y="4935017"/>
            <a:ext cx="182057" cy="1922983"/>
          </a:xfrm>
          <a:prstGeom prst="rect">
            <a:avLst/>
          </a:prstGeom>
          <a:solidFill>
            <a:srgbClr val="3A7248"/>
          </a:solidFill>
          <a:ln/>
        </p:spPr>
      </p:sp>
      <p:sp>
        <p:nvSpPr>
          <p:cNvPr id="38" name="Shape 36"/>
          <p:cNvSpPr/>
          <p:nvPr/>
        </p:nvSpPr>
        <p:spPr>
          <a:xfrm>
            <a:off x="2140976" y="4935017"/>
            <a:ext cx="182057" cy="1922983"/>
          </a:xfrm>
          <a:prstGeom prst="rect">
            <a:avLst/>
          </a:prstGeom>
          <a:solidFill>
            <a:srgbClr val="3C7448"/>
          </a:solidFill>
          <a:ln/>
        </p:spPr>
      </p:sp>
      <p:sp>
        <p:nvSpPr>
          <p:cNvPr id="39" name="Shape 37"/>
          <p:cNvSpPr/>
          <p:nvPr/>
        </p:nvSpPr>
        <p:spPr>
          <a:xfrm>
            <a:off x="2313889" y="4935017"/>
            <a:ext cx="182057" cy="1922983"/>
          </a:xfrm>
          <a:prstGeom prst="rect">
            <a:avLst/>
          </a:prstGeom>
          <a:solidFill>
            <a:srgbClr val="3E7649"/>
          </a:solidFill>
          <a:ln/>
        </p:spPr>
      </p:sp>
      <p:sp>
        <p:nvSpPr>
          <p:cNvPr id="40" name="Shape 38"/>
          <p:cNvSpPr/>
          <p:nvPr/>
        </p:nvSpPr>
        <p:spPr>
          <a:xfrm>
            <a:off x="2486802" y="4935017"/>
            <a:ext cx="182057" cy="1922983"/>
          </a:xfrm>
          <a:prstGeom prst="rect">
            <a:avLst/>
          </a:prstGeom>
          <a:solidFill>
            <a:srgbClr val="407849"/>
          </a:solidFill>
          <a:ln/>
        </p:spPr>
      </p:sp>
      <p:sp>
        <p:nvSpPr>
          <p:cNvPr id="41" name="Shape 39"/>
          <p:cNvSpPr/>
          <p:nvPr/>
        </p:nvSpPr>
        <p:spPr>
          <a:xfrm>
            <a:off x="2659715" y="4935017"/>
            <a:ext cx="182057" cy="1922983"/>
          </a:xfrm>
          <a:prstGeom prst="rect">
            <a:avLst/>
          </a:prstGeom>
          <a:solidFill>
            <a:srgbClr val="437B49"/>
          </a:solidFill>
          <a:ln/>
        </p:spPr>
      </p:sp>
      <p:sp>
        <p:nvSpPr>
          <p:cNvPr id="42" name="Shape 40"/>
          <p:cNvSpPr/>
          <p:nvPr/>
        </p:nvSpPr>
        <p:spPr>
          <a:xfrm>
            <a:off x="2832628" y="4935017"/>
            <a:ext cx="182057" cy="1922983"/>
          </a:xfrm>
          <a:prstGeom prst="rect">
            <a:avLst/>
          </a:prstGeom>
          <a:solidFill>
            <a:srgbClr val="457D4A"/>
          </a:solidFill>
          <a:ln/>
        </p:spPr>
      </p:sp>
      <p:sp>
        <p:nvSpPr>
          <p:cNvPr id="43" name="Shape 41"/>
          <p:cNvSpPr/>
          <p:nvPr/>
        </p:nvSpPr>
        <p:spPr>
          <a:xfrm>
            <a:off x="3005541" y="4935017"/>
            <a:ext cx="182057" cy="1922983"/>
          </a:xfrm>
          <a:prstGeom prst="rect">
            <a:avLst/>
          </a:prstGeom>
          <a:solidFill>
            <a:srgbClr val="477F4A"/>
          </a:solidFill>
          <a:ln/>
        </p:spPr>
      </p:sp>
      <p:sp>
        <p:nvSpPr>
          <p:cNvPr id="44" name="Shape 42"/>
          <p:cNvSpPr/>
          <p:nvPr/>
        </p:nvSpPr>
        <p:spPr>
          <a:xfrm>
            <a:off x="1449324" y="4435754"/>
            <a:ext cx="1727302" cy="997610"/>
          </a:xfrm>
          <a:prstGeom prst="ellipse">
            <a:avLst/>
          </a:prstGeom>
          <a:solidFill>
            <a:srgbClr val="C0DAB4"/>
          </a:solidFill>
          <a:ln/>
        </p:spPr>
      </p:sp>
      <p:sp>
        <p:nvSpPr>
          <p:cNvPr id="45" name="Shape 43"/>
          <p:cNvSpPr/>
          <p:nvPr/>
        </p:nvSpPr>
        <p:spPr>
          <a:xfrm>
            <a:off x="1708099" y="4585716"/>
            <a:ext cx="1208837" cy="697687"/>
          </a:xfrm>
          <a:prstGeom prst="ellipse">
            <a:avLst/>
          </a:prstGeom>
          <a:solidFill>
            <a:srgbClr val="ECFCEB"/>
          </a:solidFill>
          <a:ln/>
        </p:spPr>
      </p:sp>
      <p:sp>
        <p:nvSpPr>
          <p:cNvPr id="46" name="Text 44"/>
          <p:cNvSpPr/>
          <p:nvPr/>
        </p:nvSpPr>
        <p:spPr>
          <a:xfrm>
            <a:off x="1709014" y="4711903"/>
            <a:ext cx="1202436" cy="367589"/>
          </a:xfrm>
          <a:prstGeom prst="rect">
            <a:avLst/>
          </a:prstGeom>
          <a:noFill/>
          <a:ln/>
        </p:spPr>
        <p:txBody>
          <a:bodyPr wrap="square" rtlCol="0" anchor="ctr"/>
          <a:lstStyle/>
          <a:p>
            <a:pPr algn="ctr" indent="0" marL="0">
              <a:lnSpc>
                <a:spcPct val="120000"/>
              </a:lnSpc>
              <a:buNone/>
            </a:pPr>
            <a:r>
              <a:rPr lang="en-US" sz="1500" dirty="0">
                <a:solidFill>
                  <a:srgbClr val="2E2E2E"/>
                </a:solidFill>
                <a:latin typeface="Manrope" pitchFamily="34" charset="0"/>
                <a:ea typeface="Manrope" pitchFamily="34" charset="-122"/>
                <a:cs typeface="Manrope" pitchFamily="34" charset="-120"/>
              </a:rPr>
              <a:t>Represent</a:t>
            </a:r>
            <a:endParaRPr lang="en-US" sz="1600" dirty="0"/>
          </a:p>
        </p:txBody>
      </p:sp>
      <p:sp>
        <p:nvSpPr>
          <p:cNvPr id="47" name="Shape 45"/>
          <p:cNvSpPr/>
          <p:nvPr/>
        </p:nvSpPr>
        <p:spPr>
          <a:xfrm>
            <a:off x="7541971" y="873252"/>
            <a:ext cx="0" cy="5984748"/>
          </a:xfrm>
          <a:prstGeom prst="line">
            <a:avLst/>
          </a:prstGeom>
          <a:noFill/>
          <a:ln w="2540">
            <a:solidFill>
              <a:srgbClr val="D0CFCF"/>
            </a:solidFill>
            <a:prstDash val="solid"/>
          </a:ln>
        </p:spPr>
      </p:sp>
      <p:sp>
        <p:nvSpPr>
          <p:cNvPr id="48" name="Shape 46"/>
          <p:cNvSpPr/>
          <p:nvPr/>
        </p:nvSpPr>
        <p:spPr>
          <a:xfrm>
            <a:off x="7506310" y="836676"/>
            <a:ext cx="72238" cy="72238"/>
          </a:xfrm>
          <a:prstGeom prst="ellipse">
            <a:avLst/>
          </a:prstGeom>
          <a:solidFill>
            <a:srgbClr val="D0CFCF"/>
          </a:solidFill>
          <a:ln/>
        </p:spPr>
      </p:sp>
      <p:sp>
        <p:nvSpPr>
          <p:cNvPr id="49" name="Text 47"/>
          <p:cNvSpPr/>
          <p:nvPr/>
        </p:nvSpPr>
        <p:spPr>
          <a:xfrm>
            <a:off x="7992770" y="3657600"/>
            <a:ext cx="3703320" cy="2743200"/>
          </a:xfrm>
          <a:prstGeom prst="rect">
            <a:avLst/>
          </a:prstGeom>
          <a:noFill/>
          <a:ln/>
        </p:spPr>
        <p:txBody>
          <a:bodyPr wrap="square" rtlCol="0" anchor="t"/>
          <a:lstStyle/>
          <a:p>
            <a:pPr indent="0" marL="0">
              <a:lnSpc>
                <a:spcPct val="125000"/>
              </a:lnSpc>
              <a:spcAft>
                <a:spcPts val="900"/>
              </a:spcAft>
              <a:buNone/>
            </a:pPr>
            <a:r>
              <a:rPr lang="en-US" sz="1400" dirty="0" b="1">
                <a:solidFill>
                  <a:srgbClr val="D5E6CD"/>
                </a:solidFill>
                <a:latin typeface="Manrope" pitchFamily="34" charset="0"/>
                <a:ea typeface="Manrope" pitchFamily="34" charset="-122"/>
                <a:cs typeface="Manrope" pitchFamily="34" charset="-120"/>
              </a:rPr>
              <a:t>Linear algebra: </a:t>
            </a:r>
            <a:r>
              <a:rPr lang="en-US" sz="1400" dirty="0">
                <a:solidFill>
                  <a:srgbClr val="FFFFFF"/>
                </a:solidFill>
                <a:latin typeface="Manrope" pitchFamily="34" charset="0"/>
                <a:ea typeface="Manrope" pitchFamily="34" charset="-122"/>
                <a:cs typeface="Manrope" pitchFamily="34" charset="-120"/>
              </a:rPr>
              <a:t>embeddings, attention and similarity search all run on it.</a:t>
            </a:r>
            <a:endParaRPr lang="en-US" sz="1200" dirty="0"/>
          </a:p>
          <a:p>
            <a:pPr indent="0" marL="0">
              <a:lnSpc>
                <a:spcPct val="125000"/>
              </a:lnSpc>
              <a:spcAft>
                <a:spcPts val="900"/>
              </a:spcAft>
              <a:buNone/>
            </a:pPr>
            <a:r>
              <a:rPr lang="en-US" sz="1400" dirty="0" b="1">
                <a:solidFill>
                  <a:srgbClr val="D5E6CD"/>
                </a:solidFill>
                <a:latin typeface="Manrope" pitchFamily="34" charset="0"/>
                <a:ea typeface="Manrope" pitchFamily="34" charset="-122"/>
                <a:cs typeface="Manrope" pitchFamily="34" charset="-120"/>
              </a:rPr>
              <a:t>Calculus: </a:t>
            </a:r>
            <a:r>
              <a:rPr lang="en-US" sz="1400" dirty="0">
                <a:solidFill>
                  <a:srgbClr val="FFFFFF"/>
                </a:solidFill>
                <a:latin typeface="Manrope" pitchFamily="34" charset="0"/>
                <a:ea typeface="Manrope" pitchFamily="34" charset="-122"/>
                <a:cs typeface="Manrope" pitchFamily="34" charset="-120"/>
              </a:rPr>
              <a:t>training a model is calculus plus optimization.</a:t>
            </a:r>
            <a:endParaRPr lang="en-US" sz="1200" dirty="0"/>
          </a:p>
          <a:p>
            <a:pPr indent="0" marL="0">
              <a:lnSpc>
                <a:spcPct val="125000"/>
              </a:lnSpc>
              <a:spcAft>
                <a:spcPts val="900"/>
              </a:spcAft>
              <a:buNone/>
            </a:pPr>
            <a:r>
              <a:rPr lang="en-US" sz="1400" dirty="0" b="1">
                <a:solidFill>
                  <a:srgbClr val="D5E6CD"/>
                </a:solidFill>
                <a:latin typeface="Manrope" pitchFamily="34" charset="0"/>
                <a:ea typeface="Manrope" pitchFamily="34" charset="-122"/>
                <a:cs typeface="Manrope" pitchFamily="34" charset="-120"/>
              </a:rPr>
              <a:t>Probability: </a:t>
            </a:r>
            <a:r>
              <a:rPr lang="en-US" sz="1400" dirty="0">
                <a:solidFill>
                  <a:srgbClr val="FFFFFF"/>
                </a:solidFill>
                <a:latin typeface="Manrope" pitchFamily="34" charset="0"/>
                <a:ea typeface="Manrope" pitchFamily="34" charset="-122"/>
                <a:cs typeface="Manrope" pitchFamily="34" charset="-120"/>
              </a:rPr>
              <a:t>an LLM’s output is a probability distribution over tokens.</a:t>
            </a:r>
            <a:endParaRPr lang="en-US" sz="1200" dirty="0"/>
          </a:p>
          <a:p>
            <a:pPr indent="0" marL="0">
              <a:lnSpc>
                <a:spcPct val="125000"/>
              </a:lnSpc>
              <a:spcAft>
                <a:spcPts val="900"/>
              </a:spcAft>
              <a:buNone/>
            </a:pPr>
            <a:r>
              <a:rPr lang="en-US" sz="1400" dirty="0" b="1">
                <a:solidFill>
                  <a:srgbClr val="D5E6CD"/>
                </a:solidFill>
                <a:latin typeface="Manrope" pitchFamily="34" charset="0"/>
                <a:ea typeface="Manrope" pitchFamily="34" charset="-122"/>
                <a:cs typeface="Manrope" pitchFamily="34" charset="-120"/>
              </a:rPr>
              <a:t>Python </a:t>
            </a:r>
            <a:r>
              <a:rPr lang="en-US" sz="1400" dirty="0">
                <a:solidFill>
                  <a:srgbClr val="FFFFFF"/>
                </a:solidFill>
                <a:latin typeface="Manrope" pitchFamily="34" charset="0"/>
                <a:ea typeface="Manrope" pitchFamily="34" charset="-122"/>
                <a:cs typeface="Manrope" pitchFamily="34" charset="-120"/>
              </a:rPr>
              <a:t>is the working language. Almost every agent framework and LLM SDK is Python-first.</a:t>
            </a:r>
            <a:endParaRPr lang="en-US" sz="1200" dirty="0"/>
          </a:p>
        </p:txBody>
      </p:sp>
      <p:sp>
        <p:nvSpPr>
          <p:cNvPr id="50" name="Shape 48"/>
          <p:cNvSpPr/>
          <p:nvPr/>
        </p:nvSpPr>
        <p:spPr>
          <a:xfrm>
            <a:off x="801014" y="3414370"/>
            <a:ext cx="2036369" cy="844906"/>
          </a:xfrm>
          <a:prstGeom prst="roundRect">
            <a:avLst>
              <a:gd name="adj" fmla="val 11817"/>
            </a:avLst>
          </a:prstGeom>
          <a:solidFill>
            <a:srgbClr val="FFFFFF">
              <a:alpha val="10000"/>
            </a:srgbClr>
          </a:solidFill>
          <a:ln w="2540">
            <a:solidFill>
              <a:srgbClr val="FFFFFF">
                <a:alpha val="40000"/>
              </a:srgbClr>
            </a:solidFill>
            <a:prstDash val="solid"/>
          </a:ln>
        </p:spPr>
      </p:sp>
      <p:sp>
        <p:nvSpPr>
          <p:cNvPr id="51" name="Text 49"/>
          <p:cNvSpPr/>
          <p:nvPr/>
        </p:nvSpPr>
        <p:spPr>
          <a:xfrm>
            <a:off x="1479499" y="3539642"/>
            <a:ext cx="1032358" cy="594360"/>
          </a:xfrm>
          <a:prstGeom prst="rect">
            <a:avLst/>
          </a:prstGeom>
          <a:noFill/>
          <a:ln/>
        </p:spPr>
        <p:txBody>
          <a:bodyPr wrap="square" lIns="0" tIns="0" rIns="0" bIns="0" rtlCol="0" anchor="t"/>
          <a:lstStyle/>
          <a:p>
            <a:pPr indent="0" marL="0">
              <a:lnSpc>
                <a:spcPct val="110000"/>
              </a:lnSpc>
              <a:spcAft>
                <a:spcPts val="600"/>
              </a:spcAft>
              <a:buNone/>
            </a:pPr>
            <a:r>
              <a:rPr lang="en-US" sz="1800" dirty="0">
                <a:solidFill>
                  <a:srgbClr val="D5E6CD"/>
                </a:solidFill>
                <a:latin typeface="Manrope" pitchFamily="34" charset="0"/>
                <a:ea typeface="Manrope" pitchFamily="34" charset="-122"/>
                <a:cs typeface="Manrope" pitchFamily="34" charset="-120"/>
              </a:rPr>
              <a:t>Linear algebra</a:t>
            </a:r>
            <a:endParaRPr lang="en-US" sz="1800" dirty="0"/>
          </a:p>
        </p:txBody>
      </p:sp>
      <p:sp>
        <p:nvSpPr>
          <p:cNvPr id="52" name="Shape 50"/>
          <p:cNvSpPr/>
          <p:nvPr/>
        </p:nvSpPr>
        <p:spPr>
          <a:xfrm>
            <a:off x="2329891" y="2335378"/>
            <a:ext cx="2278685" cy="844906"/>
          </a:xfrm>
          <a:prstGeom prst="roundRect">
            <a:avLst>
              <a:gd name="adj" fmla="val 11817"/>
            </a:avLst>
          </a:prstGeom>
          <a:solidFill>
            <a:srgbClr val="FFFFFF">
              <a:alpha val="10000"/>
            </a:srgbClr>
          </a:solidFill>
          <a:ln w="2540">
            <a:solidFill>
              <a:srgbClr val="FFFFFF">
                <a:alpha val="40000"/>
              </a:srgbClr>
            </a:solidFill>
            <a:prstDash val="solid"/>
          </a:ln>
        </p:spPr>
      </p:sp>
      <p:sp>
        <p:nvSpPr>
          <p:cNvPr id="53" name="Text 51"/>
          <p:cNvSpPr/>
          <p:nvPr/>
        </p:nvSpPr>
        <p:spPr>
          <a:xfrm>
            <a:off x="3008376" y="2460650"/>
            <a:ext cx="1372514" cy="594360"/>
          </a:xfrm>
          <a:prstGeom prst="rect">
            <a:avLst/>
          </a:prstGeom>
          <a:noFill/>
          <a:ln/>
        </p:spPr>
        <p:txBody>
          <a:bodyPr wrap="square" lIns="0" tIns="0" rIns="0" bIns="0" rtlCol="0" anchor="t"/>
          <a:lstStyle/>
          <a:p>
            <a:pPr indent="0" marL="0">
              <a:lnSpc>
                <a:spcPct val="110000"/>
              </a:lnSpc>
              <a:spcAft>
                <a:spcPts val="600"/>
              </a:spcAft>
              <a:buNone/>
            </a:pPr>
            <a:r>
              <a:rPr lang="en-US" sz="1800" dirty="0">
                <a:solidFill>
                  <a:srgbClr val="D5E6CD"/>
                </a:solidFill>
                <a:latin typeface="Manrope" pitchFamily="34" charset="0"/>
                <a:ea typeface="Manrope" pitchFamily="34" charset="-122"/>
                <a:cs typeface="Manrope" pitchFamily="34" charset="-120"/>
              </a:rPr>
              <a:t>Calculus</a:t>
            </a:r>
            <a:endParaRPr lang="en-US" sz="1800" dirty="0"/>
          </a:p>
        </p:txBody>
      </p:sp>
      <p:sp>
        <p:nvSpPr>
          <p:cNvPr id="54" name="Shape 52"/>
          <p:cNvSpPr/>
          <p:nvPr/>
        </p:nvSpPr>
        <p:spPr>
          <a:xfrm>
            <a:off x="4780483" y="1844345"/>
            <a:ext cx="2050999" cy="844906"/>
          </a:xfrm>
          <a:prstGeom prst="roundRect">
            <a:avLst>
              <a:gd name="adj" fmla="val 11817"/>
            </a:avLst>
          </a:prstGeom>
          <a:solidFill>
            <a:srgbClr val="FFFFFF">
              <a:alpha val="10000"/>
            </a:srgbClr>
          </a:solidFill>
          <a:ln w="2540">
            <a:solidFill>
              <a:srgbClr val="FFFFFF">
                <a:alpha val="40000"/>
              </a:srgbClr>
            </a:solidFill>
            <a:prstDash val="solid"/>
          </a:ln>
        </p:spPr>
      </p:sp>
      <p:sp>
        <p:nvSpPr>
          <p:cNvPr id="55" name="Text 53"/>
          <p:cNvSpPr/>
          <p:nvPr/>
        </p:nvSpPr>
        <p:spPr>
          <a:xfrm>
            <a:off x="5458968" y="1969618"/>
            <a:ext cx="1371600" cy="594360"/>
          </a:xfrm>
          <a:prstGeom prst="rect">
            <a:avLst/>
          </a:prstGeom>
          <a:noFill/>
          <a:ln/>
        </p:spPr>
        <p:txBody>
          <a:bodyPr wrap="square" lIns="0" tIns="0" rIns="0" bIns="0" rtlCol="0" anchor="t"/>
          <a:lstStyle/>
          <a:p>
            <a:pPr indent="0" marL="0">
              <a:lnSpc>
                <a:spcPct val="110000"/>
              </a:lnSpc>
              <a:spcAft>
                <a:spcPts val="600"/>
              </a:spcAft>
              <a:buNone/>
            </a:pPr>
            <a:r>
              <a:rPr lang="en-US" sz="1800" dirty="0">
                <a:solidFill>
                  <a:srgbClr val="D5E6CD"/>
                </a:solidFill>
                <a:latin typeface="Manrope" pitchFamily="34" charset="0"/>
                <a:ea typeface="Manrope" pitchFamily="34" charset="-122"/>
                <a:cs typeface="Manrope" pitchFamily="34" charset="-120"/>
              </a:rPr>
              <a:t>Probability</a:t>
            </a:r>
            <a:endParaRPr lang="en-US" sz="1800" dirty="0"/>
          </a:p>
        </p:txBody>
      </p:sp>
      <p:sp>
        <p:nvSpPr>
          <p:cNvPr id="56" name="Shape 54"/>
          <p:cNvSpPr/>
          <p:nvPr/>
        </p:nvSpPr>
        <p:spPr>
          <a:xfrm>
            <a:off x="1030529" y="3664001"/>
            <a:ext cx="287122" cy="344729"/>
          </a:xfrm>
          <a:prstGeom prst="ellipse">
            <a:avLst/>
          </a:prstGeom>
          <a:ln w="15875">
            <a:solidFill>
              <a:srgbClr val="9FEF9C"/>
            </a:solidFill>
            <a:prstDash val="solid"/>
          </a:ln>
        </p:spPr>
      </p:sp>
      <p:sp>
        <p:nvSpPr>
          <p:cNvPr id="57" name="Shape 55"/>
          <p:cNvSpPr/>
          <p:nvPr/>
        </p:nvSpPr>
        <p:spPr>
          <a:xfrm>
            <a:off x="1125279" y="3777761"/>
            <a:ext cx="97621" cy="117208"/>
          </a:xfrm>
          <a:prstGeom prst="ellipse">
            <a:avLst/>
          </a:prstGeom>
          <a:solidFill>
            <a:srgbClr val="9FEF9C"/>
          </a:solidFill>
          <a:ln/>
        </p:spPr>
      </p:sp>
      <p:sp>
        <p:nvSpPr>
          <p:cNvPr id="58" name="Shape 56"/>
          <p:cNvSpPr/>
          <p:nvPr/>
        </p:nvSpPr>
        <p:spPr>
          <a:xfrm>
            <a:off x="2518258" y="2584094"/>
            <a:ext cx="347472" cy="347472"/>
          </a:xfrm>
          <a:prstGeom prst="ellipse">
            <a:avLst/>
          </a:prstGeom>
          <a:ln w="15875">
            <a:solidFill>
              <a:srgbClr val="9FEF9C"/>
            </a:solidFill>
            <a:prstDash val="solid"/>
          </a:ln>
        </p:spPr>
      </p:sp>
      <p:sp>
        <p:nvSpPr>
          <p:cNvPr id="59" name="Shape 57"/>
          <p:cNvSpPr/>
          <p:nvPr/>
        </p:nvSpPr>
        <p:spPr>
          <a:xfrm>
            <a:off x="2632923" y="2698760"/>
            <a:ext cx="118140" cy="118140"/>
          </a:xfrm>
          <a:prstGeom prst="ellipse">
            <a:avLst/>
          </a:prstGeom>
          <a:solidFill>
            <a:srgbClr val="9FEF9C"/>
          </a:solidFill>
          <a:ln/>
        </p:spPr>
      </p:sp>
      <p:sp>
        <p:nvSpPr>
          <p:cNvPr id="60" name="Shape 58"/>
          <p:cNvSpPr/>
          <p:nvPr/>
        </p:nvSpPr>
        <p:spPr>
          <a:xfrm>
            <a:off x="4969764" y="2103120"/>
            <a:ext cx="314554" cy="314554"/>
          </a:xfrm>
          <a:prstGeom prst="ellipse">
            <a:avLst/>
          </a:prstGeom>
          <a:ln w="15875">
            <a:solidFill>
              <a:srgbClr val="9FEF9C"/>
            </a:solidFill>
            <a:prstDash val="solid"/>
          </a:ln>
        </p:spPr>
      </p:sp>
      <p:sp>
        <p:nvSpPr>
          <p:cNvPr id="61" name="Shape 59"/>
          <p:cNvSpPr/>
          <p:nvPr/>
        </p:nvSpPr>
        <p:spPr>
          <a:xfrm>
            <a:off x="5073567" y="2206923"/>
            <a:ext cx="106948" cy="106948"/>
          </a:xfrm>
          <a:prstGeom prst="ellipse">
            <a:avLst/>
          </a:prstGeom>
          <a:solidFill>
            <a:srgbClr val="9FEF9C"/>
          </a:solidFill>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1D1D1D"/>
        </a:solidFill>
      </p:bgPr>
    </p:bg>
    <p:spTree>
      <p:nvGrpSpPr>
        <p:cNvPr id="1" name=""/>
        <p:cNvGrpSpPr/>
        <p:nvPr/>
      </p:nvGrpSpPr>
      <p:grpSpPr>
        <a:xfrm>
          <a:off x="0" y="0"/>
          <a:ext cx="0" cy="0"/>
          <a:chOff x="0" y="0"/>
          <a:chExt cx="0" cy="0"/>
        </a:xfrm>
      </p:grpSpPr>
      <p:sp>
        <p:nvSpPr>
          <p:cNvPr id="4" name="Shape 2"/>
          <p:cNvSpPr/>
          <p:nvPr/>
        </p:nvSpPr>
        <p:spPr>
          <a:xfrm>
            <a:off x="0" y="873252"/>
            <a:ext cx="12191695" cy="0"/>
          </a:xfrm>
          <a:prstGeom prst="line">
            <a:avLst/>
          </a:prstGeom>
          <a:noFill/>
          <a:ln w="2540">
            <a:solidFill>
              <a:srgbClr val="D0CFCF">
                <a:alpha val="60000"/>
              </a:srgbClr>
            </a:solidFill>
            <a:prstDash val="solid"/>
          </a:ln>
        </p:spPr>
      </p:sp>
      <p:sp>
        <p:nvSpPr>
          <p:cNvPr id="7" name="Shape 5"/>
          <p:cNvSpPr/>
          <p:nvPr/>
        </p:nvSpPr>
        <p:spPr>
          <a:xfrm>
            <a:off x="647395" y="2042770"/>
            <a:ext cx="6285586" cy="4325112"/>
          </a:xfrm>
          <a:prstGeom prst="roundRect">
            <a:avLst>
              <a:gd name="adj" fmla="val 1807"/>
            </a:avLst>
          </a:prstGeom>
          <a:ln w="2540">
            <a:solidFill>
              <a:srgbClr val="FFFFFF">
                <a:alpha val="45000"/>
              </a:srgbClr>
            </a:solidFill>
            <a:prstDash val="solid"/>
          </a:ln>
        </p:spPr>
      </p:sp>
      <p:sp>
        <p:nvSpPr>
          <p:cNvPr id="8" name="Text 6"/>
          <p:cNvSpPr/>
          <p:nvPr/>
        </p:nvSpPr>
        <p:spPr>
          <a:xfrm>
            <a:off x="583387" y="1005840"/>
            <a:ext cx="6583680" cy="914400"/>
          </a:xfrm>
          <a:prstGeom prst="rect">
            <a:avLst/>
          </a:prstGeom>
          <a:noFill/>
          <a:ln/>
        </p:spPr>
        <p:txBody>
          <a:bodyPr wrap="square" rtlCol="0" anchor="t"/>
          <a:lstStyle/>
          <a:p>
            <a:pPr indent="0" marL="0">
              <a:lnSpc>
                <a:spcPct val="90000"/>
              </a:lnSpc>
              <a:buNone/>
            </a:pPr>
            <a:r>
              <a:rPr lang="en-US" sz="2800" spc="-150" kern="0" dirty="0">
                <a:solidFill>
                  <a:srgbClr val="D5E6CD"/>
                </a:solidFill>
                <a:latin typeface="Manrope" pitchFamily="34" charset="0"/>
                <a:ea typeface="Manrope" pitchFamily="34" charset="-122"/>
                <a:cs typeface="Manrope" pitchFamily="34" charset="-120"/>
              </a:rPr>
              <a:t>Stage 9: </a:t>
            </a:r>
            <a:r>
              <a:rPr lang="en-US" sz="2800" spc="-150" kern="0" dirty="0">
                <a:solidFill>
                  <a:srgbClr val="FFFFFF"/>
                </a:solidFill>
                <a:latin typeface="Manrope" pitchFamily="34" charset="0"/>
                <a:ea typeface="Manrope" pitchFamily="34" charset="-122"/>
                <a:cs typeface="Manrope" pitchFamily="34" charset="-120"/>
              </a:rPr>
              <a:t>threat-model with the OWASP LLM Top 10 (2025)</a:t>
            </a:r>
            <a:endParaRPr lang="en-US" sz="1800" dirty="0"/>
          </a:p>
        </p:txBody>
      </p:sp>
      <p:sp>
        <p:nvSpPr>
          <p:cNvPr id="9" name="Shape 7"/>
          <p:cNvSpPr/>
          <p:nvPr/>
        </p:nvSpPr>
        <p:spPr>
          <a:xfrm>
            <a:off x="647395" y="2042770"/>
            <a:ext cx="6285586" cy="457200"/>
          </a:xfrm>
          <a:prstGeom prst="roundRect">
            <a:avLst>
              <a:gd name="adj" fmla="val 11505"/>
            </a:avLst>
          </a:prstGeom>
          <a:solidFill>
            <a:srgbClr val="709162"/>
          </a:solidFill>
          <a:ln/>
        </p:spPr>
      </p:sp>
      <p:sp>
        <p:nvSpPr>
          <p:cNvPr id="10" name="Shape 8"/>
          <p:cNvSpPr/>
          <p:nvPr/>
        </p:nvSpPr>
        <p:spPr>
          <a:xfrm>
            <a:off x="1280160" y="2042770"/>
            <a:ext cx="480212" cy="457200"/>
          </a:xfrm>
          <a:prstGeom prst="rect">
            <a:avLst/>
          </a:prstGeom>
          <a:solidFill>
            <a:srgbClr val="61855D"/>
          </a:solidFill>
          <a:ln/>
        </p:spPr>
      </p:sp>
      <p:sp>
        <p:nvSpPr>
          <p:cNvPr id="11" name="Shape 9"/>
          <p:cNvSpPr/>
          <p:nvPr/>
        </p:nvSpPr>
        <p:spPr>
          <a:xfrm>
            <a:off x="1751228" y="2042770"/>
            <a:ext cx="480212" cy="457200"/>
          </a:xfrm>
          <a:prstGeom prst="rect">
            <a:avLst/>
          </a:prstGeom>
          <a:solidFill>
            <a:srgbClr val="597F5A"/>
          </a:solidFill>
          <a:ln/>
        </p:spPr>
      </p:sp>
      <p:sp>
        <p:nvSpPr>
          <p:cNvPr id="12" name="Shape 10"/>
          <p:cNvSpPr/>
          <p:nvPr/>
        </p:nvSpPr>
        <p:spPr>
          <a:xfrm>
            <a:off x="2222297" y="2042770"/>
            <a:ext cx="480212" cy="457200"/>
          </a:xfrm>
          <a:prstGeom prst="rect">
            <a:avLst/>
          </a:prstGeom>
          <a:solidFill>
            <a:srgbClr val="527958"/>
          </a:solidFill>
          <a:ln/>
        </p:spPr>
      </p:sp>
      <p:sp>
        <p:nvSpPr>
          <p:cNvPr id="13" name="Shape 11"/>
          <p:cNvSpPr/>
          <p:nvPr/>
        </p:nvSpPr>
        <p:spPr>
          <a:xfrm>
            <a:off x="2693365" y="2042770"/>
            <a:ext cx="480212" cy="457200"/>
          </a:xfrm>
          <a:prstGeom prst="rect">
            <a:avLst/>
          </a:prstGeom>
          <a:solidFill>
            <a:srgbClr val="4A7355"/>
          </a:solidFill>
          <a:ln/>
        </p:spPr>
      </p:sp>
      <p:sp>
        <p:nvSpPr>
          <p:cNvPr id="14" name="Shape 12"/>
          <p:cNvSpPr/>
          <p:nvPr/>
        </p:nvSpPr>
        <p:spPr>
          <a:xfrm>
            <a:off x="3164434" y="2042770"/>
            <a:ext cx="480212" cy="457200"/>
          </a:xfrm>
          <a:prstGeom prst="rect">
            <a:avLst/>
          </a:prstGeom>
          <a:solidFill>
            <a:srgbClr val="426D53"/>
          </a:solidFill>
          <a:ln/>
        </p:spPr>
      </p:sp>
      <p:sp>
        <p:nvSpPr>
          <p:cNvPr id="15" name="Shape 13"/>
          <p:cNvSpPr/>
          <p:nvPr/>
        </p:nvSpPr>
        <p:spPr>
          <a:xfrm>
            <a:off x="3635502" y="2042770"/>
            <a:ext cx="480212" cy="457200"/>
          </a:xfrm>
          <a:prstGeom prst="rect">
            <a:avLst/>
          </a:prstGeom>
          <a:solidFill>
            <a:srgbClr val="3A6750"/>
          </a:solidFill>
          <a:ln/>
        </p:spPr>
      </p:sp>
      <p:sp>
        <p:nvSpPr>
          <p:cNvPr id="16" name="Shape 14"/>
          <p:cNvSpPr/>
          <p:nvPr/>
        </p:nvSpPr>
        <p:spPr>
          <a:xfrm>
            <a:off x="4106570" y="2042770"/>
            <a:ext cx="480212" cy="457200"/>
          </a:xfrm>
          <a:prstGeom prst="rect">
            <a:avLst/>
          </a:prstGeom>
          <a:solidFill>
            <a:srgbClr val="33624E"/>
          </a:solidFill>
          <a:ln/>
        </p:spPr>
      </p:sp>
      <p:sp>
        <p:nvSpPr>
          <p:cNvPr id="17" name="Shape 15"/>
          <p:cNvSpPr/>
          <p:nvPr/>
        </p:nvSpPr>
        <p:spPr>
          <a:xfrm>
            <a:off x="4577639" y="2042770"/>
            <a:ext cx="480212" cy="457200"/>
          </a:xfrm>
          <a:prstGeom prst="rect">
            <a:avLst/>
          </a:prstGeom>
          <a:solidFill>
            <a:srgbClr val="2B5C4B"/>
          </a:solidFill>
          <a:ln/>
        </p:spPr>
      </p:sp>
      <p:sp>
        <p:nvSpPr>
          <p:cNvPr id="18" name="Shape 16"/>
          <p:cNvSpPr/>
          <p:nvPr/>
        </p:nvSpPr>
        <p:spPr>
          <a:xfrm>
            <a:off x="5048707" y="2042770"/>
            <a:ext cx="480212" cy="457200"/>
          </a:xfrm>
          <a:prstGeom prst="rect">
            <a:avLst/>
          </a:prstGeom>
          <a:solidFill>
            <a:srgbClr val="235649"/>
          </a:solidFill>
          <a:ln/>
        </p:spPr>
      </p:sp>
      <p:sp>
        <p:nvSpPr>
          <p:cNvPr id="19" name="Shape 17"/>
          <p:cNvSpPr/>
          <p:nvPr/>
        </p:nvSpPr>
        <p:spPr>
          <a:xfrm>
            <a:off x="5519776" y="2042770"/>
            <a:ext cx="480212" cy="457200"/>
          </a:xfrm>
          <a:prstGeom prst="rect">
            <a:avLst/>
          </a:prstGeom>
          <a:solidFill>
            <a:srgbClr val="1B5046"/>
          </a:solidFill>
          <a:ln/>
        </p:spPr>
      </p:sp>
      <p:sp>
        <p:nvSpPr>
          <p:cNvPr id="20" name="Shape 18"/>
          <p:cNvSpPr/>
          <p:nvPr/>
        </p:nvSpPr>
        <p:spPr>
          <a:xfrm>
            <a:off x="5990844" y="2042770"/>
            <a:ext cx="480212" cy="457200"/>
          </a:xfrm>
          <a:prstGeom prst="rect">
            <a:avLst/>
          </a:prstGeom>
          <a:solidFill>
            <a:srgbClr val="144A44"/>
          </a:solidFill>
          <a:ln/>
        </p:spPr>
      </p:sp>
      <p:sp>
        <p:nvSpPr>
          <p:cNvPr id="21" name="Shape 19"/>
          <p:cNvSpPr/>
          <p:nvPr/>
        </p:nvSpPr>
        <p:spPr>
          <a:xfrm>
            <a:off x="6461912" y="2042770"/>
            <a:ext cx="480212" cy="457200"/>
          </a:xfrm>
          <a:prstGeom prst="rect">
            <a:avLst/>
          </a:prstGeom>
          <a:solidFill>
            <a:srgbClr val="0C4441"/>
          </a:solidFill>
          <a:ln/>
        </p:spPr>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866851" y="2042770"/>
          <a:ext cx="5806440" cy="4251960"/>
        </p:xfrm>
        <a:graphic>
          <a:graphicData uri="http://schemas.openxmlformats.org/drawingml/2006/table">
            <a:tbl>
              <a:tblPr/>
              <a:tblGrid>
                <a:gridCol w="1417320"/>
                <a:gridCol w="4389120"/>
              </a:tblGrid>
              <a:tr h="457200">
                <a:tc>
                  <a:txBody>
                    <a:bodyPr/>
                    <a:lstStyle/>
                    <a:p>
                      <a:pPr algn="l" indent="0" marL="0">
                        <a:buNone/>
                      </a:pPr>
                      <a:r>
                        <a:rPr lang="en-US" sz="1500" b="1" dirty="0">
                          <a:solidFill>
                            <a:srgbClr val="FFFFFF"/>
                          </a:solidFill>
                          <a:latin typeface="Manrope" pitchFamily="34" charset="0"/>
                          <a:ea typeface="Manrope" pitchFamily="34" charset="-122"/>
                          <a:cs typeface="Manrope" pitchFamily="34" charset="-120"/>
                        </a:rPr>
                        <a:t>ID</a:t>
                      </a:r>
                      <a:endParaRPr lang="en-US" sz="18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500" b="1" dirty="0">
                          <a:solidFill>
                            <a:srgbClr val="FFFFFF"/>
                          </a:solidFill>
                          <a:latin typeface="Manrope" pitchFamily="34" charset="0"/>
                          <a:ea typeface="Manrope" pitchFamily="34" charset="-122"/>
                          <a:cs typeface="Manrope" pitchFamily="34" charset="-120"/>
                        </a:rPr>
                        <a:t>Risk</a:t>
                      </a:r>
                      <a:endParaRPr lang="en-US" sz="18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r>
              <a:tr h="379476">
                <a:tc>
                  <a:txBody>
                    <a:bodyPr/>
                    <a:lstStyle/>
                    <a:p>
                      <a:pPr algn="l" indent="0" marL="0">
                        <a:buNone/>
                      </a:pPr>
                      <a:r>
                        <a:rPr lang="en-US" sz="1400" dirty="0" b="1">
                          <a:solidFill>
                            <a:srgbClr val="D5E6CD"/>
                          </a:solidFill>
                          <a:latin typeface="Manrope" pitchFamily="34" charset="0"/>
                          <a:ea typeface="Manrope" pitchFamily="34" charset="-122"/>
                          <a:cs typeface="Manrope" pitchFamily="34" charset="-120"/>
                        </a:rPr>
                        <a:t>LLM01</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300" dirty="0">
                          <a:solidFill>
                            <a:srgbClr val="FFFFFF"/>
                          </a:solidFill>
                          <a:latin typeface="Manrope" pitchFamily="34" charset="0"/>
                          <a:ea typeface="Manrope" pitchFamily="34" charset="-122"/>
                          <a:cs typeface="Manrope" pitchFamily="34" charset="-120"/>
                        </a:rPr>
                        <a:t>Prompt Injection</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r>
              <a:tr h="379476">
                <a:tc>
                  <a:txBody>
                    <a:bodyPr/>
                    <a:lstStyle/>
                    <a:p>
                      <a:pPr algn="l" indent="0" marL="0">
                        <a:buNone/>
                      </a:pPr>
                      <a:r>
                        <a:rPr lang="en-US" sz="1400" dirty="0" b="1">
                          <a:solidFill>
                            <a:srgbClr val="D5E6CD"/>
                          </a:solidFill>
                          <a:latin typeface="Manrope" pitchFamily="34" charset="0"/>
                          <a:ea typeface="Manrope" pitchFamily="34" charset="-122"/>
                          <a:cs typeface="Manrope" pitchFamily="34" charset="-120"/>
                        </a:rPr>
                        <a:t>LLM02</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300" dirty="0">
                          <a:solidFill>
                            <a:srgbClr val="FFFFFF"/>
                          </a:solidFill>
                          <a:latin typeface="Manrope" pitchFamily="34" charset="0"/>
                          <a:ea typeface="Manrope" pitchFamily="34" charset="-122"/>
                          <a:cs typeface="Manrope" pitchFamily="34" charset="-120"/>
                        </a:rPr>
                        <a:t>Sensitive Information Disclosure</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r>
              <a:tr h="379476">
                <a:tc>
                  <a:txBody>
                    <a:bodyPr/>
                    <a:lstStyle/>
                    <a:p>
                      <a:pPr algn="l" indent="0" marL="0">
                        <a:buNone/>
                      </a:pPr>
                      <a:r>
                        <a:rPr lang="en-US" sz="1400" dirty="0" b="1">
                          <a:solidFill>
                            <a:srgbClr val="D5E6CD"/>
                          </a:solidFill>
                          <a:latin typeface="Manrope" pitchFamily="34" charset="0"/>
                          <a:ea typeface="Manrope" pitchFamily="34" charset="-122"/>
                          <a:cs typeface="Manrope" pitchFamily="34" charset="-120"/>
                        </a:rPr>
                        <a:t>LLM03</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300" dirty="0">
                          <a:solidFill>
                            <a:srgbClr val="FFFFFF"/>
                          </a:solidFill>
                          <a:latin typeface="Manrope" pitchFamily="34" charset="0"/>
                          <a:ea typeface="Manrope" pitchFamily="34" charset="-122"/>
                          <a:cs typeface="Manrope" pitchFamily="34" charset="-120"/>
                        </a:rPr>
                        <a:t>Supply Chain</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r>
              <a:tr h="379476">
                <a:tc>
                  <a:txBody>
                    <a:bodyPr/>
                    <a:lstStyle/>
                    <a:p>
                      <a:pPr algn="l" indent="0" marL="0">
                        <a:buNone/>
                      </a:pPr>
                      <a:r>
                        <a:rPr lang="en-US" sz="1400" dirty="0" b="1">
                          <a:solidFill>
                            <a:srgbClr val="D5E6CD"/>
                          </a:solidFill>
                          <a:latin typeface="Manrope" pitchFamily="34" charset="0"/>
                          <a:ea typeface="Manrope" pitchFamily="34" charset="-122"/>
                          <a:cs typeface="Manrope" pitchFamily="34" charset="-120"/>
                        </a:rPr>
                        <a:t>LLM04</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300" dirty="0">
                          <a:solidFill>
                            <a:srgbClr val="FFFFFF"/>
                          </a:solidFill>
                          <a:latin typeface="Manrope" pitchFamily="34" charset="0"/>
                          <a:ea typeface="Manrope" pitchFamily="34" charset="-122"/>
                          <a:cs typeface="Manrope" pitchFamily="34" charset="-120"/>
                        </a:rPr>
                        <a:t>Data and Model Poisoning</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r>
              <a:tr h="379476">
                <a:tc>
                  <a:txBody>
                    <a:bodyPr/>
                    <a:lstStyle/>
                    <a:p>
                      <a:pPr algn="l" indent="0" marL="0">
                        <a:buNone/>
                      </a:pPr>
                      <a:r>
                        <a:rPr lang="en-US" sz="1400" dirty="0" b="1">
                          <a:solidFill>
                            <a:srgbClr val="D5E6CD"/>
                          </a:solidFill>
                          <a:latin typeface="Manrope" pitchFamily="34" charset="0"/>
                          <a:ea typeface="Manrope" pitchFamily="34" charset="-122"/>
                          <a:cs typeface="Manrope" pitchFamily="34" charset="-120"/>
                        </a:rPr>
                        <a:t>LLM05</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300" dirty="0">
                          <a:solidFill>
                            <a:srgbClr val="FFFFFF"/>
                          </a:solidFill>
                          <a:latin typeface="Manrope" pitchFamily="34" charset="0"/>
                          <a:ea typeface="Manrope" pitchFamily="34" charset="-122"/>
                          <a:cs typeface="Manrope" pitchFamily="34" charset="-120"/>
                        </a:rPr>
                        <a:t>Improper Output Handling</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r>
              <a:tr h="379476">
                <a:tc>
                  <a:txBody>
                    <a:bodyPr/>
                    <a:lstStyle/>
                    <a:p>
                      <a:pPr algn="l" indent="0" marL="0">
                        <a:buNone/>
                      </a:pPr>
                      <a:r>
                        <a:rPr lang="en-US" sz="1400" dirty="0" b="1">
                          <a:solidFill>
                            <a:srgbClr val="D5E6CD"/>
                          </a:solidFill>
                          <a:latin typeface="Manrope" pitchFamily="34" charset="0"/>
                          <a:ea typeface="Manrope" pitchFamily="34" charset="-122"/>
                          <a:cs typeface="Manrope" pitchFamily="34" charset="-120"/>
                        </a:rPr>
                        <a:t>LLM06</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300" dirty="0">
                          <a:solidFill>
                            <a:srgbClr val="FFFFFF"/>
                          </a:solidFill>
                          <a:latin typeface="Manrope" pitchFamily="34" charset="0"/>
                          <a:ea typeface="Manrope" pitchFamily="34" charset="-122"/>
                          <a:cs typeface="Manrope" pitchFamily="34" charset="-120"/>
                        </a:rPr>
                        <a:t>Excessive Agency</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r>
              <a:tr h="379476">
                <a:tc>
                  <a:txBody>
                    <a:bodyPr/>
                    <a:lstStyle/>
                    <a:p>
                      <a:pPr algn="l" indent="0" marL="0">
                        <a:buNone/>
                      </a:pPr>
                      <a:r>
                        <a:rPr lang="en-US" sz="1400" dirty="0" b="1">
                          <a:solidFill>
                            <a:srgbClr val="D5E6CD"/>
                          </a:solidFill>
                          <a:latin typeface="Manrope" pitchFamily="34" charset="0"/>
                          <a:ea typeface="Manrope" pitchFamily="34" charset="-122"/>
                          <a:cs typeface="Manrope" pitchFamily="34" charset="-120"/>
                        </a:rPr>
                        <a:t>LLM07</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300" dirty="0">
                          <a:solidFill>
                            <a:srgbClr val="FFFFFF"/>
                          </a:solidFill>
                          <a:latin typeface="Manrope" pitchFamily="34" charset="0"/>
                          <a:ea typeface="Manrope" pitchFamily="34" charset="-122"/>
                          <a:cs typeface="Manrope" pitchFamily="34" charset="-120"/>
                        </a:rPr>
                        <a:t>System Prompt Leakage</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r>
              <a:tr h="379476">
                <a:tc>
                  <a:txBody>
                    <a:bodyPr/>
                    <a:lstStyle/>
                    <a:p>
                      <a:pPr algn="l" indent="0" marL="0">
                        <a:buNone/>
                      </a:pPr>
                      <a:r>
                        <a:rPr lang="en-US" sz="1400" dirty="0" b="1">
                          <a:solidFill>
                            <a:srgbClr val="D5E6CD"/>
                          </a:solidFill>
                          <a:latin typeface="Manrope" pitchFamily="34" charset="0"/>
                          <a:ea typeface="Manrope" pitchFamily="34" charset="-122"/>
                          <a:cs typeface="Manrope" pitchFamily="34" charset="-120"/>
                        </a:rPr>
                        <a:t>LLM08</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300" dirty="0">
                          <a:solidFill>
                            <a:srgbClr val="FFFFFF"/>
                          </a:solidFill>
                          <a:latin typeface="Manrope" pitchFamily="34" charset="0"/>
                          <a:ea typeface="Manrope" pitchFamily="34" charset="-122"/>
                          <a:cs typeface="Manrope" pitchFamily="34" charset="-120"/>
                        </a:rPr>
                        <a:t>Vector and Embedding Weaknesses</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r>
              <a:tr h="379476">
                <a:tc>
                  <a:txBody>
                    <a:bodyPr/>
                    <a:lstStyle/>
                    <a:p>
                      <a:pPr algn="l" indent="0" marL="0">
                        <a:buNone/>
                      </a:pPr>
                      <a:r>
                        <a:rPr lang="en-US" sz="1400" dirty="0" b="1">
                          <a:solidFill>
                            <a:srgbClr val="D5E6CD"/>
                          </a:solidFill>
                          <a:latin typeface="Manrope" pitchFamily="34" charset="0"/>
                          <a:ea typeface="Manrope" pitchFamily="34" charset="-122"/>
                          <a:cs typeface="Manrope" pitchFamily="34" charset="-120"/>
                        </a:rPr>
                        <a:t>LLM09</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300" dirty="0">
                          <a:solidFill>
                            <a:srgbClr val="FFFFFF"/>
                          </a:solidFill>
                          <a:latin typeface="Manrope" pitchFamily="34" charset="0"/>
                          <a:ea typeface="Manrope" pitchFamily="34" charset="-122"/>
                          <a:cs typeface="Manrope" pitchFamily="34" charset="-120"/>
                        </a:rPr>
                        <a:t>Misinformation</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r>
              <a:tr h="379476">
                <a:tc>
                  <a:txBody>
                    <a:bodyPr/>
                    <a:lstStyle/>
                    <a:p>
                      <a:pPr algn="l" indent="0" marL="0">
                        <a:buNone/>
                      </a:pPr>
                      <a:r>
                        <a:rPr lang="en-US" sz="1400" dirty="0" b="1">
                          <a:solidFill>
                            <a:srgbClr val="D5E6CD"/>
                          </a:solidFill>
                          <a:latin typeface="Manrope" pitchFamily="34" charset="0"/>
                          <a:ea typeface="Manrope" pitchFamily="34" charset="-122"/>
                          <a:cs typeface="Manrope" pitchFamily="34" charset="-120"/>
                        </a:rPr>
                        <a:t>LLM10</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300" dirty="0">
                          <a:solidFill>
                            <a:srgbClr val="FFFFFF"/>
                          </a:solidFill>
                          <a:latin typeface="Manrope" pitchFamily="34" charset="0"/>
                          <a:ea typeface="Manrope" pitchFamily="34" charset="-122"/>
                          <a:cs typeface="Manrope" pitchFamily="34" charset="-120"/>
                        </a:rPr>
                        <a:t>Unbounded Consumption</a:t>
                      </a:r>
                      <a:endParaRPr lang="en-US" sz="1600" dirty="0">
                        <a:latin typeface="Manrope" charset="0"/>
                        <a:ea typeface="Manrope" charset="0"/>
                        <a:cs typeface="Manrope" charset="0"/>
                      </a:endParaRPr>
                    </a:p>
                  </a:txBody>
                  <a:tcPr marL="137160" marR="73152" marT="27432" marB="27432" anchor="ctr">
                    <a:lnL w="0" cap="flat" cmpd="sng" algn="ctr">
                      <a:noFill/>
                    </a:lnL>
                    <a:lnR w="0" cap="flat" cmpd="sng" algn="ctr">
                      <a:noFill/>
                    </a:lnR>
                    <a:lnT w="0" cap="flat" cmpd="sng" algn="ctr">
                      <a:noFill/>
                    </a:lnT>
                    <a:lnB w="0" cap="flat" cmpd="sng" algn="ctr">
                      <a:noFill/>
                    </a:lnB>
                  </a:tcPr>
                </a:tc>
              </a:tr>
            </a:tbl>
          </a:graphicData>
        </a:graphic>
      </p:graphicFrame>
      <p:sp>
        <p:nvSpPr>
          <p:cNvPr id="23" name="Shape 20"/>
          <p:cNvSpPr/>
          <p:nvPr/>
        </p:nvSpPr>
        <p:spPr>
          <a:xfrm>
            <a:off x="7541971" y="873252"/>
            <a:ext cx="0" cy="5984748"/>
          </a:xfrm>
          <a:prstGeom prst="line">
            <a:avLst/>
          </a:prstGeom>
          <a:noFill/>
          <a:ln w="2540">
            <a:solidFill>
              <a:srgbClr val="D0CFCF"/>
            </a:solidFill>
            <a:prstDash val="solid"/>
          </a:ln>
        </p:spPr>
      </p:sp>
      <p:sp>
        <p:nvSpPr>
          <p:cNvPr id="24" name="Shape 21"/>
          <p:cNvSpPr/>
          <p:nvPr/>
        </p:nvSpPr>
        <p:spPr>
          <a:xfrm>
            <a:off x="7506310" y="836676"/>
            <a:ext cx="72238" cy="72238"/>
          </a:xfrm>
          <a:prstGeom prst="ellipse">
            <a:avLst/>
          </a:prstGeom>
          <a:solidFill>
            <a:srgbClr val="D0CFCF"/>
          </a:solidFill>
          <a:ln/>
        </p:spPr>
      </p:sp>
      <p:sp>
        <p:nvSpPr>
          <p:cNvPr id="26" name="Shape 23"/>
          <p:cNvSpPr/>
          <p:nvPr/>
        </p:nvSpPr>
        <p:spPr>
          <a:xfrm>
            <a:off x="2284171" y="2042770"/>
            <a:ext cx="0" cy="4325112"/>
          </a:xfrm>
          <a:prstGeom prst="line">
            <a:avLst/>
          </a:prstGeom>
          <a:noFill/>
          <a:ln w="2540">
            <a:solidFill>
              <a:srgbClr val="FFFFFF">
                <a:alpha val="45000"/>
              </a:srgbClr>
            </a:solidFill>
            <a:prstDash val="solid"/>
          </a:ln>
        </p:spPr>
      </p:sp>
      <p:sp>
        <p:nvSpPr>
          <p:cNvPr id="27" name="Text 24"/>
          <p:cNvSpPr/>
          <p:nvPr/>
        </p:nvSpPr>
        <p:spPr>
          <a:xfrm>
            <a:off x="7992770" y="4892040"/>
            <a:ext cx="3429000" cy="1371600"/>
          </a:xfrm>
          <a:prstGeom prst="rect">
            <a:avLst/>
          </a:prstGeom>
          <a:noFill/>
          <a:ln/>
        </p:spPr>
        <p:txBody>
          <a:bodyPr wrap="square" rtlCol="0" anchor="t"/>
          <a:lstStyle/>
          <a:p>
            <a:pPr indent="0" marL="0">
              <a:lnSpc>
                <a:spcPct val="125000"/>
              </a:lnSpc>
              <a:spcAft>
                <a:spcPts val="600"/>
              </a:spcAft>
              <a:buNone/>
            </a:pPr>
            <a:r>
              <a:rPr lang="en-US" sz="1300" dirty="0">
                <a:solidFill>
                  <a:srgbClr val="FFFFFF"/>
                </a:solidFill>
                <a:latin typeface="Manrope" pitchFamily="34" charset="0"/>
                <a:ea typeface="Manrope" pitchFamily="34" charset="-122"/>
                <a:cs typeface="Manrope" pitchFamily="34" charset="-120"/>
              </a:rPr>
              <a:t>OWASP: RAG and fine-tuning “do not fully mitigate prompt injection vulnerabilities,” and jailbreaking is “a form of prompt injection.”</a:t>
            </a:r>
            <a:endParaRPr lang="en-US" sz="1200" dirty="0"/>
          </a:p>
        </p:txBody>
      </p:sp>
      <p:sp>
        <p:nvSpPr>
          <p:cNvPr id="28" name="Shape 25"/>
          <p:cNvSpPr/>
          <p:nvPr/>
        </p:nvSpPr>
        <p:spPr>
          <a:xfrm>
            <a:off x="7860182" y="1143000"/>
            <a:ext cx="3420770" cy="1874520"/>
          </a:xfrm>
          <a:prstGeom prst="roundRect">
            <a:avLst>
              <a:gd name="adj" fmla="val 5132"/>
            </a:avLst>
          </a:prstGeom>
          <a:solidFill>
            <a:srgbClr val="FFFFFF">
              <a:alpha val="10000"/>
            </a:srgbClr>
          </a:solidFill>
          <a:ln w="2540">
            <a:solidFill>
              <a:srgbClr val="FFFFFF">
                <a:alpha val="40000"/>
              </a:srgbClr>
            </a:solidFill>
            <a:prstDash val="solid"/>
          </a:ln>
        </p:spPr>
      </p:sp>
      <p:sp>
        <p:nvSpPr>
          <p:cNvPr id="29" name="Text 26"/>
          <p:cNvSpPr/>
          <p:nvPr/>
        </p:nvSpPr>
        <p:spPr>
          <a:xfrm>
            <a:off x="8618220" y="1325880"/>
            <a:ext cx="2651760" cy="320954"/>
          </a:xfrm>
          <a:prstGeom prst="rect">
            <a:avLst/>
          </a:prstGeom>
          <a:noFill/>
          <a:ln/>
        </p:spPr>
        <p:txBody>
          <a:bodyPr wrap="square" lIns="0" tIns="0" rIns="0" bIns="0" rtlCol="0" anchor="t"/>
          <a:lstStyle/>
          <a:p>
            <a:pPr indent="0" marL="0">
              <a:lnSpc>
                <a:spcPct val="125000"/>
              </a:lnSpc>
              <a:spcAft>
                <a:spcPts val="600"/>
              </a:spcAft>
              <a:buNone/>
            </a:pPr>
            <a:r>
              <a:rPr lang="en-US" sz="1800" dirty="0">
                <a:solidFill>
                  <a:srgbClr val="D5E6CD"/>
                </a:solidFill>
                <a:latin typeface="Manrope" pitchFamily="34" charset="0"/>
                <a:ea typeface="Manrope" pitchFamily="34" charset="-122"/>
                <a:cs typeface="Manrope" pitchFamily="34" charset="-120"/>
              </a:rPr>
              <a:t>Two kinds of injection</a:t>
            </a:r>
            <a:endParaRPr lang="en-US" sz="1800" dirty="0"/>
          </a:p>
        </p:txBody>
      </p:sp>
      <p:sp>
        <p:nvSpPr>
          <p:cNvPr id="30" name="Text 27"/>
          <p:cNvSpPr/>
          <p:nvPr/>
        </p:nvSpPr>
        <p:spPr>
          <a:xfrm>
            <a:off x="8521294" y="1664208"/>
            <a:ext cx="2651760" cy="1280160"/>
          </a:xfrm>
          <a:prstGeom prst="rect">
            <a:avLst/>
          </a:prstGeom>
          <a:noFill/>
          <a:ln/>
        </p:spPr>
        <p:txBody>
          <a:bodyPr wrap="square" rtlCol="0" anchor="t"/>
          <a:lstStyle/>
          <a:p>
            <a:pPr indent="0" marL="0">
              <a:lnSpc>
                <a:spcPct val="125000"/>
              </a:lnSpc>
              <a:spcAft>
                <a:spcPts val="600"/>
              </a:spcAft>
              <a:buNone/>
            </a:pPr>
            <a:r>
              <a:rPr lang="en-US" sz="1300" dirty="0">
                <a:solidFill>
                  <a:srgbClr val="FFFFFF"/>
                </a:solidFill>
                <a:latin typeface="Manrope" pitchFamily="34" charset="0"/>
                <a:ea typeface="Manrope" pitchFamily="34" charset="-122"/>
                <a:cs typeface="Manrope" pitchFamily="34" charset="-120"/>
              </a:rPr>
              <a:t>Direct: a user’s prompt directly alters the model’s behavior. Indirect: the LLM accepts input from external sources, such as websites or files.</a:t>
            </a:r>
            <a:endParaRPr lang="en-US" sz="1200" dirty="0"/>
          </a:p>
        </p:txBody>
      </p:sp>
      <p:sp>
        <p:nvSpPr>
          <p:cNvPr id="31" name="Shape 28"/>
          <p:cNvSpPr/>
          <p:nvPr/>
        </p:nvSpPr>
        <p:spPr>
          <a:xfrm>
            <a:off x="7860182" y="3200400"/>
            <a:ext cx="3420770" cy="1463040"/>
          </a:xfrm>
          <a:prstGeom prst="roundRect">
            <a:avLst>
              <a:gd name="adj" fmla="val 5132"/>
            </a:avLst>
          </a:prstGeom>
          <a:solidFill>
            <a:srgbClr val="FFFFFF">
              <a:alpha val="10000"/>
            </a:srgbClr>
          </a:solidFill>
          <a:ln w="2540">
            <a:solidFill>
              <a:srgbClr val="FFFFFF">
                <a:alpha val="40000"/>
              </a:srgbClr>
            </a:solidFill>
            <a:prstDash val="solid"/>
          </a:ln>
        </p:spPr>
      </p:sp>
      <p:sp>
        <p:nvSpPr>
          <p:cNvPr id="32" name="Text 29"/>
          <p:cNvSpPr/>
          <p:nvPr/>
        </p:nvSpPr>
        <p:spPr>
          <a:xfrm>
            <a:off x="8618220" y="3383280"/>
            <a:ext cx="1986991" cy="320954"/>
          </a:xfrm>
          <a:prstGeom prst="rect">
            <a:avLst/>
          </a:prstGeom>
          <a:noFill/>
          <a:ln/>
        </p:spPr>
        <p:txBody>
          <a:bodyPr wrap="square" lIns="0" tIns="0" rIns="0" bIns="0" rtlCol="0" anchor="t"/>
          <a:lstStyle/>
          <a:p>
            <a:pPr indent="0" marL="0">
              <a:lnSpc>
                <a:spcPct val="125000"/>
              </a:lnSpc>
              <a:spcAft>
                <a:spcPts val="600"/>
              </a:spcAft>
              <a:buNone/>
            </a:pPr>
            <a:r>
              <a:rPr lang="en-US" sz="1800" dirty="0">
                <a:solidFill>
                  <a:srgbClr val="D5E6CD"/>
                </a:solidFill>
                <a:latin typeface="Manrope" pitchFamily="34" charset="0"/>
                <a:ea typeface="Manrope" pitchFamily="34" charset="-122"/>
                <a:cs typeface="Manrope" pitchFamily="34" charset="-120"/>
              </a:rPr>
              <a:t>Defenses</a:t>
            </a:r>
            <a:endParaRPr lang="en-US" sz="1800" dirty="0"/>
          </a:p>
        </p:txBody>
      </p:sp>
      <p:sp>
        <p:nvSpPr>
          <p:cNvPr id="33" name="Text 30"/>
          <p:cNvSpPr/>
          <p:nvPr/>
        </p:nvSpPr>
        <p:spPr>
          <a:xfrm>
            <a:off x="8521294" y="3721608"/>
            <a:ext cx="2651760" cy="731520"/>
          </a:xfrm>
          <a:prstGeom prst="rect">
            <a:avLst/>
          </a:prstGeom>
          <a:noFill/>
          <a:ln/>
        </p:spPr>
        <p:txBody>
          <a:bodyPr wrap="square" rtlCol="0" anchor="t"/>
          <a:lstStyle/>
          <a:p>
            <a:pPr indent="0" marL="0">
              <a:lnSpc>
                <a:spcPct val="125000"/>
              </a:lnSpc>
              <a:spcAft>
                <a:spcPts val="600"/>
              </a:spcAft>
              <a:buNone/>
            </a:pPr>
            <a:r>
              <a:rPr lang="en-US" sz="1300" dirty="0">
                <a:solidFill>
                  <a:srgbClr val="FFFFFF"/>
                </a:solidFill>
                <a:latin typeface="Manrope" pitchFamily="34" charset="0"/>
                <a:ea typeface="Manrope" pitchFamily="34" charset="-122"/>
                <a:cs typeface="Manrope" pitchFamily="34" charset="-120"/>
              </a:rPr>
              <a:t>Least privilege, sandboxing, human approval for irreversible actions, guardrails.</a:t>
            </a:r>
            <a:endParaRPr lang="en-US" sz="1200" dirty="0"/>
          </a:p>
        </p:txBody>
      </p:sp>
      <p:sp>
        <p:nvSpPr>
          <p:cNvPr id="34" name="Shape 31"/>
          <p:cNvSpPr/>
          <p:nvPr/>
        </p:nvSpPr>
        <p:spPr>
          <a:xfrm>
            <a:off x="8146390" y="1325880"/>
            <a:ext cx="351130" cy="351130"/>
          </a:xfrm>
          <a:prstGeom prst="ellipse">
            <a:avLst/>
          </a:prstGeom>
          <a:ln w="15875">
            <a:solidFill>
              <a:srgbClr val="9FEF9C"/>
            </a:solidFill>
            <a:prstDash val="solid"/>
          </a:ln>
        </p:spPr>
      </p:sp>
      <p:sp>
        <p:nvSpPr>
          <p:cNvPr id="35" name="Shape 32"/>
          <p:cNvSpPr/>
          <p:nvPr/>
        </p:nvSpPr>
        <p:spPr>
          <a:xfrm>
            <a:off x="8262262" y="1442009"/>
            <a:ext cx="119384" cy="119384"/>
          </a:xfrm>
          <a:prstGeom prst="ellipse">
            <a:avLst/>
          </a:prstGeom>
          <a:solidFill>
            <a:srgbClr val="9FEF9C"/>
          </a:solidFill>
          <a:ln/>
        </p:spPr>
      </p:sp>
      <p:sp>
        <p:nvSpPr>
          <p:cNvPr id="36" name="Shape 33"/>
          <p:cNvSpPr/>
          <p:nvPr/>
        </p:nvSpPr>
        <p:spPr>
          <a:xfrm>
            <a:off x="8115300" y="3383280"/>
            <a:ext cx="329184" cy="329184"/>
          </a:xfrm>
          <a:prstGeom prst="ellipse">
            <a:avLst/>
          </a:prstGeom>
          <a:ln w="15875">
            <a:solidFill>
              <a:srgbClr val="9FEF9C"/>
            </a:solidFill>
            <a:prstDash val="solid"/>
          </a:ln>
        </p:spPr>
      </p:sp>
      <p:sp>
        <p:nvSpPr>
          <p:cNvPr id="37" name="Shape 34"/>
          <p:cNvSpPr/>
          <p:nvPr/>
        </p:nvSpPr>
        <p:spPr>
          <a:xfrm>
            <a:off x="8223931" y="3492094"/>
            <a:ext cx="111923" cy="111923"/>
          </a:xfrm>
          <a:prstGeom prst="ellipse">
            <a:avLst/>
          </a:prstGeom>
          <a:solidFill>
            <a:srgbClr val="9FEF9C"/>
          </a:solidFill>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C4441"/>
          </a:solidFill>
          <a:ln/>
        </p:spPr>
      </p:sp>
      <p:sp>
        <p:nvSpPr>
          <p:cNvPr id="3" name="Shape 1"/>
          <p:cNvSpPr/>
          <p:nvPr/>
        </p:nvSpPr>
        <p:spPr>
          <a:xfrm>
            <a:off x="-10058400" y="-21488400"/>
            <a:ext cx="43525440" cy="43525440"/>
          </a:xfrm>
          <a:prstGeom prst="ellipse">
            <a:avLst/>
          </a:prstGeom>
          <a:solidFill>
            <a:srgbClr val="4B6041">
              <a:alpha val="5333"/>
            </a:srgbClr>
          </a:solidFill>
          <a:ln/>
        </p:spPr>
      </p:sp>
      <p:sp>
        <p:nvSpPr>
          <p:cNvPr id="4" name="Shape 2"/>
          <p:cNvSpPr/>
          <p:nvPr/>
        </p:nvSpPr>
        <p:spPr>
          <a:xfrm>
            <a:off x="-8046720" y="-19476720"/>
            <a:ext cx="39502080" cy="39502080"/>
          </a:xfrm>
          <a:prstGeom prst="ellipse">
            <a:avLst/>
          </a:prstGeom>
          <a:solidFill>
            <a:srgbClr val="4B6041">
              <a:alpha val="6000"/>
            </a:srgbClr>
          </a:solidFill>
          <a:ln/>
        </p:spPr>
      </p:sp>
      <p:sp>
        <p:nvSpPr>
          <p:cNvPr id="5" name="Shape 3"/>
          <p:cNvSpPr/>
          <p:nvPr/>
        </p:nvSpPr>
        <p:spPr>
          <a:xfrm>
            <a:off x="-6035040" y="-17465040"/>
            <a:ext cx="35478720" cy="35478720"/>
          </a:xfrm>
          <a:prstGeom prst="ellipse">
            <a:avLst/>
          </a:prstGeom>
          <a:solidFill>
            <a:srgbClr val="4B6041">
              <a:alpha val="6857"/>
            </a:srgbClr>
          </a:solidFill>
          <a:ln/>
        </p:spPr>
      </p:sp>
      <p:sp>
        <p:nvSpPr>
          <p:cNvPr id="6" name="Shape 4"/>
          <p:cNvSpPr/>
          <p:nvPr/>
        </p:nvSpPr>
        <p:spPr>
          <a:xfrm>
            <a:off x="-4023360" y="-15453360"/>
            <a:ext cx="31455360" cy="31455360"/>
          </a:xfrm>
          <a:prstGeom prst="ellipse">
            <a:avLst/>
          </a:prstGeom>
          <a:solidFill>
            <a:srgbClr val="4B6041">
              <a:alpha val="8000"/>
            </a:srgbClr>
          </a:solidFill>
          <a:ln/>
        </p:spPr>
      </p:sp>
      <p:sp>
        <p:nvSpPr>
          <p:cNvPr id="7" name="Shape 5"/>
          <p:cNvSpPr/>
          <p:nvPr/>
        </p:nvSpPr>
        <p:spPr>
          <a:xfrm>
            <a:off x="-2011680" y="-13441680"/>
            <a:ext cx="27432000" cy="27432000"/>
          </a:xfrm>
          <a:prstGeom prst="ellipse">
            <a:avLst/>
          </a:prstGeom>
          <a:solidFill>
            <a:srgbClr val="4B6041">
              <a:alpha val="9600"/>
            </a:srgbClr>
          </a:solidFill>
          <a:ln/>
        </p:spPr>
      </p:sp>
      <p:sp>
        <p:nvSpPr>
          <p:cNvPr id="8" name="Shape 6"/>
          <p:cNvSpPr/>
          <p:nvPr/>
        </p:nvSpPr>
        <p:spPr>
          <a:xfrm>
            <a:off x="0" y="-11430000"/>
            <a:ext cx="23408640" cy="23408640"/>
          </a:xfrm>
          <a:prstGeom prst="ellipse">
            <a:avLst/>
          </a:prstGeom>
          <a:solidFill>
            <a:srgbClr val="4B6041">
              <a:alpha val="12000"/>
            </a:srgbClr>
          </a:solidFill>
          <a:ln/>
        </p:spPr>
      </p:sp>
      <p:sp>
        <p:nvSpPr>
          <p:cNvPr id="9" name="Shape 7"/>
          <p:cNvSpPr/>
          <p:nvPr/>
        </p:nvSpPr>
        <p:spPr>
          <a:xfrm>
            <a:off x="2011680" y="-9418320"/>
            <a:ext cx="19385280" cy="19385280"/>
          </a:xfrm>
          <a:prstGeom prst="ellipse">
            <a:avLst/>
          </a:prstGeom>
          <a:solidFill>
            <a:srgbClr val="4B6041">
              <a:alpha val="16000"/>
            </a:srgbClr>
          </a:solidFill>
          <a:ln/>
        </p:spPr>
      </p:sp>
      <p:sp>
        <p:nvSpPr>
          <p:cNvPr id="10" name="Shape 8"/>
          <p:cNvSpPr/>
          <p:nvPr/>
        </p:nvSpPr>
        <p:spPr>
          <a:xfrm>
            <a:off x="4023360" y="-7406640"/>
            <a:ext cx="15361920" cy="15361920"/>
          </a:xfrm>
          <a:prstGeom prst="ellipse">
            <a:avLst/>
          </a:prstGeom>
          <a:solidFill>
            <a:srgbClr val="4B6041">
              <a:alpha val="24000"/>
            </a:srgbClr>
          </a:solidFill>
          <a:ln/>
        </p:spPr>
      </p:sp>
      <p:sp>
        <p:nvSpPr>
          <p:cNvPr id="11" name="Shape 9"/>
          <p:cNvSpPr/>
          <p:nvPr/>
        </p:nvSpPr>
        <p:spPr>
          <a:xfrm>
            <a:off x="6035040" y="-5394960"/>
            <a:ext cx="11338560" cy="11338560"/>
          </a:xfrm>
          <a:prstGeom prst="ellipse">
            <a:avLst/>
          </a:prstGeom>
          <a:solidFill>
            <a:srgbClr val="4B6041">
              <a:alpha val="48000"/>
            </a:srgbClr>
          </a:solidFill>
          <a:ln/>
        </p:spPr>
      </p:sp>
      <p:sp>
        <p:nvSpPr>
          <p:cNvPr id="14" name="Shape 12"/>
          <p:cNvSpPr/>
          <p:nvPr/>
        </p:nvSpPr>
        <p:spPr>
          <a:xfrm>
            <a:off x="0" y="873252"/>
            <a:ext cx="12191695" cy="0"/>
          </a:xfrm>
          <a:prstGeom prst="line">
            <a:avLst/>
          </a:prstGeom>
          <a:noFill/>
          <a:ln w="2540">
            <a:solidFill>
              <a:srgbClr val="D0CFCF">
                <a:alpha val="60000"/>
              </a:srgbClr>
            </a:solidFill>
            <a:prstDash val="solid"/>
          </a:ln>
        </p:spPr>
      </p:sp>
      <p:sp>
        <p:nvSpPr>
          <p:cNvPr id="17" name="Shape 15"/>
          <p:cNvSpPr/>
          <p:nvPr/>
        </p:nvSpPr>
        <p:spPr>
          <a:xfrm>
            <a:off x="7651699" y="1720901"/>
            <a:ext cx="803758" cy="849706"/>
          </a:xfrm>
          <a:prstGeom prst="rect">
            <a:avLst/>
          </a:prstGeom>
          <a:solidFill>
            <a:srgbClr val="FFFFFF">
              <a:alpha val="688"/>
            </a:srgbClr>
          </a:solidFill>
          <a:ln/>
        </p:spPr>
      </p:sp>
      <p:sp>
        <p:nvSpPr>
          <p:cNvPr id="18" name="Shape 16"/>
          <p:cNvSpPr/>
          <p:nvPr/>
        </p:nvSpPr>
        <p:spPr>
          <a:xfrm>
            <a:off x="7651699" y="2561463"/>
            <a:ext cx="803758" cy="849706"/>
          </a:xfrm>
          <a:prstGeom prst="rect">
            <a:avLst/>
          </a:prstGeom>
          <a:solidFill>
            <a:srgbClr val="FFFFFF">
              <a:alpha val="1375"/>
            </a:srgbClr>
          </a:solidFill>
          <a:ln/>
        </p:spPr>
      </p:sp>
      <p:sp>
        <p:nvSpPr>
          <p:cNvPr id="19" name="Shape 17"/>
          <p:cNvSpPr/>
          <p:nvPr/>
        </p:nvSpPr>
        <p:spPr>
          <a:xfrm>
            <a:off x="7651699" y="3402025"/>
            <a:ext cx="803758" cy="849706"/>
          </a:xfrm>
          <a:prstGeom prst="rect">
            <a:avLst/>
          </a:prstGeom>
          <a:solidFill>
            <a:srgbClr val="FFFFFF">
              <a:alpha val="2063"/>
            </a:srgbClr>
          </a:solidFill>
          <a:ln/>
        </p:spPr>
      </p:sp>
      <p:sp>
        <p:nvSpPr>
          <p:cNvPr id="20" name="Shape 18"/>
          <p:cNvSpPr/>
          <p:nvPr/>
        </p:nvSpPr>
        <p:spPr>
          <a:xfrm>
            <a:off x="7651699" y="4242587"/>
            <a:ext cx="803758" cy="849706"/>
          </a:xfrm>
          <a:prstGeom prst="rect">
            <a:avLst/>
          </a:prstGeom>
          <a:solidFill>
            <a:srgbClr val="FFFFFF">
              <a:alpha val="2750"/>
            </a:srgbClr>
          </a:solidFill>
          <a:ln/>
        </p:spPr>
      </p:sp>
      <p:sp>
        <p:nvSpPr>
          <p:cNvPr id="21" name="Shape 19"/>
          <p:cNvSpPr/>
          <p:nvPr/>
        </p:nvSpPr>
        <p:spPr>
          <a:xfrm>
            <a:off x="7651699" y="5083150"/>
            <a:ext cx="803758" cy="849706"/>
          </a:xfrm>
          <a:prstGeom prst="rect">
            <a:avLst/>
          </a:prstGeom>
          <a:solidFill>
            <a:srgbClr val="FFFFFF">
              <a:alpha val="3438"/>
            </a:srgbClr>
          </a:solidFill>
          <a:ln/>
        </p:spPr>
      </p:sp>
      <p:sp>
        <p:nvSpPr>
          <p:cNvPr id="22" name="Shape 20"/>
          <p:cNvSpPr/>
          <p:nvPr/>
        </p:nvSpPr>
        <p:spPr>
          <a:xfrm>
            <a:off x="7651699" y="5923712"/>
            <a:ext cx="803758" cy="849706"/>
          </a:xfrm>
          <a:prstGeom prst="rect">
            <a:avLst/>
          </a:prstGeom>
          <a:solidFill>
            <a:srgbClr val="FFFFFF">
              <a:alpha val="4125"/>
            </a:srgbClr>
          </a:solidFill>
          <a:ln/>
        </p:spPr>
      </p:sp>
      <p:sp>
        <p:nvSpPr>
          <p:cNvPr id="23" name="Shape 21"/>
          <p:cNvSpPr/>
          <p:nvPr/>
        </p:nvSpPr>
        <p:spPr>
          <a:xfrm>
            <a:off x="7651699" y="6764274"/>
            <a:ext cx="803758" cy="849706"/>
          </a:xfrm>
          <a:prstGeom prst="rect">
            <a:avLst/>
          </a:prstGeom>
          <a:solidFill>
            <a:srgbClr val="FFFFFF">
              <a:alpha val="4813"/>
            </a:srgbClr>
          </a:solidFill>
          <a:ln/>
        </p:spPr>
      </p:sp>
      <p:sp>
        <p:nvSpPr>
          <p:cNvPr id="24" name="Shape 22"/>
          <p:cNvSpPr/>
          <p:nvPr/>
        </p:nvSpPr>
        <p:spPr>
          <a:xfrm>
            <a:off x="7651699" y="7604836"/>
            <a:ext cx="803758" cy="849706"/>
          </a:xfrm>
          <a:prstGeom prst="rect">
            <a:avLst/>
          </a:prstGeom>
          <a:solidFill>
            <a:srgbClr val="FFFFFF">
              <a:alpha val="5500"/>
            </a:srgbClr>
          </a:solidFill>
          <a:ln/>
        </p:spPr>
      </p:sp>
      <p:sp>
        <p:nvSpPr>
          <p:cNvPr id="25" name="Shape 23"/>
          <p:cNvSpPr/>
          <p:nvPr/>
        </p:nvSpPr>
        <p:spPr>
          <a:xfrm>
            <a:off x="6281928" y="4329684"/>
            <a:ext cx="803758" cy="523723"/>
          </a:xfrm>
          <a:prstGeom prst="rect">
            <a:avLst/>
          </a:prstGeom>
          <a:solidFill>
            <a:srgbClr val="FFFFFF">
              <a:alpha val="138"/>
            </a:srgbClr>
          </a:solidFill>
          <a:ln/>
        </p:spPr>
      </p:sp>
      <p:sp>
        <p:nvSpPr>
          <p:cNvPr id="26" name="Shape 24"/>
          <p:cNvSpPr/>
          <p:nvPr/>
        </p:nvSpPr>
        <p:spPr>
          <a:xfrm>
            <a:off x="6281928" y="4844263"/>
            <a:ext cx="803758" cy="523723"/>
          </a:xfrm>
          <a:prstGeom prst="rect">
            <a:avLst/>
          </a:prstGeom>
          <a:solidFill>
            <a:srgbClr val="FFFFFF">
              <a:alpha val="275"/>
            </a:srgbClr>
          </a:solidFill>
          <a:ln/>
        </p:spPr>
      </p:sp>
      <p:sp>
        <p:nvSpPr>
          <p:cNvPr id="27" name="Shape 25"/>
          <p:cNvSpPr/>
          <p:nvPr/>
        </p:nvSpPr>
        <p:spPr>
          <a:xfrm>
            <a:off x="6281928" y="5358841"/>
            <a:ext cx="803758" cy="523723"/>
          </a:xfrm>
          <a:prstGeom prst="rect">
            <a:avLst/>
          </a:prstGeom>
          <a:solidFill>
            <a:srgbClr val="FFFFFF">
              <a:alpha val="412"/>
            </a:srgbClr>
          </a:solidFill>
          <a:ln/>
        </p:spPr>
      </p:sp>
      <p:sp>
        <p:nvSpPr>
          <p:cNvPr id="28" name="Shape 26"/>
          <p:cNvSpPr/>
          <p:nvPr/>
        </p:nvSpPr>
        <p:spPr>
          <a:xfrm>
            <a:off x="6281928" y="5873420"/>
            <a:ext cx="803758" cy="523723"/>
          </a:xfrm>
          <a:prstGeom prst="rect">
            <a:avLst/>
          </a:prstGeom>
          <a:solidFill>
            <a:srgbClr val="FFFFFF">
              <a:alpha val="550"/>
            </a:srgbClr>
          </a:solidFill>
          <a:ln/>
        </p:spPr>
      </p:sp>
      <p:sp>
        <p:nvSpPr>
          <p:cNvPr id="29" name="Shape 27"/>
          <p:cNvSpPr/>
          <p:nvPr/>
        </p:nvSpPr>
        <p:spPr>
          <a:xfrm>
            <a:off x="6281928" y="6387998"/>
            <a:ext cx="803758" cy="523723"/>
          </a:xfrm>
          <a:prstGeom prst="rect">
            <a:avLst/>
          </a:prstGeom>
          <a:solidFill>
            <a:srgbClr val="FFFFFF">
              <a:alpha val="688"/>
            </a:srgbClr>
          </a:solidFill>
          <a:ln/>
        </p:spPr>
      </p:sp>
      <p:sp>
        <p:nvSpPr>
          <p:cNvPr id="30" name="Shape 28"/>
          <p:cNvSpPr/>
          <p:nvPr/>
        </p:nvSpPr>
        <p:spPr>
          <a:xfrm>
            <a:off x="6281928" y="6902577"/>
            <a:ext cx="803758" cy="523723"/>
          </a:xfrm>
          <a:prstGeom prst="rect">
            <a:avLst/>
          </a:prstGeom>
          <a:solidFill>
            <a:srgbClr val="FFFFFF">
              <a:alpha val="825"/>
            </a:srgbClr>
          </a:solidFill>
          <a:ln/>
        </p:spPr>
      </p:sp>
      <p:sp>
        <p:nvSpPr>
          <p:cNvPr id="31" name="Shape 29"/>
          <p:cNvSpPr/>
          <p:nvPr/>
        </p:nvSpPr>
        <p:spPr>
          <a:xfrm>
            <a:off x="6281928" y="7417156"/>
            <a:ext cx="803758" cy="523723"/>
          </a:xfrm>
          <a:prstGeom prst="rect">
            <a:avLst/>
          </a:prstGeom>
          <a:solidFill>
            <a:srgbClr val="FFFFFF">
              <a:alpha val="963"/>
            </a:srgbClr>
          </a:solidFill>
          <a:ln/>
        </p:spPr>
      </p:sp>
      <p:sp>
        <p:nvSpPr>
          <p:cNvPr id="32" name="Shape 30"/>
          <p:cNvSpPr/>
          <p:nvPr/>
        </p:nvSpPr>
        <p:spPr>
          <a:xfrm>
            <a:off x="6281928" y="7931734"/>
            <a:ext cx="803758" cy="523723"/>
          </a:xfrm>
          <a:prstGeom prst="rect">
            <a:avLst/>
          </a:prstGeom>
          <a:solidFill>
            <a:srgbClr val="FFFFFF">
              <a:alpha val="1100"/>
            </a:srgbClr>
          </a:solidFill>
          <a:ln/>
        </p:spPr>
      </p:sp>
      <p:sp>
        <p:nvSpPr>
          <p:cNvPr id="33" name="Shape 31"/>
          <p:cNvSpPr/>
          <p:nvPr/>
        </p:nvSpPr>
        <p:spPr>
          <a:xfrm>
            <a:off x="6971386" y="3148279"/>
            <a:ext cx="803758" cy="671284"/>
          </a:xfrm>
          <a:prstGeom prst="rect">
            <a:avLst/>
          </a:prstGeom>
          <a:solidFill>
            <a:srgbClr val="FFFFFF">
              <a:alpha val="344"/>
            </a:srgbClr>
          </a:solidFill>
          <a:ln/>
        </p:spPr>
      </p:sp>
      <p:sp>
        <p:nvSpPr>
          <p:cNvPr id="34" name="Shape 32"/>
          <p:cNvSpPr/>
          <p:nvPr/>
        </p:nvSpPr>
        <p:spPr>
          <a:xfrm>
            <a:off x="6971386" y="3810419"/>
            <a:ext cx="803758" cy="671284"/>
          </a:xfrm>
          <a:prstGeom prst="rect">
            <a:avLst/>
          </a:prstGeom>
          <a:solidFill>
            <a:srgbClr val="FFFFFF">
              <a:alpha val="688"/>
            </a:srgbClr>
          </a:solidFill>
          <a:ln/>
        </p:spPr>
      </p:sp>
      <p:sp>
        <p:nvSpPr>
          <p:cNvPr id="35" name="Shape 33"/>
          <p:cNvSpPr/>
          <p:nvPr/>
        </p:nvSpPr>
        <p:spPr>
          <a:xfrm>
            <a:off x="6971386" y="4472559"/>
            <a:ext cx="803758" cy="671284"/>
          </a:xfrm>
          <a:prstGeom prst="rect">
            <a:avLst/>
          </a:prstGeom>
          <a:solidFill>
            <a:srgbClr val="FFFFFF">
              <a:alpha val="1031"/>
            </a:srgbClr>
          </a:solidFill>
          <a:ln/>
        </p:spPr>
      </p:sp>
      <p:sp>
        <p:nvSpPr>
          <p:cNvPr id="36" name="Shape 34"/>
          <p:cNvSpPr/>
          <p:nvPr/>
        </p:nvSpPr>
        <p:spPr>
          <a:xfrm>
            <a:off x="6971386" y="5134699"/>
            <a:ext cx="803758" cy="671284"/>
          </a:xfrm>
          <a:prstGeom prst="rect">
            <a:avLst/>
          </a:prstGeom>
          <a:solidFill>
            <a:srgbClr val="FFFFFF">
              <a:alpha val="1375"/>
            </a:srgbClr>
          </a:solidFill>
          <a:ln/>
        </p:spPr>
      </p:sp>
      <p:sp>
        <p:nvSpPr>
          <p:cNvPr id="37" name="Shape 35"/>
          <p:cNvSpPr/>
          <p:nvPr/>
        </p:nvSpPr>
        <p:spPr>
          <a:xfrm>
            <a:off x="6971386" y="5796839"/>
            <a:ext cx="803758" cy="671284"/>
          </a:xfrm>
          <a:prstGeom prst="rect">
            <a:avLst/>
          </a:prstGeom>
          <a:solidFill>
            <a:srgbClr val="FFFFFF">
              <a:alpha val="1719"/>
            </a:srgbClr>
          </a:solidFill>
          <a:ln/>
        </p:spPr>
      </p:sp>
      <p:sp>
        <p:nvSpPr>
          <p:cNvPr id="38" name="Shape 36"/>
          <p:cNvSpPr/>
          <p:nvPr/>
        </p:nvSpPr>
        <p:spPr>
          <a:xfrm>
            <a:off x="6971386" y="6458979"/>
            <a:ext cx="803758" cy="671284"/>
          </a:xfrm>
          <a:prstGeom prst="rect">
            <a:avLst/>
          </a:prstGeom>
          <a:solidFill>
            <a:srgbClr val="FFFFFF">
              <a:alpha val="2063"/>
            </a:srgbClr>
          </a:solidFill>
          <a:ln/>
        </p:spPr>
      </p:sp>
      <p:sp>
        <p:nvSpPr>
          <p:cNvPr id="39" name="Shape 37"/>
          <p:cNvSpPr/>
          <p:nvPr/>
        </p:nvSpPr>
        <p:spPr>
          <a:xfrm>
            <a:off x="6971386" y="7121119"/>
            <a:ext cx="803758" cy="671284"/>
          </a:xfrm>
          <a:prstGeom prst="rect">
            <a:avLst/>
          </a:prstGeom>
          <a:solidFill>
            <a:srgbClr val="FFFFFF">
              <a:alpha val="2406"/>
            </a:srgbClr>
          </a:solidFill>
          <a:ln/>
        </p:spPr>
      </p:sp>
      <p:sp>
        <p:nvSpPr>
          <p:cNvPr id="40" name="Shape 38"/>
          <p:cNvSpPr/>
          <p:nvPr/>
        </p:nvSpPr>
        <p:spPr>
          <a:xfrm>
            <a:off x="6971386" y="7783259"/>
            <a:ext cx="803758" cy="671284"/>
          </a:xfrm>
          <a:prstGeom prst="rect">
            <a:avLst/>
          </a:prstGeom>
          <a:solidFill>
            <a:srgbClr val="FFFFFF">
              <a:alpha val="2750"/>
            </a:srgbClr>
          </a:solidFill>
          <a:ln/>
        </p:spPr>
      </p:sp>
      <p:sp>
        <p:nvSpPr>
          <p:cNvPr id="41" name="Shape 39"/>
          <p:cNvSpPr/>
          <p:nvPr/>
        </p:nvSpPr>
        <p:spPr>
          <a:xfrm>
            <a:off x="8323783" y="3517697"/>
            <a:ext cx="803758" cy="625107"/>
          </a:xfrm>
          <a:prstGeom prst="rect">
            <a:avLst/>
          </a:prstGeom>
          <a:solidFill>
            <a:srgbClr val="FFFFFF">
              <a:alpha val="344"/>
            </a:srgbClr>
          </a:solidFill>
          <a:ln/>
        </p:spPr>
      </p:sp>
      <p:sp>
        <p:nvSpPr>
          <p:cNvPr id="42" name="Shape 40"/>
          <p:cNvSpPr/>
          <p:nvPr/>
        </p:nvSpPr>
        <p:spPr>
          <a:xfrm>
            <a:off x="8323783" y="4133660"/>
            <a:ext cx="803758" cy="625107"/>
          </a:xfrm>
          <a:prstGeom prst="rect">
            <a:avLst/>
          </a:prstGeom>
          <a:solidFill>
            <a:srgbClr val="FFFFFF">
              <a:alpha val="688"/>
            </a:srgbClr>
          </a:solidFill>
          <a:ln/>
        </p:spPr>
      </p:sp>
      <p:sp>
        <p:nvSpPr>
          <p:cNvPr id="43" name="Shape 41"/>
          <p:cNvSpPr/>
          <p:nvPr/>
        </p:nvSpPr>
        <p:spPr>
          <a:xfrm>
            <a:off x="8323783" y="4749622"/>
            <a:ext cx="803758" cy="625107"/>
          </a:xfrm>
          <a:prstGeom prst="rect">
            <a:avLst/>
          </a:prstGeom>
          <a:solidFill>
            <a:srgbClr val="FFFFFF">
              <a:alpha val="1031"/>
            </a:srgbClr>
          </a:solidFill>
          <a:ln/>
        </p:spPr>
      </p:sp>
      <p:sp>
        <p:nvSpPr>
          <p:cNvPr id="44" name="Shape 42"/>
          <p:cNvSpPr/>
          <p:nvPr/>
        </p:nvSpPr>
        <p:spPr>
          <a:xfrm>
            <a:off x="8323783" y="5365585"/>
            <a:ext cx="803758" cy="625107"/>
          </a:xfrm>
          <a:prstGeom prst="rect">
            <a:avLst/>
          </a:prstGeom>
          <a:solidFill>
            <a:srgbClr val="FFFFFF">
              <a:alpha val="1375"/>
            </a:srgbClr>
          </a:solidFill>
          <a:ln/>
        </p:spPr>
      </p:sp>
      <p:sp>
        <p:nvSpPr>
          <p:cNvPr id="45" name="Shape 43"/>
          <p:cNvSpPr/>
          <p:nvPr/>
        </p:nvSpPr>
        <p:spPr>
          <a:xfrm>
            <a:off x="8323783" y="5981548"/>
            <a:ext cx="803758" cy="625107"/>
          </a:xfrm>
          <a:prstGeom prst="rect">
            <a:avLst/>
          </a:prstGeom>
          <a:solidFill>
            <a:srgbClr val="FFFFFF">
              <a:alpha val="1719"/>
            </a:srgbClr>
          </a:solidFill>
          <a:ln/>
        </p:spPr>
      </p:sp>
      <p:sp>
        <p:nvSpPr>
          <p:cNvPr id="46" name="Shape 44"/>
          <p:cNvSpPr/>
          <p:nvPr/>
        </p:nvSpPr>
        <p:spPr>
          <a:xfrm>
            <a:off x="8323783" y="6597510"/>
            <a:ext cx="803758" cy="625107"/>
          </a:xfrm>
          <a:prstGeom prst="rect">
            <a:avLst/>
          </a:prstGeom>
          <a:solidFill>
            <a:srgbClr val="FFFFFF">
              <a:alpha val="2063"/>
            </a:srgbClr>
          </a:solidFill>
          <a:ln/>
        </p:spPr>
      </p:sp>
      <p:sp>
        <p:nvSpPr>
          <p:cNvPr id="47" name="Shape 45"/>
          <p:cNvSpPr/>
          <p:nvPr/>
        </p:nvSpPr>
        <p:spPr>
          <a:xfrm>
            <a:off x="8323783" y="7213473"/>
            <a:ext cx="803758" cy="625107"/>
          </a:xfrm>
          <a:prstGeom prst="rect">
            <a:avLst/>
          </a:prstGeom>
          <a:solidFill>
            <a:srgbClr val="FFFFFF">
              <a:alpha val="2406"/>
            </a:srgbClr>
          </a:solidFill>
          <a:ln/>
        </p:spPr>
      </p:sp>
      <p:sp>
        <p:nvSpPr>
          <p:cNvPr id="48" name="Shape 46"/>
          <p:cNvSpPr/>
          <p:nvPr/>
        </p:nvSpPr>
        <p:spPr>
          <a:xfrm>
            <a:off x="8323783" y="7829436"/>
            <a:ext cx="803758" cy="625107"/>
          </a:xfrm>
          <a:prstGeom prst="rect">
            <a:avLst/>
          </a:prstGeom>
          <a:solidFill>
            <a:srgbClr val="FFFFFF">
              <a:alpha val="2750"/>
            </a:srgbClr>
          </a:solidFill>
          <a:ln/>
        </p:spPr>
      </p:sp>
      <p:sp>
        <p:nvSpPr>
          <p:cNvPr id="49" name="Shape 47"/>
          <p:cNvSpPr/>
          <p:nvPr/>
        </p:nvSpPr>
        <p:spPr>
          <a:xfrm>
            <a:off x="9015070" y="5355641"/>
            <a:ext cx="803758" cy="395364"/>
          </a:xfrm>
          <a:prstGeom prst="rect">
            <a:avLst/>
          </a:prstGeom>
          <a:solidFill>
            <a:srgbClr val="FFFFFF">
              <a:alpha val="138"/>
            </a:srgbClr>
          </a:solidFill>
          <a:ln/>
        </p:spPr>
      </p:sp>
      <p:sp>
        <p:nvSpPr>
          <p:cNvPr id="50" name="Shape 48"/>
          <p:cNvSpPr/>
          <p:nvPr/>
        </p:nvSpPr>
        <p:spPr>
          <a:xfrm>
            <a:off x="9015070" y="5741861"/>
            <a:ext cx="803758" cy="395364"/>
          </a:xfrm>
          <a:prstGeom prst="rect">
            <a:avLst/>
          </a:prstGeom>
          <a:solidFill>
            <a:srgbClr val="FFFFFF">
              <a:alpha val="275"/>
            </a:srgbClr>
          </a:solidFill>
          <a:ln/>
        </p:spPr>
      </p:sp>
      <p:sp>
        <p:nvSpPr>
          <p:cNvPr id="51" name="Shape 49"/>
          <p:cNvSpPr/>
          <p:nvPr/>
        </p:nvSpPr>
        <p:spPr>
          <a:xfrm>
            <a:off x="9015070" y="6128080"/>
            <a:ext cx="803758" cy="395364"/>
          </a:xfrm>
          <a:prstGeom prst="rect">
            <a:avLst/>
          </a:prstGeom>
          <a:solidFill>
            <a:srgbClr val="FFFFFF">
              <a:alpha val="412"/>
            </a:srgbClr>
          </a:solidFill>
          <a:ln/>
        </p:spPr>
      </p:sp>
      <p:sp>
        <p:nvSpPr>
          <p:cNvPr id="52" name="Shape 50"/>
          <p:cNvSpPr/>
          <p:nvPr/>
        </p:nvSpPr>
        <p:spPr>
          <a:xfrm>
            <a:off x="9015070" y="6514300"/>
            <a:ext cx="803758" cy="395364"/>
          </a:xfrm>
          <a:prstGeom prst="rect">
            <a:avLst/>
          </a:prstGeom>
          <a:solidFill>
            <a:srgbClr val="FFFFFF">
              <a:alpha val="550"/>
            </a:srgbClr>
          </a:solidFill>
          <a:ln/>
        </p:spPr>
      </p:sp>
      <p:sp>
        <p:nvSpPr>
          <p:cNvPr id="53" name="Shape 51"/>
          <p:cNvSpPr/>
          <p:nvPr/>
        </p:nvSpPr>
        <p:spPr>
          <a:xfrm>
            <a:off x="9015070" y="6900520"/>
            <a:ext cx="803758" cy="395364"/>
          </a:xfrm>
          <a:prstGeom prst="rect">
            <a:avLst/>
          </a:prstGeom>
          <a:solidFill>
            <a:srgbClr val="FFFFFF">
              <a:alpha val="688"/>
            </a:srgbClr>
          </a:solidFill>
          <a:ln/>
        </p:spPr>
      </p:sp>
      <p:sp>
        <p:nvSpPr>
          <p:cNvPr id="54" name="Shape 52"/>
          <p:cNvSpPr/>
          <p:nvPr/>
        </p:nvSpPr>
        <p:spPr>
          <a:xfrm>
            <a:off x="9015070" y="7286739"/>
            <a:ext cx="803758" cy="395364"/>
          </a:xfrm>
          <a:prstGeom prst="rect">
            <a:avLst/>
          </a:prstGeom>
          <a:solidFill>
            <a:srgbClr val="FFFFFF">
              <a:alpha val="825"/>
            </a:srgbClr>
          </a:solidFill>
          <a:ln/>
        </p:spPr>
      </p:sp>
      <p:sp>
        <p:nvSpPr>
          <p:cNvPr id="55" name="Shape 53"/>
          <p:cNvSpPr/>
          <p:nvPr/>
        </p:nvSpPr>
        <p:spPr>
          <a:xfrm>
            <a:off x="9015070" y="7672959"/>
            <a:ext cx="803758" cy="395364"/>
          </a:xfrm>
          <a:prstGeom prst="rect">
            <a:avLst/>
          </a:prstGeom>
          <a:solidFill>
            <a:srgbClr val="FFFFFF">
              <a:alpha val="963"/>
            </a:srgbClr>
          </a:solidFill>
          <a:ln/>
        </p:spPr>
      </p:sp>
      <p:sp>
        <p:nvSpPr>
          <p:cNvPr id="56" name="Shape 54"/>
          <p:cNvSpPr/>
          <p:nvPr/>
        </p:nvSpPr>
        <p:spPr>
          <a:xfrm>
            <a:off x="9015070" y="8059179"/>
            <a:ext cx="803758" cy="395364"/>
          </a:xfrm>
          <a:prstGeom prst="rect">
            <a:avLst/>
          </a:prstGeom>
          <a:solidFill>
            <a:srgbClr val="FFFFFF">
              <a:alpha val="1100"/>
            </a:srgbClr>
          </a:solidFill>
          <a:ln/>
        </p:spPr>
      </p:sp>
      <p:sp>
        <p:nvSpPr>
          <p:cNvPr id="57" name="Shape 55"/>
          <p:cNvSpPr/>
          <p:nvPr/>
        </p:nvSpPr>
        <p:spPr>
          <a:xfrm>
            <a:off x="11793931" y="1728216"/>
            <a:ext cx="803758" cy="849706"/>
          </a:xfrm>
          <a:prstGeom prst="rect">
            <a:avLst/>
          </a:prstGeom>
          <a:solidFill>
            <a:srgbClr val="FFFFFF">
              <a:alpha val="688"/>
            </a:srgbClr>
          </a:solidFill>
          <a:ln/>
        </p:spPr>
      </p:sp>
      <p:sp>
        <p:nvSpPr>
          <p:cNvPr id="58" name="Shape 56"/>
          <p:cNvSpPr/>
          <p:nvPr/>
        </p:nvSpPr>
        <p:spPr>
          <a:xfrm>
            <a:off x="11793931" y="2568778"/>
            <a:ext cx="803758" cy="849706"/>
          </a:xfrm>
          <a:prstGeom prst="rect">
            <a:avLst/>
          </a:prstGeom>
          <a:solidFill>
            <a:srgbClr val="FFFFFF">
              <a:alpha val="1375"/>
            </a:srgbClr>
          </a:solidFill>
          <a:ln/>
        </p:spPr>
      </p:sp>
      <p:sp>
        <p:nvSpPr>
          <p:cNvPr id="59" name="Shape 57"/>
          <p:cNvSpPr/>
          <p:nvPr/>
        </p:nvSpPr>
        <p:spPr>
          <a:xfrm>
            <a:off x="11793931" y="3409340"/>
            <a:ext cx="803758" cy="849706"/>
          </a:xfrm>
          <a:prstGeom prst="rect">
            <a:avLst/>
          </a:prstGeom>
          <a:solidFill>
            <a:srgbClr val="FFFFFF">
              <a:alpha val="2063"/>
            </a:srgbClr>
          </a:solidFill>
          <a:ln/>
        </p:spPr>
      </p:sp>
      <p:sp>
        <p:nvSpPr>
          <p:cNvPr id="60" name="Shape 58"/>
          <p:cNvSpPr/>
          <p:nvPr/>
        </p:nvSpPr>
        <p:spPr>
          <a:xfrm>
            <a:off x="11793931" y="4249903"/>
            <a:ext cx="803758" cy="849706"/>
          </a:xfrm>
          <a:prstGeom prst="rect">
            <a:avLst/>
          </a:prstGeom>
          <a:solidFill>
            <a:srgbClr val="FFFFFF">
              <a:alpha val="2750"/>
            </a:srgbClr>
          </a:solidFill>
          <a:ln/>
        </p:spPr>
      </p:sp>
      <p:sp>
        <p:nvSpPr>
          <p:cNvPr id="61" name="Shape 59"/>
          <p:cNvSpPr/>
          <p:nvPr/>
        </p:nvSpPr>
        <p:spPr>
          <a:xfrm>
            <a:off x="11793931" y="5090465"/>
            <a:ext cx="803758" cy="849706"/>
          </a:xfrm>
          <a:prstGeom prst="rect">
            <a:avLst/>
          </a:prstGeom>
          <a:solidFill>
            <a:srgbClr val="FFFFFF">
              <a:alpha val="3438"/>
            </a:srgbClr>
          </a:solidFill>
          <a:ln/>
        </p:spPr>
      </p:sp>
      <p:sp>
        <p:nvSpPr>
          <p:cNvPr id="62" name="Shape 60"/>
          <p:cNvSpPr/>
          <p:nvPr/>
        </p:nvSpPr>
        <p:spPr>
          <a:xfrm>
            <a:off x="11793931" y="5931027"/>
            <a:ext cx="803758" cy="849706"/>
          </a:xfrm>
          <a:prstGeom prst="rect">
            <a:avLst/>
          </a:prstGeom>
          <a:solidFill>
            <a:srgbClr val="FFFFFF">
              <a:alpha val="4125"/>
            </a:srgbClr>
          </a:solidFill>
          <a:ln/>
        </p:spPr>
      </p:sp>
      <p:sp>
        <p:nvSpPr>
          <p:cNvPr id="63" name="Shape 61"/>
          <p:cNvSpPr/>
          <p:nvPr/>
        </p:nvSpPr>
        <p:spPr>
          <a:xfrm>
            <a:off x="11793931" y="6771589"/>
            <a:ext cx="803758" cy="849706"/>
          </a:xfrm>
          <a:prstGeom prst="rect">
            <a:avLst/>
          </a:prstGeom>
          <a:solidFill>
            <a:srgbClr val="FFFFFF">
              <a:alpha val="4813"/>
            </a:srgbClr>
          </a:solidFill>
          <a:ln/>
        </p:spPr>
      </p:sp>
      <p:sp>
        <p:nvSpPr>
          <p:cNvPr id="64" name="Shape 62"/>
          <p:cNvSpPr/>
          <p:nvPr/>
        </p:nvSpPr>
        <p:spPr>
          <a:xfrm>
            <a:off x="11793931" y="7612151"/>
            <a:ext cx="803758" cy="849706"/>
          </a:xfrm>
          <a:prstGeom prst="rect">
            <a:avLst/>
          </a:prstGeom>
          <a:solidFill>
            <a:srgbClr val="FFFFFF">
              <a:alpha val="5500"/>
            </a:srgbClr>
          </a:solidFill>
          <a:ln/>
        </p:spPr>
      </p:sp>
      <p:sp>
        <p:nvSpPr>
          <p:cNvPr id="65" name="Shape 63"/>
          <p:cNvSpPr/>
          <p:nvPr/>
        </p:nvSpPr>
        <p:spPr>
          <a:xfrm>
            <a:off x="10424160" y="4336999"/>
            <a:ext cx="803758" cy="523723"/>
          </a:xfrm>
          <a:prstGeom prst="rect">
            <a:avLst/>
          </a:prstGeom>
          <a:solidFill>
            <a:srgbClr val="FFFFFF">
              <a:alpha val="138"/>
            </a:srgbClr>
          </a:solidFill>
          <a:ln/>
        </p:spPr>
      </p:sp>
      <p:sp>
        <p:nvSpPr>
          <p:cNvPr id="66" name="Shape 64"/>
          <p:cNvSpPr/>
          <p:nvPr/>
        </p:nvSpPr>
        <p:spPr>
          <a:xfrm>
            <a:off x="10424160" y="4851578"/>
            <a:ext cx="803758" cy="523723"/>
          </a:xfrm>
          <a:prstGeom prst="rect">
            <a:avLst/>
          </a:prstGeom>
          <a:solidFill>
            <a:srgbClr val="FFFFFF">
              <a:alpha val="275"/>
            </a:srgbClr>
          </a:solidFill>
          <a:ln/>
        </p:spPr>
      </p:sp>
      <p:sp>
        <p:nvSpPr>
          <p:cNvPr id="67" name="Shape 65"/>
          <p:cNvSpPr/>
          <p:nvPr/>
        </p:nvSpPr>
        <p:spPr>
          <a:xfrm>
            <a:off x="10424160" y="5366156"/>
            <a:ext cx="803758" cy="523723"/>
          </a:xfrm>
          <a:prstGeom prst="rect">
            <a:avLst/>
          </a:prstGeom>
          <a:solidFill>
            <a:srgbClr val="FFFFFF">
              <a:alpha val="412"/>
            </a:srgbClr>
          </a:solidFill>
          <a:ln/>
        </p:spPr>
      </p:sp>
      <p:sp>
        <p:nvSpPr>
          <p:cNvPr id="68" name="Shape 66"/>
          <p:cNvSpPr/>
          <p:nvPr/>
        </p:nvSpPr>
        <p:spPr>
          <a:xfrm>
            <a:off x="10424160" y="5880735"/>
            <a:ext cx="803758" cy="523723"/>
          </a:xfrm>
          <a:prstGeom prst="rect">
            <a:avLst/>
          </a:prstGeom>
          <a:solidFill>
            <a:srgbClr val="FFFFFF">
              <a:alpha val="550"/>
            </a:srgbClr>
          </a:solidFill>
          <a:ln/>
        </p:spPr>
      </p:sp>
      <p:sp>
        <p:nvSpPr>
          <p:cNvPr id="69" name="Shape 67"/>
          <p:cNvSpPr/>
          <p:nvPr/>
        </p:nvSpPr>
        <p:spPr>
          <a:xfrm>
            <a:off x="10424160" y="6395314"/>
            <a:ext cx="803758" cy="523723"/>
          </a:xfrm>
          <a:prstGeom prst="rect">
            <a:avLst/>
          </a:prstGeom>
          <a:solidFill>
            <a:srgbClr val="FFFFFF">
              <a:alpha val="688"/>
            </a:srgbClr>
          </a:solidFill>
          <a:ln/>
        </p:spPr>
      </p:sp>
      <p:sp>
        <p:nvSpPr>
          <p:cNvPr id="70" name="Shape 68"/>
          <p:cNvSpPr/>
          <p:nvPr/>
        </p:nvSpPr>
        <p:spPr>
          <a:xfrm>
            <a:off x="10424160" y="6909892"/>
            <a:ext cx="803758" cy="523723"/>
          </a:xfrm>
          <a:prstGeom prst="rect">
            <a:avLst/>
          </a:prstGeom>
          <a:solidFill>
            <a:srgbClr val="FFFFFF">
              <a:alpha val="825"/>
            </a:srgbClr>
          </a:solidFill>
          <a:ln/>
        </p:spPr>
      </p:sp>
      <p:sp>
        <p:nvSpPr>
          <p:cNvPr id="71" name="Shape 69"/>
          <p:cNvSpPr/>
          <p:nvPr/>
        </p:nvSpPr>
        <p:spPr>
          <a:xfrm>
            <a:off x="10424160" y="7424471"/>
            <a:ext cx="803758" cy="523723"/>
          </a:xfrm>
          <a:prstGeom prst="rect">
            <a:avLst/>
          </a:prstGeom>
          <a:solidFill>
            <a:srgbClr val="FFFFFF">
              <a:alpha val="963"/>
            </a:srgbClr>
          </a:solidFill>
          <a:ln/>
        </p:spPr>
      </p:sp>
      <p:sp>
        <p:nvSpPr>
          <p:cNvPr id="72" name="Shape 70"/>
          <p:cNvSpPr/>
          <p:nvPr/>
        </p:nvSpPr>
        <p:spPr>
          <a:xfrm>
            <a:off x="10424160" y="7939049"/>
            <a:ext cx="803758" cy="523723"/>
          </a:xfrm>
          <a:prstGeom prst="rect">
            <a:avLst/>
          </a:prstGeom>
          <a:solidFill>
            <a:srgbClr val="FFFFFF">
              <a:alpha val="1100"/>
            </a:srgbClr>
          </a:solidFill>
          <a:ln/>
        </p:spPr>
      </p:sp>
      <p:sp>
        <p:nvSpPr>
          <p:cNvPr id="73" name="Shape 71"/>
          <p:cNvSpPr/>
          <p:nvPr/>
        </p:nvSpPr>
        <p:spPr>
          <a:xfrm>
            <a:off x="11113618" y="3155594"/>
            <a:ext cx="803758" cy="671284"/>
          </a:xfrm>
          <a:prstGeom prst="rect">
            <a:avLst/>
          </a:prstGeom>
          <a:solidFill>
            <a:srgbClr val="FFFFFF">
              <a:alpha val="344"/>
            </a:srgbClr>
          </a:solidFill>
          <a:ln/>
        </p:spPr>
      </p:sp>
      <p:sp>
        <p:nvSpPr>
          <p:cNvPr id="74" name="Shape 72"/>
          <p:cNvSpPr/>
          <p:nvPr/>
        </p:nvSpPr>
        <p:spPr>
          <a:xfrm>
            <a:off x="11113618" y="3817734"/>
            <a:ext cx="803758" cy="671284"/>
          </a:xfrm>
          <a:prstGeom prst="rect">
            <a:avLst/>
          </a:prstGeom>
          <a:solidFill>
            <a:srgbClr val="FFFFFF">
              <a:alpha val="688"/>
            </a:srgbClr>
          </a:solidFill>
          <a:ln/>
        </p:spPr>
      </p:sp>
      <p:sp>
        <p:nvSpPr>
          <p:cNvPr id="75" name="Shape 73"/>
          <p:cNvSpPr/>
          <p:nvPr/>
        </p:nvSpPr>
        <p:spPr>
          <a:xfrm>
            <a:off x="11113618" y="4479874"/>
            <a:ext cx="803758" cy="671284"/>
          </a:xfrm>
          <a:prstGeom prst="rect">
            <a:avLst/>
          </a:prstGeom>
          <a:solidFill>
            <a:srgbClr val="FFFFFF">
              <a:alpha val="1031"/>
            </a:srgbClr>
          </a:solidFill>
          <a:ln/>
        </p:spPr>
      </p:sp>
      <p:sp>
        <p:nvSpPr>
          <p:cNvPr id="76" name="Shape 74"/>
          <p:cNvSpPr/>
          <p:nvPr/>
        </p:nvSpPr>
        <p:spPr>
          <a:xfrm>
            <a:off x="11113618" y="5142014"/>
            <a:ext cx="803758" cy="671284"/>
          </a:xfrm>
          <a:prstGeom prst="rect">
            <a:avLst/>
          </a:prstGeom>
          <a:solidFill>
            <a:srgbClr val="FFFFFF">
              <a:alpha val="1375"/>
            </a:srgbClr>
          </a:solidFill>
          <a:ln/>
        </p:spPr>
      </p:sp>
      <p:sp>
        <p:nvSpPr>
          <p:cNvPr id="77" name="Shape 75"/>
          <p:cNvSpPr/>
          <p:nvPr/>
        </p:nvSpPr>
        <p:spPr>
          <a:xfrm>
            <a:off x="11113618" y="5804154"/>
            <a:ext cx="803758" cy="671284"/>
          </a:xfrm>
          <a:prstGeom prst="rect">
            <a:avLst/>
          </a:prstGeom>
          <a:solidFill>
            <a:srgbClr val="FFFFFF">
              <a:alpha val="1719"/>
            </a:srgbClr>
          </a:solidFill>
          <a:ln/>
        </p:spPr>
      </p:sp>
      <p:sp>
        <p:nvSpPr>
          <p:cNvPr id="78" name="Shape 76"/>
          <p:cNvSpPr/>
          <p:nvPr/>
        </p:nvSpPr>
        <p:spPr>
          <a:xfrm>
            <a:off x="11113618" y="6466294"/>
            <a:ext cx="803758" cy="671284"/>
          </a:xfrm>
          <a:prstGeom prst="rect">
            <a:avLst/>
          </a:prstGeom>
          <a:solidFill>
            <a:srgbClr val="FFFFFF">
              <a:alpha val="2063"/>
            </a:srgbClr>
          </a:solidFill>
          <a:ln/>
        </p:spPr>
      </p:sp>
      <p:sp>
        <p:nvSpPr>
          <p:cNvPr id="79" name="Shape 77"/>
          <p:cNvSpPr/>
          <p:nvPr/>
        </p:nvSpPr>
        <p:spPr>
          <a:xfrm>
            <a:off x="11113618" y="7128434"/>
            <a:ext cx="803758" cy="671284"/>
          </a:xfrm>
          <a:prstGeom prst="rect">
            <a:avLst/>
          </a:prstGeom>
          <a:solidFill>
            <a:srgbClr val="FFFFFF">
              <a:alpha val="2406"/>
            </a:srgbClr>
          </a:solidFill>
          <a:ln/>
        </p:spPr>
      </p:sp>
      <p:sp>
        <p:nvSpPr>
          <p:cNvPr id="80" name="Shape 78"/>
          <p:cNvSpPr/>
          <p:nvPr/>
        </p:nvSpPr>
        <p:spPr>
          <a:xfrm>
            <a:off x="11113618" y="7790574"/>
            <a:ext cx="803758" cy="671284"/>
          </a:xfrm>
          <a:prstGeom prst="rect">
            <a:avLst/>
          </a:prstGeom>
          <a:solidFill>
            <a:srgbClr val="FFFFFF">
              <a:alpha val="2750"/>
            </a:srgbClr>
          </a:solidFill>
          <a:ln/>
        </p:spPr>
      </p:sp>
      <p:sp>
        <p:nvSpPr>
          <p:cNvPr id="81" name="Shape 79"/>
          <p:cNvSpPr/>
          <p:nvPr/>
        </p:nvSpPr>
        <p:spPr>
          <a:xfrm>
            <a:off x="3628339" y="1728216"/>
            <a:ext cx="803758" cy="849706"/>
          </a:xfrm>
          <a:prstGeom prst="rect">
            <a:avLst/>
          </a:prstGeom>
          <a:solidFill>
            <a:srgbClr val="FFFFFF">
              <a:alpha val="1031"/>
            </a:srgbClr>
          </a:solidFill>
          <a:ln/>
        </p:spPr>
      </p:sp>
      <p:sp>
        <p:nvSpPr>
          <p:cNvPr id="82" name="Shape 80"/>
          <p:cNvSpPr/>
          <p:nvPr/>
        </p:nvSpPr>
        <p:spPr>
          <a:xfrm>
            <a:off x="3628339" y="2568778"/>
            <a:ext cx="803758" cy="849706"/>
          </a:xfrm>
          <a:prstGeom prst="rect">
            <a:avLst/>
          </a:prstGeom>
          <a:solidFill>
            <a:srgbClr val="FFFFFF">
              <a:alpha val="2063"/>
            </a:srgbClr>
          </a:solidFill>
          <a:ln/>
        </p:spPr>
      </p:sp>
      <p:sp>
        <p:nvSpPr>
          <p:cNvPr id="83" name="Shape 81"/>
          <p:cNvSpPr/>
          <p:nvPr/>
        </p:nvSpPr>
        <p:spPr>
          <a:xfrm>
            <a:off x="3628339" y="3409340"/>
            <a:ext cx="803758" cy="849706"/>
          </a:xfrm>
          <a:prstGeom prst="rect">
            <a:avLst/>
          </a:prstGeom>
          <a:solidFill>
            <a:srgbClr val="FFFFFF">
              <a:alpha val="3094"/>
            </a:srgbClr>
          </a:solidFill>
          <a:ln/>
        </p:spPr>
      </p:sp>
      <p:sp>
        <p:nvSpPr>
          <p:cNvPr id="84" name="Shape 82"/>
          <p:cNvSpPr/>
          <p:nvPr/>
        </p:nvSpPr>
        <p:spPr>
          <a:xfrm>
            <a:off x="3628339" y="4249903"/>
            <a:ext cx="803758" cy="849706"/>
          </a:xfrm>
          <a:prstGeom prst="rect">
            <a:avLst/>
          </a:prstGeom>
          <a:solidFill>
            <a:srgbClr val="FFFFFF">
              <a:alpha val="4125"/>
            </a:srgbClr>
          </a:solidFill>
          <a:ln/>
        </p:spPr>
      </p:sp>
      <p:sp>
        <p:nvSpPr>
          <p:cNvPr id="85" name="Shape 83"/>
          <p:cNvSpPr/>
          <p:nvPr/>
        </p:nvSpPr>
        <p:spPr>
          <a:xfrm>
            <a:off x="3628339" y="5090465"/>
            <a:ext cx="803758" cy="849706"/>
          </a:xfrm>
          <a:prstGeom prst="rect">
            <a:avLst/>
          </a:prstGeom>
          <a:solidFill>
            <a:srgbClr val="FFFFFF">
              <a:alpha val="5156"/>
            </a:srgbClr>
          </a:solidFill>
          <a:ln/>
        </p:spPr>
      </p:sp>
      <p:sp>
        <p:nvSpPr>
          <p:cNvPr id="86" name="Shape 84"/>
          <p:cNvSpPr/>
          <p:nvPr/>
        </p:nvSpPr>
        <p:spPr>
          <a:xfrm>
            <a:off x="3628339" y="5931027"/>
            <a:ext cx="803758" cy="849706"/>
          </a:xfrm>
          <a:prstGeom prst="rect">
            <a:avLst/>
          </a:prstGeom>
          <a:solidFill>
            <a:srgbClr val="FFFFFF">
              <a:alpha val="6188"/>
            </a:srgbClr>
          </a:solidFill>
          <a:ln/>
        </p:spPr>
      </p:sp>
      <p:sp>
        <p:nvSpPr>
          <p:cNvPr id="87" name="Shape 85"/>
          <p:cNvSpPr/>
          <p:nvPr/>
        </p:nvSpPr>
        <p:spPr>
          <a:xfrm>
            <a:off x="3628339" y="6771589"/>
            <a:ext cx="803758" cy="849706"/>
          </a:xfrm>
          <a:prstGeom prst="rect">
            <a:avLst/>
          </a:prstGeom>
          <a:solidFill>
            <a:srgbClr val="FFFFFF">
              <a:alpha val="7219"/>
            </a:srgbClr>
          </a:solidFill>
          <a:ln/>
        </p:spPr>
      </p:sp>
      <p:sp>
        <p:nvSpPr>
          <p:cNvPr id="88" name="Shape 86"/>
          <p:cNvSpPr/>
          <p:nvPr/>
        </p:nvSpPr>
        <p:spPr>
          <a:xfrm>
            <a:off x="3628339" y="7612151"/>
            <a:ext cx="803758" cy="849706"/>
          </a:xfrm>
          <a:prstGeom prst="rect">
            <a:avLst/>
          </a:prstGeom>
          <a:solidFill>
            <a:srgbClr val="FFFFFF">
              <a:alpha val="8250"/>
            </a:srgbClr>
          </a:solidFill>
          <a:ln/>
        </p:spPr>
      </p:sp>
      <p:sp>
        <p:nvSpPr>
          <p:cNvPr id="89" name="Shape 87"/>
          <p:cNvSpPr/>
          <p:nvPr/>
        </p:nvSpPr>
        <p:spPr>
          <a:xfrm>
            <a:off x="2258568" y="4336999"/>
            <a:ext cx="803758" cy="523723"/>
          </a:xfrm>
          <a:prstGeom prst="rect">
            <a:avLst/>
          </a:prstGeom>
          <a:solidFill>
            <a:srgbClr val="FFFFFF">
              <a:alpha val="344"/>
            </a:srgbClr>
          </a:solidFill>
          <a:ln/>
        </p:spPr>
      </p:sp>
      <p:sp>
        <p:nvSpPr>
          <p:cNvPr id="90" name="Shape 88"/>
          <p:cNvSpPr/>
          <p:nvPr/>
        </p:nvSpPr>
        <p:spPr>
          <a:xfrm>
            <a:off x="2258568" y="4851578"/>
            <a:ext cx="803758" cy="523723"/>
          </a:xfrm>
          <a:prstGeom prst="rect">
            <a:avLst/>
          </a:prstGeom>
          <a:solidFill>
            <a:srgbClr val="FFFFFF">
              <a:alpha val="688"/>
            </a:srgbClr>
          </a:solidFill>
          <a:ln/>
        </p:spPr>
      </p:sp>
      <p:sp>
        <p:nvSpPr>
          <p:cNvPr id="91" name="Shape 89"/>
          <p:cNvSpPr/>
          <p:nvPr/>
        </p:nvSpPr>
        <p:spPr>
          <a:xfrm>
            <a:off x="2258568" y="5366156"/>
            <a:ext cx="803758" cy="523723"/>
          </a:xfrm>
          <a:prstGeom prst="rect">
            <a:avLst/>
          </a:prstGeom>
          <a:solidFill>
            <a:srgbClr val="FFFFFF">
              <a:alpha val="1031"/>
            </a:srgbClr>
          </a:solidFill>
          <a:ln/>
        </p:spPr>
      </p:sp>
      <p:sp>
        <p:nvSpPr>
          <p:cNvPr id="92" name="Shape 90"/>
          <p:cNvSpPr/>
          <p:nvPr/>
        </p:nvSpPr>
        <p:spPr>
          <a:xfrm>
            <a:off x="2258568" y="5880735"/>
            <a:ext cx="803758" cy="523723"/>
          </a:xfrm>
          <a:prstGeom prst="rect">
            <a:avLst/>
          </a:prstGeom>
          <a:solidFill>
            <a:srgbClr val="FFFFFF">
              <a:alpha val="1375"/>
            </a:srgbClr>
          </a:solidFill>
          <a:ln/>
        </p:spPr>
      </p:sp>
      <p:sp>
        <p:nvSpPr>
          <p:cNvPr id="93" name="Shape 91"/>
          <p:cNvSpPr/>
          <p:nvPr/>
        </p:nvSpPr>
        <p:spPr>
          <a:xfrm>
            <a:off x="2258568" y="6395314"/>
            <a:ext cx="803758" cy="523723"/>
          </a:xfrm>
          <a:prstGeom prst="rect">
            <a:avLst/>
          </a:prstGeom>
          <a:solidFill>
            <a:srgbClr val="FFFFFF">
              <a:alpha val="1719"/>
            </a:srgbClr>
          </a:solidFill>
          <a:ln/>
        </p:spPr>
      </p:sp>
      <p:sp>
        <p:nvSpPr>
          <p:cNvPr id="94" name="Shape 92"/>
          <p:cNvSpPr/>
          <p:nvPr/>
        </p:nvSpPr>
        <p:spPr>
          <a:xfrm>
            <a:off x="2258568" y="6909892"/>
            <a:ext cx="803758" cy="523723"/>
          </a:xfrm>
          <a:prstGeom prst="rect">
            <a:avLst/>
          </a:prstGeom>
          <a:solidFill>
            <a:srgbClr val="FFFFFF">
              <a:alpha val="2063"/>
            </a:srgbClr>
          </a:solidFill>
          <a:ln/>
        </p:spPr>
      </p:sp>
      <p:sp>
        <p:nvSpPr>
          <p:cNvPr id="95" name="Shape 93"/>
          <p:cNvSpPr/>
          <p:nvPr/>
        </p:nvSpPr>
        <p:spPr>
          <a:xfrm>
            <a:off x="2258568" y="7424471"/>
            <a:ext cx="803758" cy="523723"/>
          </a:xfrm>
          <a:prstGeom prst="rect">
            <a:avLst/>
          </a:prstGeom>
          <a:solidFill>
            <a:srgbClr val="FFFFFF">
              <a:alpha val="2406"/>
            </a:srgbClr>
          </a:solidFill>
          <a:ln/>
        </p:spPr>
      </p:sp>
      <p:sp>
        <p:nvSpPr>
          <p:cNvPr id="96" name="Shape 94"/>
          <p:cNvSpPr/>
          <p:nvPr/>
        </p:nvSpPr>
        <p:spPr>
          <a:xfrm>
            <a:off x="2258568" y="7939049"/>
            <a:ext cx="803758" cy="523723"/>
          </a:xfrm>
          <a:prstGeom prst="rect">
            <a:avLst/>
          </a:prstGeom>
          <a:solidFill>
            <a:srgbClr val="FFFFFF">
              <a:alpha val="2750"/>
            </a:srgbClr>
          </a:solidFill>
          <a:ln/>
        </p:spPr>
      </p:sp>
      <p:sp>
        <p:nvSpPr>
          <p:cNvPr id="97" name="Shape 95"/>
          <p:cNvSpPr/>
          <p:nvPr/>
        </p:nvSpPr>
        <p:spPr>
          <a:xfrm>
            <a:off x="2948026" y="3155594"/>
            <a:ext cx="803758" cy="671284"/>
          </a:xfrm>
          <a:prstGeom prst="rect">
            <a:avLst/>
          </a:prstGeom>
          <a:solidFill>
            <a:srgbClr val="FFFFFF">
              <a:alpha val="688"/>
            </a:srgbClr>
          </a:solidFill>
          <a:ln/>
        </p:spPr>
      </p:sp>
      <p:sp>
        <p:nvSpPr>
          <p:cNvPr id="98" name="Shape 96"/>
          <p:cNvSpPr/>
          <p:nvPr/>
        </p:nvSpPr>
        <p:spPr>
          <a:xfrm>
            <a:off x="2948026" y="3817734"/>
            <a:ext cx="803758" cy="671284"/>
          </a:xfrm>
          <a:prstGeom prst="rect">
            <a:avLst/>
          </a:prstGeom>
          <a:solidFill>
            <a:srgbClr val="FFFFFF">
              <a:alpha val="1375"/>
            </a:srgbClr>
          </a:solidFill>
          <a:ln/>
        </p:spPr>
      </p:sp>
      <p:sp>
        <p:nvSpPr>
          <p:cNvPr id="99" name="Shape 97"/>
          <p:cNvSpPr/>
          <p:nvPr/>
        </p:nvSpPr>
        <p:spPr>
          <a:xfrm>
            <a:off x="2948026" y="4479874"/>
            <a:ext cx="803758" cy="671284"/>
          </a:xfrm>
          <a:prstGeom prst="rect">
            <a:avLst/>
          </a:prstGeom>
          <a:solidFill>
            <a:srgbClr val="FFFFFF">
              <a:alpha val="2063"/>
            </a:srgbClr>
          </a:solidFill>
          <a:ln/>
        </p:spPr>
      </p:sp>
      <p:sp>
        <p:nvSpPr>
          <p:cNvPr id="100" name="Shape 98"/>
          <p:cNvSpPr/>
          <p:nvPr/>
        </p:nvSpPr>
        <p:spPr>
          <a:xfrm>
            <a:off x="2948026" y="5142014"/>
            <a:ext cx="803758" cy="671284"/>
          </a:xfrm>
          <a:prstGeom prst="rect">
            <a:avLst/>
          </a:prstGeom>
          <a:solidFill>
            <a:srgbClr val="FFFFFF">
              <a:alpha val="2750"/>
            </a:srgbClr>
          </a:solidFill>
          <a:ln/>
        </p:spPr>
      </p:sp>
      <p:sp>
        <p:nvSpPr>
          <p:cNvPr id="101" name="Shape 99"/>
          <p:cNvSpPr/>
          <p:nvPr/>
        </p:nvSpPr>
        <p:spPr>
          <a:xfrm>
            <a:off x="2948026" y="5804154"/>
            <a:ext cx="803758" cy="671284"/>
          </a:xfrm>
          <a:prstGeom prst="rect">
            <a:avLst/>
          </a:prstGeom>
          <a:solidFill>
            <a:srgbClr val="FFFFFF">
              <a:alpha val="3438"/>
            </a:srgbClr>
          </a:solidFill>
          <a:ln/>
        </p:spPr>
      </p:sp>
      <p:sp>
        <p:nvSpPr>
          <p:cNvPr id="102" name="Shape 100"/>
          <p:cNvSpPr/>
          <p:nvPr/>
        </p:nvSpPr>
        <p:spPr>
          <a:xfrm>
            <a:off x="2948026" y="6466294"/>
            <a:ext cx="803758" cy="671284"/>
          </a:xfrm>
          <a:prstGeom prst="rect">
            <a:avLst/>
          </a:prstGeom>
          <a:solidFill>
            <a:srgbClr val="FFFFFF">
              <a:alpha val="4125"/>
            </a:srgbClr>
          </a:solidFill>
          <a:ln/>
        </p:spPr>
      </p:sp>
      <p:sp>
        <p:nvSpPr>
          <p:cNvPr id="103" name="Shape 101"/>
          <p:cNvSpPr/>
          <p:nvPr/>
        </p:nvSpPr>
        <p:spPr>
          <a:xfrm>
            <a:off x="2948026" y="7128434"/>
            <a:ext cx="803758" cy="671284"/>
          </a:xfrm>
          <a:prstGeom prst="rect">
            <a:avLst/>
          </a:prstGeom>
          <a:solidFill>
            <a:srgbClr val="FFFFFF">
              <a:alpha val="4813"/>
            </a:srgbClr>
          </a:solidFill>
          <a:ln/>
        </p:spPr>
      </p:sp>
      <p:sp>
        <p:nvSpPr>
          <p:cNvPr id="104" name="Shape 102"/>
          <p:cNvSpPr/>
          <p:nvPr/>
        </p:nvSpPr>
        <p:spPr>
          <a:xfrm>
            <a:off x="2948026" y="7790574"/>
            <a:ext cx="803758" cy="671284"/>
          </a:xfrm>
          <a:prstGeom prst="rect">
            <a:avLst/>
          </a:prstGeom>
          <a:solidFill>
            <a:srgbClr val="FFFFFF">
              <a:alpha val="5500"/>
            </a:srgbClr>
          </a:solidFill>
          <a:ln/>
        </p:spPr>
      </p:sp>
      <p:sp>
        <p:nvSpPr>
          <p:cNvPr id="105" name="Shape 103"/>
          <p:cNvSpPr/>
          <p:nvPr/>
        </p:nvSpPr>
        <p:spPr>
          <a:xfrm>
            <a:off x="4300423" y="3525926"/>
            <a:ext cx="803758" cy="625107"/>
          </a:xfrm>
          <a:prstGeom prst="rect">
            <a:avLst/>
          </a:prstGeom>
          <a:solidFill>
            <a:srgbClr val="FFFFFF">
              <a:alpha val="688"/>
            </a:srgbClr>
          </a:solidFill>
          <a:ln/>
        </p:spPr>
      </p:sp>
      <p:sp>
        <p:nvSpPr>
          <p:cNvPr id="106" name="Shape 104"/>
          <p:cNvSpPr/>
          <p:nvPr/>
        </p:nvSpPr>
        <p:spPr>
          <a:xfrm>
            <a:off x="4300423" y="4141889"/>
            <a:ext cx="803758" cy="625107"/>
          </a:xfrm>
          <a:prstGeom prst="rect">
            <a:avLst/>
          </a:prstGeom>
          <a:solidFill>
            <a:srgbClr val="FFFFFF">
              <a:alpha val="1375"/>
            </a:srgbClr>
          </a:solidFill>
          <a:ln/>
        </p:spPr>
      </p:sp>
      <p:sp>
        <p:nvSpPr>
          <p:cNvPr id="107" name="Shape 105"/>
          <p:cNvSpPr/>
          <p:nvPr/>
        </p:nvSpPr>
        <p:spPr>
          <a:xfrm>
            <a:off x="4300423" y="4757852"/>
            <a:ext cx="803758" cy="625107"/>
          </a:xfrm>
          <a:prstGeom prst="rect">
            <a:avLst/>
          </a:prstGeom>
          <a:solidFill>
            <a:srgbClr val="FFFFFF">
              <a:alpha val="2063"/>
            </a:srgbClr>
          </a:solidFill>
          <a:ln/>
        </p:spPr>
      </p:sp>
      <p:sp>
        <p:nvSpPr>
          <p:cNvPr id="108" name="Shape 106"/>
          <p:cNvSpPr/>
          <p:nvPr/>
        </p:nvSpPr>
        <p:spPr>
          <a:xfrm>
            <a:off x="4300423" y="5373815"/>
            <a:ext cx="803758" cy="625107"/>
          </a:xfrm>
          <a:prstGeom prst="rect">
            <a:avLst/>
          </a:prstGeom>
          <a:solidFill>
            <a:srgbClr val="FFFFFF">
              <a:alpha val="2750"/>
            </a:srgbClr>
          </a:solidFill>
          <a:ln/>
        </p:spPr>
      </p:sp>
      <p:sp>
        <p:nvSpPr>
          <p:cNvPr id="109" name="Shape 107"/>
          <p:cNvSpPr/>
          <p:nvPr/>
        </p:nvSpPr>
        <p:spPr>
          <a:xfrm>
            <a:off x="4300423" y="5989777"/>
            <a:ext cx="803758" cy="625107"/>
          </a:xfrm>
          <a:prstGeom prst="rect">
            <a:avLst/>
          </a:prstGeom>
          <a:solidFill>
            <a:srgbClr val="FFFFFF">
              <a:alpha val="3438"/>
            </a:srgbClr>
          </a:solidFill>
          <a:ln/>
        </p:spPr>
      </p:sp>
      <p:sp>
        <p:nvSpPr>
          <p:cNvPr id="110" name="Shape 108"/>
          <p:cNvSpPr/>
          <p:nvPr/>
        </p:nvSpPr>
        <p:spPr>
          <a:xfrm>
            <a:off x="4300423" y="6605740"/>
            <a:ext cx="803758" cy="625107"/>
          </a:xfrm>
          <a:prstGeom prst="rect">
            <a:avLst/>
          </a:prstGeom>
          <a:solidFill>
            <a:srgbClr val="FFFFFF">
              <a:alpha val="4125"/>
            </a:srgbClr>
          </a:solidFill>
          <a:ln/>
        </p:spPr>
      </p:sp>
      <p:sp>
        <p:nvSpPr>
          <p:cNvPr id="111" name="Shape 109"/>
          <p:cNvSpPr/>
          <p:nvPr/>
        </p:nvSpPr>
        <p:spPr>
          <a:xfrm>
            <a:off x="4300423" y="7221703"/>
            <a:ext cx="803758" cy="625107"/>
          </a:xfrm>
          <a:prstGeom prst="rect">
            <a:avLst/>
          </a:prstGeom>
          <a:solidFill>
            <a:srgbClr val="FFFFFF">
              <a:alpha val="4813"/>
            </a:srgbClr>
          </a:solidFill>
          <a:ln/>
        </p:spPr>
      </p:sp>
      <p:sp>
        <p:nvSpPr>
          <p:cNvPr id="112" name="Shape 110"/>
          <p:cNvSpPr/>
          <p:nvPr/>
        </p:nvSpPr>
        <p:spPr>
          <a:xfrm>
            <a:off x="4300423" y="7837665"/>
            <a:ext cx="803758" cy="625107"/>
          </a:xfrm>
          <a:prstGeom prst="rect">
            <a:avLst/>
          </a:prstGeom>
          <a:solidFill>
            <a:srgbClr val="FFFFFF">
              <a:alpha val="5500"/>
            </a:srgbClr>
          </a:solidFill>
          <a:ln/>
        </p:spPr>
      </p:sp>
      <p:sp>
        <p:nvSpPr>
          <p:cNvPr id="113" name="Shape 111"/>
          <p:cNvSpPr/>
          <p:nvPr/>
        </p:nvSpPr>
        <p:spPr>
          <a:xfrm>
            <a:off x="4992624" y="5362956"/>
            <a:ext cx="803758" cy="395364"/>
          </a:xfrm>
          <a:prstGeom prst="rect">
            <a:avLst/>
          </a:prstGeom>
          <a:solidFill>
            <a:srgbClr val="FFFFFF">
              <a:alpha val="344"/>
            </a:srgbClr>
          </a:solidFill>
          <a:ln/>
        </p:spPr>
      </p:sp>
      <p:sp>
        <p:nvSpPr>
          <p:cNvPr id="114" name="Shape 112"/>
          <p:cNvSpPr/>
          <p:nvPr/>
        </p:nvSpPr>
        <p:spPr>
          <a:xfrm>
            <a:off x="4992624" y="5749176"/>
            <a:ext cx="803758" cy="395364"/>
          </a:xfrm>
          <a:prstGeom prst="rect">
            <a:avLst/>
          </a:prstGeom>
          <a:solidFill>
            <a:srgbClr val="FFFFFF">
              <a:alpha val="688"/>
            </a:srgbClr>
          </a:solidFill>
          <a:ln/>
        </p:spPr>
      </p:sp>
      <p:sp>
        <p:nvSpPr>
          <p:cNvPr id="115" name="Shape 113"/>
          <p:cNvSpPr/>
          <p:nvPr/>
        </p:nvSpPr>
        <p:spPr>
          <a:xfrm>
            <a:off x="4992624" y="6135395"/>
            <a:ext cx="803758" cy="395364"/>
          </a:xfrm>
          <a:prstGeom prst="rect">
            <a:avLst/>
          </a:prstGeom>
          <a:solidFill>
            <a:srgbClr val="FFFFFF">
              <a:alpha val="1031"/>
            </a:srgbClr>
          </a:solidFill>
          <a:ln/>
        </p:spPr>
      </p:sp>
      <p:sp>
        <p:nvSpPr>
          <p:cNvPr id="116" name="Shape 114"/>
          <p:cNvSpPr/>
          <p:nvPr/>
        </p:nvSpPr>
        <p:spPr>
          <a:xfrm>
            <a:off x="4992624" y="6521615"/>
            <a:ext cx="803758" cy="395364"/>
          </a:xfrm>
          <a:prstGeom prst="rect">
            <a:avLst/>
          </a:prstGeom>
          <a:solidFill>
            <a:srgbClr val="FFFFFF">
              <a:alpha val="1375"/>
            </a:srgbClr>
          </a:solidFill>
          <a:ln/>
        </p:spPr>
      </p:sp>
      <p:sp>
        <p:nvSpPr>
          <p:cNvPr id="117" name="Shape 115"/>
          <p:cNvSpPr/>
          <p:nvPr/>
        </p:nvSpPr>
        <p:spPr>
          <a:xfrm>
            <a:off x="4992624" y="6907835"/>
            <a:ext cx="803758" cy="395364"/>
          </a:xfrm>
          <a:prstGeom prst="rect">
            <a:avLst/>
          </a:prstGeom>
          <a:solidFill>
            <a:srgbClr val="FFFFFF">
              <a:alpha val="1719"/>
            </a:srgbClr>
          </a:solidFill>
          <a:ln/>
        </p:spPr>
      </p:sp>
      <p:sp>
        <p:nvSpPr>
          <p:cNvPr id="118" name="Shape 116"/>
          <p:cNvSpPr/>
          <p:nvPr/>
        </p:nvSpPr>
        <p:spPr>
          <a:xfrm>
            <a:off x="4992624" y="7294055"/>
            <a:ext cx="803758" cy="395364"/>
          </a:xfrm>
          <a:prstGeom prst="rect">
            <a:avLst/>
          </a:prstGeom>
          <a:solidFill>
            <a:srgbClr val="FFFFFF">
              <a:alpha val="2063"/>
            </a:srgbClr>
          </a:solidFill>
          <a:ln/>
        </p:spPr>
      </p:sp>
      <p:sp>
        <p:nvSpPr>
          <p:cNvPr id="119" name="Shape 117"/>
          <p:cNvSpPr/>
          <p:nvPr/>
        </p:nvSpPr>
        <p:spPr>
          <a:xfrm>
            <a:off x="4992624" y="7680274"/>
            <a:ext cx="803758" cy="395364"/>
          </a:xfrm>
          <a:prstGeom prst="rect">
            <a:avLst/>
          </a:prstGeom>
          <a:solidFill>
            <a:srgbClr val="FFFFFF">
              <a:alpha val="2406"/>
            </a:srgbClr>
          </a:solidFill>
          <a:ln/>
        </p:spPr>
      </p:sp>
      <p:sp>
        <p:nvSpPr>
          <p:cNvPr id="120" name="Shape 118"/>
          <p:cNvSpPr/>
          <p:nvPr/>
        </p:nvSpPr>
        <p:spPr>
          <a:xfrm>
            <a:off x="4992624" y="8066494"/>
            <a:ext cx="803758" cy="395364"/>
          </a:xfrm>
          <a:prstGeom prst="rect">
            <a:avLst/>
          </a:prstGeom>
          <a:solidFill>
            <a:srgbClr val="FFFFFF">
              <a:alpha val="2750"/>
            </a:srgbClr>
          </a:solidFill>
          <a:ln/>
        </p:spPr>
      </p:sp>
      <p:sp>
        <p:nvSpPr>
          <p:cNvPr id="121" name="Shape 119"/>
          <p:cNvSpPr/>
          <p:nvPr/>
        </p:nvSpPr>
        <p:spPr>
          <a:xfrm>
            <a:off x="-515722" y="1728216"/>
            <a:ext cx="803758" cy="849706"/>
          </a:xfrm>
          <a:prstGeom prst="rect">
            <a:avLst/>
          </a:prstGeom>
          <a:solidFill>
            <a:srgbClr val="FFFFFF">
              <a:alpha val="688"/>
            </a:srgbClr>
          </a:solidFill>
          <a:ln/>
        </p:spPr>
      </p:sp>
      <p:sp>
        <p:nvSpPr>
          <p:cNvPr id="122" name="Shape 120"/>
          <p:cNvSpPr/>
          <p:nvPr/>
        </p:nvSpPr>
        <p:spPr>
          <a:xfrm>
            <a:off x="-515722" y="2568778"/>
            <a:ext cx="803758" cy="849706"/>
          </a:xfrm>
          <a:prstGeom prst="rect">
            <a:avLst/>
          </a:prstGeom>
          <a:solidFill>
            <a:srgbClr val="FFFFFF">
              <a:alpha val="1375"/>
            </a:srgbClr>
          </a:solidFill>
          <a:ln/>
        </p:spPr>
      </p:sp>
      <p:sp>
        <p:nvSpPr>
          <p:cNvPr id="123" name="Shape 121"/>
          <p:cNvSpPr/>
          <p:nvPr/>
        </p:nvSpPr>
        <p:spPr>
          <a:xfrm>
            <a:off x="-515722" y="3409340"/>
            <a:ext cx="803758" cy="849706"/>
          </a:xfrm>
          <a:prstGeom prst="rect">
            <a:avLst/>
          </a:prstGeom>
          <a:solidFill>
            <a:srgbClr val="FFFFFF">
              <a:alpha val="2063"/>
            </a:srgbClr>
          </a:solidFill>
          <a:ln/>
        </p:spPr>
      </p:sp>
      <p:sp>
        <p:nvSpPr>
          <p:cNvPr id="124" name="Shape 122"/>
          <p:cNvSpPr/>
          <p:nvPr/>
        </p:nvSpPr>
        <p:spPr>
          <a:xfrm>
            <a:off x="-515722" y="4249903"/>
            <a:ext cx="803758" cy="849706"/>
          </a:xfrm>
          <a:prstGeom prst="rect">
            <a:avLst/>
          </a:prstGeom>
          <a:solidFill>
            <a:srgbClr val="FFFFFF">
              <a:alpha val="2750"/>
            </a:srgbClr>
          </a:solidFill>
          <a:ln/>
        </p:spPr>
      </p:sp>
      <p:sp>
        <p:nvSpPr>
          <p:cNvPr id="125" name="Shape 123"/>
          <p:cNvSpPr/>
          <p:nvPr/>
        </p:nvSpPr>
        <p:spPr>
          <a:xfrm>
            <a:off x="-515722" y="5090465"/>
            <a:ext cx="803758" cy="849706"/>
          </a:xfrm>
          <a:prstGeom prst="rect">
            <a:avLst/>
          </a:prstGeom>
          <a:solidFill>
            <a:srgbClr val="FFFFFF">
              <a:alpha val="3438"/>
            </a:srgbClr>
          </a:solidFill>
          <a:ln/>
        </p:spPr>
      </p:sp>
      <p:sp>
        <p:nvSpPr>
          <p:cNvPr id="126" name="Shape 124"/>
          <p:cNvSpPr/>
          <p:nvPr/>
        </p:nvSpPr>
        <p:spPr>
          <a:xfrm>
            <a:off x="-515722" y="5931027"/>
            <a:ext cx="803758" cy="849706"/>
          </a:xfrm>
          <a:prstGeom prst="rect">
            <a:avLst/>
          </a:prstGeom>
          <a:solidFill>
            <a:srgbClr val="FFFFFF">
              <a:alpha val="4125"/>
            </a:srgbClr>
          </a:solidFill>
          <a:ln/>
        </p:spPr>
      </p:sp>
      <p:sp>
        <p:nvSpPr>
          <p:cNvPr id="127" name="Shape 125"/>
          <p:cNvSpPr/>
          <p:nvPr/>
        </p:nvSpPr>
        <p:spPr>
          <a:xfrm>
            <a:off x="-515722" y="6771589"/>
            <a:ext cx="803758" cy="849706"/>
          </a:xfrm>
          <a:prstGeom prst="rect">
            <a:avLst/>
          </a:prstGeom>
          <a:solidFill>
            <a:srgbClr val="FFFFFF">
              <a:alpha val="4813"/>
            </a:srgbClr>
          </a:solidFill>
          <a:ln/>
        </p:spPr>
      </p:sp>
      <p:sp>
        <p:nvSpPr>
          <p:cNvPr id="128" name="Shape 126"/>
          <p:cNvSpPr/>
          <p:nvPr/>
        </p:nvSpPr>
        <p:spPr>
          <a:xfrm>
            <a:off x="-515722" y="7612151"/>
            <a:ext cx="803758" cy="849706"/>
          </a:xfrm>
          <a:prstGeom prst="rect">
            <a:avLst/>
          </a:prstGeom>
          <a:solidFill>
            <a:srgbClr val="FFFFFF">
              <a:alpha val="5500"/>
            </a:srgbClr>
          </a:solidFill>
          <a:ln/>
        </p:spPr>
      </p:sp>
      <p:sp>
        <p:nvSpPr>
          <p:cNvPr id="129" name="Shape 127"/>
          <p:cNvSpPr/>
          <p:nvPr/>
        </p:nvSpPr>
        <p:spPr>
          <a:xfrm>
            <a:off x="170993" y="3525926"/>
            <a:ext cx="803758" cy="625107"/>
          </a:xfrm>
          <a:prstGeom prst="rect">
            <a:avLst/>
          </a:prstGeom>
          <a:solidFill>
            <a:srgbClr val="FFFFFF">
              <a:alpha val="344"/>
            </a:srgbClr>
          </a:solidFill>
          <a:ln/>
        </p:spPr>
      </p:sp>
      <p:sp>
        <p:nvSpPr>
          <p:cNvPr id="130" name="Shape 128"/>
          <p:cNvSpPr/>
          <p:nvPr/>
        </p:nvSpPr>
        <p:spPr>
          <a:xfrm>
            <a:off x="170993" y="4141889"/>
            <a:ext cx="803758" cy="625107"/>
          </a:xfrm>
          <a:prstGeom prst="rect">
            <a:avLst/>
          </a:prstGeom>
          <a:solidFill>
            <a:srgbClr val="FFFFFF">
              <a:alpha val="688"/>
            </a:srgbClr>
          </a:solidFill>
          <a:ln/>
        </p:spPr>
      </p:sp>
      <p:sp>
        <p:nvSpPr>
          <p:cNvPr id="131" name="Shape 129"/>
          <p:cNvSpPr/>
          <p:nvPr/>
        </p:nvSpPr>
        <p:spPr>
          <a:xfrm>
            <a:off x="170993" y="4757852"/>
            <a:ext cx="803758" cy="625107"/>
          </a:xfrm>
          <a:prstGeom prst="rect">
            <a:avLst/>
          </a:prstGeom>
          <a:solidFill>
            <a:srgbClr val="FFFFFF">
              <a:alpha val="1031"/>
            </a:srgbClr>
          </a:solidFill>
          <a:ln/>
        </p:spPr>
      </p:sp>
      <p:sp>
        <p:nvSpPr>
          <p:cNvPr id="132" name="Shape 130"/>
          <p:cNvSpPr/>
          <p:nvPr/>
        </p:nvSpPr>
        <p:spPr>
          <a:xfrm>
            <a:off x="170993" y="5373815"/>
            <a:ext cx="803758" cy="625107"/>
          </a:xfrm>
          <a:prstGeom prst="rect">
            <a:avLst/>
          </a:prstGeom>
          <a:solidFill>
            <a:srgbClr val="FFFFFF">
              <a:alpha val="1375"/>
            </a:srgbClr>
          </a:solidFill>
          <a:ln/>
        </p:spPr>
      </p:sp>
      <p:sp>
        <p:nvSpPr>
          <p:cNvPr id="133" name="Shape 131"/>
          <p:cNvSpPr/>
          <p:nvPr/>
        </p:nvSpPr>
        <p:spPr>
          <a:xfrm>
            <a:off x="170993" y="5989777"/>
            <a:ext cx="803758" cy="625107"/>
          </a:xfrm>
          <a:prstGeom prst="rect">
            <a:avLst/>
          </a:prstGeom>
          <a:solidFill>
            <a:srgbClr val="FFFFFF">
              <a:alpha val="1719"/>
            </a:srgbClr>
          </a:solidFill>
          <a:ln/>
        </p:spPr>
      </p:sp>
      <p:sp>
        <p:nvSpPr>
          <p:cNvPr id="134" name="Shape 132"/>
          <p:cNvSpPr/>
          <p:nvPr/>
        </p:nvSpPr>
        <p:spPr>
          <a:xfrm>
            <a:off x="170993" y="6605740"/>
            <a:ext cx="803758" cy="625107"/>
          </a:xfrm>
          <a:prstGeom prst="rect">
            <a:avLst/>
          </a:prstGeom>
          <a:solidFill>
            <a:srgbClr val="FFFFFF">
              <a:alpha val="2063"/>
            </a:srgbClr>
          </a:solidFill>
          <a:ln/>
        </p:spPr>
      </p:sp>
      <p:sp>
        <p:nvSpPr>
          <p:cNvPr id="135" name="Shape 133"/>
          <p:cNvSpPr/>
          <p:nvPr/>
        </p:nvSpPr>
        <p:spPr>
          <a:xfrm>
            <a:off x="170993" y="7221703"/>
            <a:ext cx="803758" cy="625107"/>
          </a:xfrm>
          <a:prstGeom prst="rect">
            <a:avLst/>
          </a:prstGeom>
          <a:solidFill>
            <a:srgbClr val="FFFFFF">
              <a:alpha val="2406"/>
            </a:srgbClr>
          </a:solidFill>
          <a:ln/>
        </p:spPr>
      </p:sp>
      <p:sp>
        <p:nvSpPr>
          <p:cNvPr id="136" name="Shape 134"/>
          <p:cNvSpPr/>
          <p:nvPr/>
        </p:nvSpPr>
        <p:spPr>
          <a:xfrm>
            <a:off x="170993" y="7837665"/>
            <a:ext cx="803758" cy="625107"/>
          </a:xfrm>
          <a:prstGeom prst="rect">
            <a:avLst/>
          </a:prstGeom>
          <a:solidFill>
            <a:srgbClr val="FFFFFF">
              <a:alpha val="2750"/>
            </a:srgbClr>
          </a:solidFill>
          <a:ln/>
        </p:spPr>
      </p:sp>
      <p:sp>
        <p:nvSpPr>
          <p:cNvPr id="137" name="Shape 135"/>
          <p:cNvSpPr/>
          <p:nvPr/>
        </p:nvSpPr>
        <p:spPr>
          <a:xfrm>
            <a:off x="862279" y="5362956"/>
            <a:ext cx="803758" cy="395364"/>
          </a:xfrm>
          <a:prstGeom prst="rect">
            <a:avLst/>
          </a:prstGeom>
          <a:solidFill>
            <a:srgbClr val="FFFFFF">
              <a:alpha val="138"/>
            </a:srgbClr>
          </a:solidFill>
          <a:ln/>
        </p:spPr>
      </p:sp>
      <p:sp>
        <p:nvSpPr>
          <p:cNvPr id="138" name="Shape 136"/>
          <p:cNvSpPr/>
          <p:nvPr/>
        </p:nvSpPr>
        <p:spPr>
          <a:xfrm>
            <a:off x="862279" y="5749176"/>
            <a:ext cx="803758" cy="395364"/>
          </a:xfrm>
          <a:prstGeom prst="rect">
            <a:avLst/>
          </a:prstGeom>
          <a:solidFill>
            <a:srgbClr val="FFFFFF">
              <a:alpha val="275"/>
            </a:srgbClr>
          </a:solidFill>
          <a:ln/>
        </p:spPr>
      </p:sp>
      <p:sp>
        <p:nvSpPr>
          <p:cNvPr id="139" name="Shape 137"/>
          <p:cNvSpPr/>
          <p:nvPr/>
        </p:nvSpPr>
        <p:spPr>
          <a:xfrm>
            <a:off x="862279" y="6135395"/>
            <a:ext cx="803758" cy="395364"/>
          </a:xfrm>
          <a:prstGeom prst="rect">
            <a:avLst/>
          </a:prstGeom>
          <a:solidFill>
            <a:srgbClr val="FFFFFF">
              <a:alpha val="412"/>
            </a:srgbClr>
          </a:solidFill>
          <a:ln/>
        </p:spPr>
      </p:sp>
      <p:sp>
        <p:nvSpPr>
          <p:cNvPr id="140" name="Shape 138"/>
          <p:cNvSpPr/>
          <p:nvPr/>
        </p:nvSpPr>
        <p:spPr>
          <a:xfrm>
            <a:off x="862279" y="6521615"/>
            <a:ext cx="803758" cy="395364"/>
          </a:xfrm>
          <a:prstGeom prst="rect">
            <a:avLst/>
          </a:prstGeom>
          <a:solidFill>
            <a:srgbClr val="FFFFFF">
              <a:alpha val="550"/>
            </a:srgbClr>
          </a:solidFill>
          <a:ln/>
        </p:spPr>
      </p:sp>
      <p:sp>
        <p:nvSpPr>
          <p:cNvPr id="141" name="Shape 139"/>
          <p:cNvSpPr/>
          <p:nvPr/>
        </p:nvSpPr>
        <p:spPr>
          <a:xfrm>
            <a:off x="862279" y="6907835"/>
            <a:ext cx="803758" cy="395364"/>
          </a:xfrm>
          <a:prstGeom prst="rect">
            <a:avLst/>
          </a:prstGeom>
          <a:solidFill>
            <a:srgbClr val="FFFFFF">
              <a:alpha val="688"/>
            </a:srgbClr>
          </a:solidFill>
          <a:ln/>
        </p:spPr>
      </p:sp>
      <p:sp>
        <p:nvSpPr>
          <p:cNvPr id="142" name="Shape 140"/>
          <p:cNvSpPr/>
          <p:nvPr/>
        </p:nvSpPr>
        <p:spPr>
          <a:xfrm>
            <a:off x="862279" y="7294055"/>
            <a:ext cx="803758" cy="395364"/>
          </a:xfrm>
          <a:prstGeom prst="rect">
            <a:avLst/>
          </a:prstGeom>
          <a:solidFill>
            <a:srgbClr val="FFFFFF">
              <a:alpha val="825"/>
            </a:srgbClr>
          </a:solidFill>
          <a:ln/>
        </p:spPr>
      </p:sp>
      <p:sp>
        <p:nvSpPr>
          <p:cNvPr id="143" name="Shape 141"/>
          <p:cNvSpPr/>
          <p:nvPr/>
        </p:nvSpPr>
        <p:spPr>
          <a:xfrm>
            <a:off x="862279" y="7680274"/>
            <a:ext cx="803758" cy="395364"/>
          </a:xfrm>
          <a:prstGeom prst="rect">
            <a:avLst/>
          </a:prstGeom>
          <a:solidFill>
            <a:srgbClr val="FFFFFF">
              <a:alpha val="963"/>
            </a:srgbClr>
          </a:solidFill>
          <a:ln/>
        </p:spPr>
      </p:sp>
      <p:sp>
        <p:nvSpPr>
          <p:cNvPr id="144" name="Shape 142"/>
          <p:cNvSpPr/>
          <p:nvPr/>
        </p:nvSpPr>
        <p:spPr>
          <a:xfrm>
            <a:off x="862279" y="8066494"/>
            <a:ext cx="803758" cy="395364"/>
          </a:xfrm>
          <a:prstGeom prst="rect">
            <a:avLst/>
          </a:prstGeom>
          <a:solidFill>
            <a:srgbClr val="FFFFFF">
              <a:alpha val="1100"/>
            </a:srgbClr>
          </a:solidFill>
          <a:ln/>
        </p:spPr>
      </p:sp>
      <p:sp>
        <p:nvSpPr>
          <p:cNvPr id="145" name="Shape 143"/>
          <p:cNvSpPr/>
          <p:nvPr/>
        </p:nvSpPr>
        <p:spPr>
          <a:xfrm>
            <a:off x="1435608" y="-1775765"/>
            <a:ext cx="803758" cy="849706"/>
          </a:xfrm>
          <a:prstGeom prst="rect">
            <a:avLst/>
          </a:prstGeom>
          <a:solidFill>
            <a:srgbClr val="F8FE05">
              <a:alpha val="8250"/>
            </a:srgbClr>
          </a:solidFill>
          <a:ln/>
        </p:spPr>
      </p:sp>
      <p:sp>
        <p:nvSpPr>
          <p:cNvPr id="146" name="Shape 144"/>
          <p:cNvSpPr/>
          <p:nvPr/>
        </p:nvSpPr>
        <p:spPr>
          <a:xfrm>
            <a:off x="1435608" y="-935203"/>
            <a:ext cx="803758" cy="849706"/>
          </a:xfrm>
          <a:prstGeom prst="rect">
            <a:avLst/>
          </a:prstGeom>
          <a:solidFill>
            <a:srgbClr val="F8FE05">
              <a:alpha val="7219"/>
            </a:srgbClr>
          </a:solidFill>
          <a:ln/>
        </p:spPr>
      </p:sp>
      <p:sp>
        <p:nvSpPr>
          <p:cNvPr id="147" name="Shape 145"/>
          <p:cNvSpPr/>
          <p:nvPr/>
        </p:nvSpPr>
        <p:spPr>
          <a:xfrm>
            <a:off x="1435608" y="-94640"/>
            <a:ext cx="803758" cy="849706"/>
          </a:xfrm>
          <a:prstGeom prst="rect">
            <a:avLst/>
          </a:prstGeom>
          <a:solidFill>
            <a:srgbClr val="F8FE05">
              <a:alpha val="6188"/>
            </a:srgbClr>
          </a:solidFill>
          <a:ln/>
        </p:spPr>
      </p:sp>
      <p:sp>
        <p:nvSpPr>
          <p:cNvPr id="148" name="Shape 146"/>
          <p:cNvSpPr/>
          <p:nvPr/>
        </p:nvSpPr>
        <p:spPr>
          <a:xfrm>
            <a:off x="1435608" y="745922"/>
            <a:ext cx="803758" cy="849706"/>
          </a:xfrm>
          <a:prstGeom prst="rect">
            <a:avLst/>
          </a:prstGeom>
          <a:solidFill>
            <a:srgbClr val="F8FE05">
              <a:alpha val="5156"/>
            </a:srgbClr>
          </a:solidFill>
          <a:ln/>
        </p:spPr>
      </p:sp>
      <p:sp>
        <p:nvSpPr>
          <p:cNvPr id="149" name="Shape 147"/>
          <p:cNvSpPr/>
          <p:nvPr/>
        </p:nvSpPr>
        <p:spPr>
          <a:xfrm>
            <a:off x="1435608" y="1586484"/>
            <a:ext cx="803758" cy="849706"/>
          </a:xfrm>
          <a:prstGeom prst="rect">
            <a:avLst/>
          </a:prstGeom>
          <a:solidFill>
            <a:srgbClr val="F8FE05">
              <a:alpha val="4125"/>
            </a:srgbClr>
          </a:solidFill>
          <a:ln/>
        </p:spPr>
      </p:sp>
      <p:sp>
        <p:nvSpPr>
          <p:cNvPr id="150" name="Shape 148"/>
          <p:cNvSpPr/>
          <p:nvPr/>
        </p:nvSpPr>
        <p:spPr>
          <a:xfrm>
            <a:off x="1435608" y="2427046"/>
            <a:ext cx="803758" cy="849706"/>
          </a:xfrm>
          <a:prstGeom prst="rect">
            <a:avLst/>
          </a:prstGeom>
          <a:solidFill>
            <a:srgbClr val="F8FE05">
              <a:alpha val="3094"/>
            </a:srgbClr>
          </a:solidFill>
          <a:ln/>
        </p:spPr>
      </p:sp>
      <p:sp>
        <p:nvSpPr>
          <p:cNvPr id="151" name="Shape 149"/>
          <p:cNvSpPr/>
          <p:nvPr/>
        </p:nvSpPr>
        <p:spPr>
          <a:xfrm>
            <a:off x="1435608" y="3267608"/>
            <a:ext cx="803758" cy="849706"/>
          </a:xfrm>
          <a:prstGeom prst="rect">
            <a:avLst/>
          </a:prstGeom>
          <a:solidFill>
            <a:srgbClr val="F8FE05">
              <a:alpha val="2063"/>
            </a:srgbClr>
          </a:solidFill>
          <a:ln/>
        </p:spPr>
      </p:sp>
      <p:sp>
        <p:nvSpPr>
          <p:cNvPr id="152" name="Shape 150"/>
          <p:cNvSpPr/>
          <p:nvPr/>
        </p:nvSpPr>
        <p:spPr>
          <a:xfrm>
            <a:off x="1435608" y="4108171"/>
            <a:ext cx="803758" cy="849706"/>
          </a:xfrm>
          <a:prstGeom prst="rect">
            <a:avLst/>
          </a:prstGeom>
          <a:solidFill>
            <a:srgbClr val="F8FE05">
              <a:alpha val="1031"/>
            </a:srgbClr>
          </a:solidFill>
          <a:ln/>
        </p:spPr>
      </p:sp>
      <p:sp>
        <p:nvSpPr>
          <p:cNvPr id="153" name="Shape 151"/>
          <p:cNvSpPr/>
          <p:nvPr/>
        </p:nvSpPr>
        <p:spPr>
          <a:xfrm>
            <a:off x="2806294" y="-1775765"/>
            <a:ext cx="803758" cy="523723"/>
          </a:xfrm>
          <a:prstGeom prst="rect">
            <a:avLst/>
          </a:prstGeom>
          <a:solidFill>
            <a:srgbClr val="F8FE05">
              <a:alpha val="3850"/>
            </a:srgbClr>
          </a:solidFill>
          <a:ln/>
        </p:spPr>
      </p:sp>
      <p:sp>
        <p:nvSpPr>
          <p:cNvPr id="154" name="Shape 152"/>
          <p:cNvSpPr/>
          <p:nvPr/>
        </p:nvSpPr>
        <p:spPr>
          <a:xfrm>
            <a:off x="2806294" y="-1261186"/>
            <a:ext cx="803758" cy="523723"/>
          </a:xfrm>
          <a:prstGeom prst="rect">
            <a:avLst/>
          </a:prstGeom>
          <a:solidFill>
            <a:srgbClr val="F8FE05">
              <a:alpha val="3369"/>
            </a:srgbClr>
          </a:solidFill>
          <a:ln/>
        </p:spPr>
      </p:sp>
      <p:sp>
        <p:nvSpPr>
          <p:cNvPr id="155" name="Shape 153"/>
          <p:cNvSpPr/>
          <p:nvPr/>
        </p:nvSpPr>
        <p:spPr>
          <a:xfrm>
            <a:off x="2806294" y="-746608"/>
            <a:ext cx="803758" cy="523723"/>
          </a:xfrm>
          <a:prstGeom prst="rect">
            <a:avLst/>
          </a:prstGeom>
          <a:solidFill>
            <a:srgbClr val="F8FE05">
              <a:alpha val="2888"/>
            </a:srgbClr>
          </a:solidFill>
          <a:ln/>
        </p:spPr>
      </p:sp>
      <p:sp>
        <p:nvSpPr>
          <p:cNvPr id="156" name="Shape 154"/>
          <p:cNvSpPr/>
          <p:nvPr/>
        </p:nvSpPr>
        <p:spPr>
          <a:xfrm>
            <a:off x="2806294" y="-232029"/>
            <a:ext cx="803758" cy="523723"/>
          </a:xfrm>
          <a:prstGeom prst="rect">
            <a:avLst/>
          </a:prstGeom>
          <a:solidFill>
            <a:srgbClr val="F8FE05">
              <a:alpha val="2406"/>
            </a:srgbClr>
          </a:solidFill>
          <a:ln/>
        </p:spPr>
      </p:sp>
      <p:sp>
        <p:nvSpPr>
          <p:cNvPr id="157" name="Shape 155"/>
          <p:cNvSpPr/>
          <p:nvPr/>
        </p:nvSpPr>
        <p:spPr>
          <a:xfrm>
            <a:off x="2806294" y="282550"/>
            <a:ext cx="803758" cy="523723"/>
          </a:xfrm>
          <a:prstGeom prst="rect">
            <a:avLst/>
          </a:prstGeom>
          <a:solidFill>
            <a:srgbClr val="F8FE05">
              <a:alpha val="1925"/>
            </a:srgbClr>
          </a:solidFill>
          <a:ln/>
        </p:spPr>
      </p:sp>
      <p:sp>
        <p:nvSpPr>
          <p:cNvPr id="158" name="Shape 156"/>
          <p:cNvSpPr/>
          <p:nvPr/>
        </p:nvSpPr>
        <p:spPr>
          <a:xfrm>
            <a:off x="2806294" y="797128"/>
            <a:ext cx="803758" cy="523723"/>
          </a:xfrm>
          <a:prstGeom prst="rect">
            <a:avLst/>
          </a:prstGeom>
          <a:solidFill>
            <a:srgbClr val="F8FE05">
              <a:alpha val="1444"/>
            </a:srgbClr>
          </a:solidFill>
          <a:ln/>
        </p:spPr>
      </p:sp>
      <p:sp>
        <p:nvSpPr>
          <p:cNvPr id="159" name="Shape 157"/>
          <p:cNvSpPr/>
          <p:nvPr/>
        </p:nvSpPr>
        <p:spPr>
          <a:xfrm>
            <a:off x="2806294" y="1311707"/>
            <a:ext cx="803758" cy="523723"/>
          </a:xfrm>
          <a:prstGeom prst="rect">
            <a:avLst/>
          </a:prstGeom>
          <a:solidFill>
            <a:srgbClr val="F8FE05">
              <a:alpha val="963"/>
            </a:srgbClr>
          </a:solidFill>
          <a:ln/>
        </p:spPr>
      </p:sp>
      <p:sp>
        <p:nvSpPr>
          <p:cNvPr id="160" name="Shape 158"/>
          <p:cNvSpPr/>
          <p:nvPr/>
        </p:nvSpPr>
        <p:spPr>
          <a:xfrm>
            <a:off x="2806294" y="1826285"/>
            <a:ext cx="803758" cy="523723"/>
          </a:xfrm>
          <a:prstGeom prst="rect">
            <a:avLst/>
          </a:prstGeom>
          <a:solidFill>
            <a:srgbClr val="F8FE05">
              <a:alpha val="481"/>
            </a:srgbClr>
          </a:solidFill>
          <a:ln/>
        </p:spPr>
      </p:sp>
      <p:sp>
        <p:nvSpPr>
          <p:cNvPr id="161" name="Shape 159"/>
          <p:cNvSpPr/>
          <p:nvPr/>
        </p:nvSpPr>
        <p:spPr>
          <a:xfrm>
            <a:off x="2115922" y="-1775765"/>
            <a:ext cx="803758" cy="671284"/>
          </a:xfrm>
          <a:prstGeom prst="rect">
            <a:avLst/>
          </a:prstGeom>
          <a:solidFill>
            <a:srgbClr val="F8FE05">
              <a:alpha val="5500"/>
            </a:srgbClr>
          </a:solidFill>
          <a:ln/>
        </p:spPr>
      </p:sp>
      <p:sp>
        <p:nvSpPr>
          <p:cNvPr id="162" name="Shape 160"/>
          <p:cNvSpPr/>
          <p:nvPr/>
        </p:nvSpPr>
        <p:spPr>
          <a:xfrm>
            <a:off x="2115922" y="-1113625"/>
            <a:ext cx="803758" cy="671284"/>
          </a:xfrm>
          <a:prstGeom prst="rect">
            <a:avLst/>
          </a:prstGeom>
          <a:solidFill>
            <a:srgbClr val="F8FE05">
              <a:alpha val="4813"/>
            </a:srgbClr>
          </a:solidFill>
          <a:ln/>
        </p:spPr>
      </p:sp>
      <p:sp>
        <p:nvSpPr>
          <p:cNvPr id="163" name="Shape 161"/>
          <p:cNvSpPr/>
          <p:nvPr/>
        </p:nvSpPr>
        <p:spPr>
          <a:xfrm>
            <a:off x="2115922" y="-451485"/>
            <a:ext cx="803758" cy="671284"/>
          </a:xfrm>
          <a:prstGeom prst="rect">
            <a:avLst/>
          </a:prstGeom>
          <a:solidFill>
            <a:srgbClr val="F8FE05">
              <a:alpha val="4125"/>
            </a:srgbClr>
          </a:solidFill>
          <a:ln/>
        </p:spPr>
      </p:sp>
      <p:sp>
        <p:nvSpPr>
          <p:cNvPr id="164" name="Shape 162"/>
          <p:cNvSpPr/>
          <p:nvPr/>
        </p:nvSpPr>
        <p:spPr>
          <a:xfrm>
            <a:off x="2115922" y="210655"/>
            <a:ext cx="803758" cy="671284"/>
          </a:xfrm>
          <a:prstGeom prst="rect">
            <a:avLst/>
          </a:prstGeom>
          <a:solidFill>
            <a:srgbClr val="F8FE05">
              <a:alpha val="3438"/>
            </a:srgbClr>
          </a:solidFill>
          <a:ln/>
        </p:spPr>
      </p:sp>
      <p:sp>
        <p:nvSpPr>
          <p:cNvPr id="165" name="Shape 163"/>
          <p:cNvSpPr/>
          <p:nvPr/>
        </p:nvSpPr>
        <p:spPr>
          <a:xfrm>
            <a:off x="2115922" y="872795"/>
            <a:ext cx="803758" cy="671284"/>
          </a:xfrm>
          <a:prstGeom prst="rect">
            <a:avLst/>
          </a:prstGeom>
          <a:solidFill>
            <a:srgbClr val="F8FE05">
              <a:alpha val="2750"/>
            </a:srgbClr>
          </a:solidFill>
          <a:ln/>
        </p:spPr>
      </p:sp>
      <p:sp>
        <p:nvSpPr>
          <p:cNvPr id="166" name="Shape 164"/>
          <p:cNvSpPr/>
          <p:nvPr/>
        </p:nvSpPr>
        <p:spPr>
          <a:xfrm>
            <a:off x="2115922" y="1534935"/>
            <a:ext cx="803758" cy="671284"/>
          </a:xfrm>
          <a:prstGeom prst="rect">
            <a:avLst/>
          </a:prstGeom>
          <a:solidFill>
            <a:srgbClr val="F8FE05">
              <a:alpha val="2063"/>
            </a:srgbClr>
          </a:solidFill>
          <a:ln/>
        </p:spPr>
      </p:sp>
      <p:sp>
        <p:nvSpPr>
          <p:cNvPr id="167" name="Shape 165"/>
          <p:cNvSpPr/>
          <p:nvPr/>
        </p:nvSpPr>
        <p:spPr>
          <a:xfrm>
            <a:off x="2115922" y="2197075"/>
            <a:ext cx="803758" cy="671284"/>
          </a:xfrm>
          <a:prstGeom prst="rect">
            <a:avLst/>
          </a:prstGeom>
          <a:solidFill>
            <a:srgbClr val="F8FE05">
              <a:alpha val="1375"/>
            </a:srgbClr>
          </a:solidFill>
          <a:ln/>
        </p:spPr>
      </p:sp>
      <p:sp>
        <p:nvSpPr>
          <p:cNvPr id="168" name="Shape 166"/>
          <p:cNvSpPr/>
          <p:nvPr/>
        </p:nvSpPr>
        <p:spPr>
          <a:xfrm>
            <a:off x="2115922" y="2859215"/>
            <a:ext cx="803758" cy="671284"/>
          </a:xfrm>
          <a:prstGeom prst="rect">
            <a:avLst/>
          </a:prstGeom>
          <a:solidFill>
            <a:srgbClr val="F8FE05">
              <a:alpha val="688"/>
            </a:srgbClr>
          </a:solidFill>
          <a:ln/>
        </p:spPr>
      </p:sp>
      <p:sp>
        <p:nvSpPr>
          <p:cNvPr id="169" name="Shape 167"/>
          <p:cNvSpPr/>
          <p:nvPr/>
        </p:nvSpPr>
        <p:spPr>
          <a:xfrm>
            <a:off x="742493" y="-1775765"/>
            <a:ext cx="803758" cy="625107"/>
          </a:xfrm>
          <a:prstGeom prst="rect">
            <a:avLst/>
          </a:prstGeom>
          <a:solidFill>
            <a:srgbClr val="F8FE05">
              <a:alpha val="5500"/>
            </a:srgbClr>
          </a:solidFill>
          <a:ln/>
        </p:spPr>
      </p:sp>
      <p:sp>
        <p:nvSpPr>
          <p:cNvPr id="170" name="Shape 168"/>
          <p:cNvSpPr/>
          <p:nvPr/>
        </p:nvSpPr>
        <p:spPr>
          <a:xfrm>
            <a:off x="742493" y="-1159802"/>
            <a:ext cx="803758" cy="625107"/>
          </a:xfrm>
          <a:prstGeom prst="rect">
            <a:avLst/>
          </a:prstGeom>
          <a:solidFill>
            <a:srgbClr val="F8FE05">
              <a:alpha val="4813"/>
            </a:srgbClr>
          </a:solidFill>
          <a:ln/>
        </p:spPr>
      </p:sp>
      <p:sp>
        <p:nvSpPr>
          <p:cNvPr id="171" name="Shape 169"/>
          <p:cNvSpPr/>
          <p:nvPr/>
        </p:nvSpPr>
        <p:spPr>
          <a:xfrm>
            <a:off x="742493" y="-543839"/>
            <a:ext cx="803758" cy="625107"/>
          </a:xfrm>
          <a:prstGeom prst="rect">
            <a:avLst/>
          </a:prstGeom>
          <a:solidFill>
            <a:srgbClr val="F8FE05">
              <a:alpha val="4125"/>
            </a:srgbClr>
          </a:solidFill>
          <a:ln/>
        </p:spPr>
      </p:sp>
      <p:sp>
        <p:nvSpPr>
          <p:cNvPr id="172" name="Shape 170"/>
          <p:cNvSpPr/>
          <p:nvPr/>
        </p:nvSpPr>
        <p:spPr>
          <a:xfrm>
            <a:off x="742493" y="72123"/>
            <a:ext cx="803758" cy="625107"/>
          </a:xfrm>
          <a:prstGeom prst="rect">
            <a:avLst/>
          </a:prstGeom>
          <a:solidFill>
            <a:srgbClr val="F8FE05">
              <a:alpha val="3438"/>
            </a:srgbClr>
          </a:solidFill>
          <a:ln/>
        </p:spPr>
      </p:sp>
      <p:sp>
        <p:nvSpPr>
          <p:cNvPr id="173" name="Shape 171"/>
          <p:cNvSpPr/>
          <p:nvPr/>
        </p:nvSpPr>
        <p:spPr>
          <a:xfrm>
            <a:off x="742493" y="688086"/>
            <a:ext cx="803758" cy="625107"/>
          </a:xfrm>
          <a:prstGeom prst="rect">
            <a:avLst/>
          </a:prstGeom>
          <a:solidFill>
            <a:srgbClr val="F8FE05">
              <a:alpha val="2750"/>
            </a:srgbClr>
          </a:solidFill>
          <a:ln/>
        </p:spPr>
      </p:sp>
      <p:sp>
        <p:nvSpPr>
          <p:cNvPr id="174" name="Shape 172"/>
          <p:cNvSpPr/>
          <p:nvPr/>
        </p:nvSpPr>
        <p:spPr>
          <a:xfrm>
            <a:off x="742493" y="1304049"/>
            <a:ext cx="803758" cy="625107"/>
          </a:xfrm>
          <a:prstGeom prst="rect">
            <a:avLst/>
          </a:prstGeom>
          <a:solidFill>
            <a:srgbClr val="F8FE05">
              <a:alpha val="2063"/>
            </a:srgbClr>
          </a:solidFill>
          <a:ln/>
        </p:spPr>
      </p:sp>
      <p:sp>
        <p:nvSpPr>
          <p:cNvPr id="175" name="Shape 173"/>
          <p:cNvSpPr/>
          <p:nvPr/>
        </p:nvSpPr>
        <p:spPr>
          <a:xfrm>
            <a:off x="742493" y="1920011"/>
            <a:ext cx="803758" cy="625107"/>
          </a:xfrm>
          <a:prstGeom prst="rect">
            <a:avLst/>
          </a:prstGeom>
          <a:solidFill>
            <a:srgbClr val="F8FE05">
              <a:alpha val="1375"/>
            </a:srgbClr>
          </a:solidFill>
          <a:ln/>
        </p:spPr>
      </p:sp>
      <p:sp>
        <p:nvSpPr>
          <p:cNvPr id="176" name="Shape 174"/>
          <p:cNvSpPr/>
          <p:nvPr/>
        </p:nvSpPr>
        <p:spPr>
          <a:xfrm>
            <a:off x="742493" y="2535974"/>
            <a:ext cx="803758" cy="625107"/>
          </a:xfrm>
          <a:prstGeom prst="rect">
            <a:avLst/>
          </a:prstGeom>
          <a:solidFill>
            <a:srgbClr val="F8FE05">
              <a:alpha val="688"/>
            </a:srgbClr>
          </a:solidFill>
          <a:ln/>
        </p:spPr>
      </p:sp>
      <p:sp>
        <p:nvSpPr>
          <p:cNvPr id="177" name="Shape 175"/>
          <p:cNvSpPr/>
          <p:nvPr/>
        </p:nvSpPr>
        <p:spPr>
          <a:xfrm>
            <a:off x="57607" y="-1775765"/>
            <a:ext cx="803758" cy="395364"/>
          </a:xfrm>
          <a:prstGeom prst="rect">
            <a:avLst/>
          </a:prstGeom>
          <a:solidFill>
            <a:srgbClr val="F8FE05">
              <a:alpha val="3850"/>
            </a:srgbClr>
          </a:solidFill>
          <a:ln/>
        </p:spPr>
      </p:sp>
      <p:sp>
        <p:nvSpPr>
          <p:cNvPr id="178" name="Shape 176"/>
          <p:cNvSpPr/>
          <p:nvPr/>
        </p:nvSpPr>
        <p:spPr>
          <a:xfrm>
            <a:off x="57607" y="-1389545"/>
            <a:ext cx="803758" cy="395364"/>
          </a:xfrm>
          <a:prstGeom prst="rect">
            <a:avLst/>
          </a:prstGeom>
          <a:solidFill>
            <a:srgbClr val="F8FE05">
              <a:alpha val="3369"/>
            </a:srgbClr>
          </a:solidFill>
          <a:ln/>
        </p:spPr>
      </p:sp>
      <p:sp>
        <p:nvSpPr>
          <p:cNvPr id="179" name="Shape 177"/>
          <p:cNvSpPr/>
          <p:nvPr/>
        </p:nvSpPr>
        <p:spPr>
          <a:xfrm>
            <a:off x="57607" y="-1003325"/>
            <a:ext cx="803758" cy="395364"/>
          </a:xfrm>
          <a:prstGeom prst="rect">
            <a:avLst/>
          </a:prstGeom>
          <a:solidFill>
            <a:srgbClr val="F8FE05">
              <a:alpha val="2888"/>
            </a:srgbClr>
          </a:solidFill>
          <a:ln/>
        </p:spPr>
      </p:sp>
      <p:sp>
        <p:nvSpPr>
          <p:cNvPr id="180" name="Shape 178"/>
          <p:cNvSpPr/>
          <p:nvPr/>
        </p:nvSpPr>
        <p:spPr>
          <a:xfrm>
            <a:off x="57607" y="-617106"/>
            <a:ext cx="803758" cy="395364"/>
          </a:xfrm>
          <a:prstGeom prst="rect">
            <a:avLst/>
          </a:prstGeom>
          <a:solidFill>
            <a:srgbClr val="F8FE05">
              <a:alpha val="2406"/>
            </a:srgbClr>
          </a:solidFill>
          <a:ln/>
        </p:spPr>
      </p:sp>
      <p:sp>
        <p:nvSpPr>
          <p:cNvPr id="181" name="Shape 179"/>
          <p:cNvSpPr/>
          <p:nvPr/>
        </p:nvSpPr>
        <p:spPr>
          <a:xfrm>
            <a:off x="57607" y="-230886"/>
            <a:ext cx="803758" cy="395364"/>
          </a:xfrm>
          <a:prstGeom prst="rect">
            <a:avLst/>
          </a:prstGeom>
          <a:solidFill>
            <a:srgbClr val="F8FE05">
              <a:alpha val="1925"/>
            </a:srgbClr>
          </a:solidFill>
          <a:ln/>
        </p:spPr>
      </p:sp>
      <p:sp>
        <p:nvSpPr>
          <p:cNvPr id="182" name="Shape 180"/>
          <p:cNvSpPr/>
          <p:nvPr/>
        </p:nvSpPr>
        <p:spPr>
          <a:xfrm>
            <a:off x="57607" y="155334"/>
            <a:ext cx="803758" cy="395364"/>
          </a:xfrm>
          <a:prstGeom prst="rect">
            <a:avLst/>
          </a:prstGeom>
          <a:solidFill>
            <a:srgbClr val="F8FE05">
              <a:alpha val="1444"/>
            </a:srgbClr>
          </a:solidFill>
          <a:ln/>
        </p:spPr>
      </p:sp>
      <p:sp>
        <p:nvSpPr>
          <p:cNvPr id="183" name="Shape 181"/>
          <p:cNvSpPr/>
          <p:nvPr/>
        </p:nvSpPr>
        <p:spPr>
          <a:xfrm>
            <a:off x="57607" y="541553"/>
            <a:ext cx="803758" cy="395364"/>
          </a:xfrm>
          <a:prstGeom prst="rect">
            <a:avLst/>
          </a:prstGeom>
          <a:solidFill>
            <a:srgbClr val="F8FE05">
              <a:alpha val="963"/>
            </a:srgbClr>
          </a:solidFill>
          <a:ln/>
        </p:spPr>
      </p:sp>
      <p:sp>
        <p:nvSpPr>
          <p:cNvPr id="184" name="Shape 182"/>
          <p:cNvSpPr/>
          <p:nvPr/>
        </p:nvSpPr>
        <p:spPr>
          <a:xfrm>
            <a:off x="57607" y="927773"/>
            <a:ext cx="803758" cy="395364"/>
          </a:xfrm>
          <a:prstGeom prst="rect">
            <a:avLst/>
          </a:prstGeom>
          <a:solidFill>
            <a:srgbClr val="F8FE05">
              <a:alpha val="481"/>
            </a:srgbClr>
          </a:solidFill>
          <a:ln/>
        </p:spPr>
      </p:sp>
      <p:sp>
        <p:nvSpPr>
          <p:cNvPr id="185" name="Shape 183"/>
          <p:cNvSpPr/>
          <p:nvPr/>
        </p:nvSpPr>
        <p:spPr>
          <a:xfrm>
            <a:off x="5578754" y="-1775765"/>
            <a:ext cx="803758" cy="849706"/>
          </a:xfrm>
          <a:prstGeom prst="rect">
            <a:avLst/>
          </a:prstGeom>
          <a:solidFill>
            <a:srgbClr val="F8FE05">
              <a:alpha val="8250"/>
            </a:srgbClr>
          </a:solidFill>
          <a:ln/>
        </p:spPr>
      </p:sp>
      <p:sp>
        <p:nvSpPr>
          <p:cNvPr id="186" name="Shape 184"/>
          <p:cNvSpPr/>
          <p:nvPr/>
        </p:nvSpPr>
        <p:spPr>
          <a:xfrm>
            <a:off x="5578754" y="-935203"/>
            <a:ext cx="803758" cy="849706"/>
          </a:xfrm>
          <a:prstGeom prst="rect">
            <a:avLst/>
          </a:prstGeom>
          <a:solidFill>
            <a:srgbClr val="F8FE05">
              <a:alpha val="7219"/>
            </a:srgbClr>
          </a:solidFill>
          <a:ln/>
        </p:spPr>
      </p:sp>
      <p:sp>
        <p:nvSpPr>
          <p:cNvPr id="187" name="Shape 185"/>
          <p:cNvSpPr/>
          <p:nvPr/>
        </p:nvSpPr>
        <p:spPr>
          <a:xfrm>
            <a:off x="5578754" y="-94640"/>
            <a:ext cx="803758" cy="849706"/>
          </a:xfrm>
          <a:prstGeom prst="rect">
            <a:avLst/>
          </a:prstGeom>
          <a:solidFill>
            <a:srgbClr val="F8FE05">
              <a:alpha val="6188"/>
            </a:srgbClr>
          </a:solidFill>
          <a:ln/>
        </p:spPr>
      </p:sp>
      <p:sp>
        <p:nvSpPr>
          <p:cNvPr id="188" name="Shape 186"/>
          <p:cNvSpPr/>
          <p:nvPr/>
        </p:nvSpPr>
        <p:spPr>
          <a:xfrm>
            <a:off x="5578754" y="745922"/>
            <a:ext cx="803758" cy="849706"/>
          </a:xfrm>
          <a:prstGeom prst="rect">
            <a:avLst/>
          </a:prstGeom>
          <a:solidFill>
            <a:srgbClr val="F8FE05">
              <a:alpha val="5156"/>
            </a:srgbClr>
          </a:solidFill>
          <a:ln/>
        </p:spPr>
      </p:sp>
      <p:sp>
        <p:nvSpPr>
          <p:cNvPr id="189" name="Shape 187"/>
          <p:cNvSpPr/>
          <p:nvPr/>
        </p:nvSpPr>
        <p:spPr>
          <a:xfrm>
            <a:off x="5578754" y="1586484"/>
            <a:ext cx="803758" cy="849706"/>
          </a:xfrm>
          <a:prstGeom prst="rect">
            <a:avLst/>
          </a:prstGeom>
          <a:solidFill>
            <a:srgbClr val="F8FE05">
              <a:alpha val="4125"/>
            </a:srgbClr>
          </a:solidFill>
          <a:ln/>
        </p:spPr>
      </p:sp>
      <p:sp>
        <p:nvSpPr>
          <p:cNvPr id="190" name="Shape 188"/>
          <p:cNvSpPr/>
          <p:nvPr/>
        </p:nvSpPr>
        <p:spPr>
          <a:xfrm>
            <a:off x="5578754" y="2427046"/>
            <a:ext cx="803758" cy="849706"/>
          </a:xfrm>
          <a:prstGeom prst="rect">
            <a:avLst/>
          </a:prstGeom>
          <a:solidFill>
            <a:srgbClr val="F8FE05">
              <a:alpha val="3094"/>
            </a:srgbClr>
          </a:solidFill>
          <a:ln/>
        </p:spPr>
      </p:sp>
      <p:sp>
        <p:nvSpPr>
          <p:cNvPr id="191" name="Shape 189"/>
          <p:cNvSpPr/>
          <p:nvPr/>
        </p:nvSpPr>
        <p:spPr>
          <a:xfrm>
            <a:off x="5578754" y="3267608"/>
            <a:ext cx="803758" cy="849706"/>
          </a:xfrm>
          <a:prstGeom prst="rect">
            <a:avLst/>
          </a:prstGeom>
          <a:solidFill>
            <a:srgbClr val="F8FE05">
              <a:alpha val="2063"/>
            </a:srgbClr>
          </a:solidFill>
          <a:ln/>
        </p:spPr>
      </p:sp>
      <p:sp>
        <p:nvSpPr>
          <p:cNvPr id="192" name="Shape 190"/>
          <p:cNvSpPr/>
          <p:nvPr/>
        </p:nvSpPr>
        <p:spPr>
          <a:xfrm>
            <a:off x="5578754" y="4108171"/>
            <a:ext cx="803758" cy="849706"/>
          </a:xfrm>
          <a:prstGeom prst="rect">
            <a:avLst/>
          </a:prstGeom>
          <a:solidFill>
            <a:srgbClr val="F8FE05">
              <a:alpha val="1031"/>
            </a:srgbClr>
          </a:solidFill>
          <a:ln/>
        </p:spPr>
      </p:sp>
      <p:sp>
        <p:nvSpPr>
          <p:cNvPr id="193" name="Shape 191"/>
          <p:cNvSpPr/>
          <p:nvPr/>
        </p:nvSpPr>
        <p:spPr>
          <a:xfrm>
            <a:off x="6948526" y="-1775765"/>
            <a:ext cx="803758" cy="523723"/>
          </a:xfrm>
          <a:prstGeom prst="rect">
            <a:avLst/>
          </a:prstGeom>
          <a:solidFill>
            <a:srgbClr val="F8FE05">
              <a:alpha val="3850"/>
            </a:srgbClr>
          </a:solidFill>
          <a:ln/>
        </p:spPr>
      </p:sp>
      <p:sp>
        <p:nvSpPr>
          <p:cNvPr id="194" name="Shape 192"/>
          <p:cNvSpPr/>
          <p:nvPr/>
        </p:nvSpPr>
        <p:spPr>
          <a:xfrm>
            <a:off x="6948526" y="-1261186"/>
            <a:ext cx="803758" cy="523723"/>
          </a:xfrm>
          <a:prstGeom prst="rect">
            <a:avLst/>
          </a:prstGeom>
          <a:solidFill>
            <a:srgbClr val="F8FE05">
              <a:alpha val="3369"/>
            </a:srgbClr>
          </a:solidFill>
          <a:ln/>
        </p:spPr>
      </p:sp>
      <p:sp>
        <p:nvSpPr>
          <p:cNvPr id="195" name="Shape 193"/>
          <p:cNvSpPr/>
          <p:nvPr/>
        </p:nvSpPr>
        <p:spPr>
          <a:xfrm>
            <a:off x="6948526" y="-746608"/>
            <a:ext cx="803758" cy="523723"/>
          </a:xfrm>
          <a:prstGeom prst="rect">
            <a:avLst/>
          </a:prstGeom>
          <a:solidFill>
            <a:srgbClr val="F8FE05">
              <a:alpha val="2888"/>
            </a:srgbClr>
          </a:solidFill>
          <a:ln/>
        </p:spPr>
      </p:sp>
      <p:sp>
        <p:nvSpPr>
          <p:cNvPr id="196" name="Shape 194"/>
          <p:cNvSpPr/>
          <p:nvPr/>
        </p:nvSpPr>
        <p:spPr>
          <a:xfrm>
            <a:off x="6948526" y="-232029"/>
            <a:ext cx="803758" cy="523723"/>
          </a:xfrm>
          <a:prstGeom prst="rect">
            <a:avLst/>
          </a:prstGeom>
          <a:solidFill>
            <a:srgbClr val="F8FE05">
              <a:alpha val="2406"/>
            </a:srgbClr>
          </a:solidFill>
          <a:ln/>
        </p:spPr>
      </p:sp>
      <p:sp>
        <p:nvSpPr>
          <p:cNvPr id="197" name="Shape 195"/>
          <p:cNvSpPr/>
          <p:nvPr/>
        </p:nvSpPr>
        <p:spPr>
          <a:xfrm>
            <a:off x="6948526" y="282550"/>
            <a:ext cx="803758" cy="523723"/>
          </a:xfrm>
          <a:prstGeom prst="rect">
            <a:avLst/>
          </a:prstGeom>
          <a:solidFill>
            <a:srgbClr val="F8FE05">
              <a:alpha val="1925"/>
            </a:srgbClr>
          </a:solidFill>
          <a:ln/>
        </p:spPr>
      </p:sp>
      <p:sp>
        <p:nvSpPr>
          <p:cNvPr id="198" name="Shape 196"/>
          <p:cNvSpPr/>
          <p:nvPr/>
        </p:nvSpPr>
        <p:spPr>
          <a:xfrm>
            <a:off x="6948526" y="797128"/>
            <a:ext cx="803758" cy="523723"/>
          </a:xfrm>
          <a:prstGeom prst="rect">
            <a:avLst/>
          </a:prstGeom>
          <a:solidFill>
            <a:srgbClr val="F8FE05">
              <a:alpha val="1444"/>
            </a:srgbClr>
          </a:solidFill>
          <a:ln/>
        </p:spPr>
      </p:sp>
      <p:sp>
        <p:nvSpPr>
          <p:cNvPr id="199" name="Shape 197"/>
          <p:cNvSpPr/>
          <p:nvPr/>
        </p:nvSpPr>
        <p:spPr>
          <a:xfrm>
            <a:off x="6948526" y="1311707"/>
            <a:ext cx="803758" cy="523723"/>
          </a:xfrm>
          <a:prstGeom prst="rect">
            <a:avLst/>
          </a:prstGeom>
          <a:solidFill>
            <a:srgbClr val="F8FE05">
              <a:alpha val="963"/>
            </a:srgbClr>
          </a:solidFill>
          <a:ln/>
        </p:spPr>
      </p:sp>
      <p:sp>
        <p:nvSpPr>
          <p:cNvPr id="200" name="Shape 198"/>
          <p:cNvSpPr/>
          <p:nvPr/>
        </p:nvSpPr>
        <p:spPr>
          <a:xfrm>
            <a:off x="6948526" y="1826285"/>
            <a:ext cx="803758" cy="523723"/>
          </a:xfrm>
          <a:prstGeom prst="rect">
            <a:avLst/>
          </a:prstGeom>
          <a:solidFill>
            <a:srgbClr val="F8FE05">
              <a:alpha val="481"/>
            </a:srgbClr>
          </a:solidFill>
          <a:ln/>
        </p:spPr>
      </p:sp>
      <p:sp>
        <p:nvSpPr>
          <p:cNvPr id="201" name="Shape 199"/>
          <p:cNvSpPr/>
          <p:nvPr/>
        </p:nvSpPr>
        <p:spPr>
          <a:xfrm>
            <a:off x="6259068" y="-1775765"/>
            <a:ext cx="803758" cy="671284"/>
          </a:xfrm>
          <a:prstGeom prst="rect">
            <a:avLst/>
          </a:prstGeom>
          <a:solidFill>
            <a:srgbClr val="F8FE05">
              <a:alpha val="5500"/>
            </a:srgbClr>
          </a:solidFill>
          <a:ln/>
        </p:spPr>
      </p:sp>
      <p:sp>
        <p:nvSpPr>
          <p:cNvPr id="202" name="Shape 200"/>
          <p:cNvSpPr/>
          <p:nvPr/>
        </p:nvSpPr>
        <p:spPr>
          <a:xfrm>
            <a:off x="6259068" y="-1113625"/>
            <a:ext cx="803758" cy="671284"/>
          </a:xfrm>
          <a:prstGeom prst="rect">
            <a:avLst/>
          </a:prstGeom>
          <a:solidFill>
            <a:srgbClr val="F8FE05">
              <a:alpha val="4813"/>
            </a:srgbClr>
          </a:solidFill>
          <a:ln/>
        </p:spPr>
      </p:sp>
      <p:sp>
        <p:nvSpPr>
          <p:cNvPr id="203" name="Shape 201"/>
          <p:cNvSpPr/>
          <p:nvPr/>
        </p:nvSpPr>
        <p:spPr>
          <a:xfrm>
            <a:off x="6259068" y="-451485"/>
            <a:ext cx="803758" cy="671284"/>
          </a:xfrm>
          <a:prstGeom prst="rect">
            <a:avLst/>
          </a:prstGeom>
          <a:solidFill>
            <a:srgbClr val="F8FE05">
              <a:alpha val="4125"/>
            </a:srgbClr>
          </a:solidFill>
          <a:ln/>
        </p:spPr>
      </p:sp>
      <p:sp>
        <p:nvSpPr>
          <p:cNvPr id="204" name="Shape 202"/>
          <p:cNvSpPr/>
          <p:nvPr/>
        </p:nvSpPr>
        <p:spPr>
          <a:xfrm>
            <a:off x="6259068" y="210655"/>
            <a:ext cx="803758" cy="671284"/>
          </a:xfrm>
          <a:prstGeom prst="rect">
            <a:avLst/>
          </a:prstGeom>
          <a:solidFill>
            <a:srgbClr val="F8FE05">
              <a:alpha val="3438"/>
            </a:srgbClr>
          </a:solidFill>
          <a:ln/>
        </p:spPr>
      </p:sp>
      <p:sp>
        <p:nvSpPr>
          <p:cNvPr id="205" name="Shape 203"/>
          <p:cNvSpPr/>
          <p:nvPr/>
        </p:nvSpPr>
        <p:spPr>
          <a:xfrm>
            <a:off x="6259068" y="872795"/>
            <a:ext cx="803758" cy="671284"/>
          </a:xfrm>
          <a:prstGeom prst="rect">
            <a:avLst/>
          </a:prstGeom>
          <a:solidFill>
            <a:srgbClr val="F8FE05">
              <a:alpha val="2750"/>
            </a:srgbClr>
          </a:solidFill>
          <a:ln/>
        </p:spPr>
      </p:sp>
      <p:sp>
        <p:nvSpPr>
          <p:cNvPr id="206" name="Shape 204"/>
          <p:cNvSpPr/>
          <p:nvPr/>
        </p:nvSpPr>
        <p:spPr>
          <a:xfrm>
            <a:off x="6259068" y="1534935"/>
            <a:ext cx="803758" cy="671284"/>
          </a:xfrm>
          <a:prstGeom prst="rect">
            <a:avLst/>
          </a:prstGeom>
          <a:solidFill>
            <a:srgbClr val="F8FE05">
              <a:alpha val="2063"/>
            </a:srgbClr>
          </a:solidFill>
          <a:ln/>
        </p:spPr>
      </p:sp>
      <p:sp>
        <p:nvSpPr>
          <p:cNvPr id="207" name="Shape 205"/>
          <p:cNvSpPr/>
          <p:nvPr/>
        </p:nvSpPr>
        <p:spPr>
          <a:xfrm>
            <a:off x="6259068" y="2197075"/>
            <a:ext cx="803758" cy="671284"/>
          </a:xfrm>
          <a:prstGeom prst="rect">
            <a:avLst/>
          </a:prstGeom>
          <a:solidFill>
            <a:srgbClr val="F8FE05">
              <a:alpha val="1375"/>
            </a:srgbClr>
          </a:solidFill>
          <a:ln/>
        </p:spPr>
      </p:sp>
      <p:sp>
        <p:nvSpPr>
          <p:cNvPr id="208" name="Shape 206"/>
          <p:cNvSpPr/>
          <p:nvPr/>
        </p:nvSpPr>
        <p:spPr>
          <a:xfrm>
            <a:off x="6259068" y="2859215"/>
            <a:ext cx="803758" cy="671284"/>
          </a:xfrm>
          <a:prstGeom prst="rect">
            <a:avLst/>
          </a:prstGeom>
          <a:solidFill>
            <a:srgbClr val="F8FE05">
              <a:alpha val="688"/>
            </a:srgbClr>
          </a:solidFill>
          <a:ln/>
        </p:spPr>
      </p:sp>
      <p:sp>
        <p:nvSpPr>
          <p:cNvPr id="209" name="Shape 207"/>
          <p:cNvSpPr/>
          <p:nvPr/>
        </p:nvSpPr>
        <p:spPr>
          <a:xfrm>
            <a:off x="4892040" y="-1775765"/>
            <a:ext cx="803758" cy="625107"/>
          </a:xfrm>
          <a:prstGeom prst="rect">
            <a:avLst/>
          </a:prstGeom>
          <a:solidFill>
            <a:srgbClr val="F8FE05">
              <a:alpha val="5500"/>
            </a:srgbClr>
          </a:solidFill>
          <a:ln/>
        </p:spPr>
      </p:sp>
      <p:sp>
        <p:nvSpPr>
          <p:cNvPr id="210" name="Shape 208"/>
          <p:cNvSpPr/>
          <p:nvPr/>
        </p:nvSpPr>
        <p:spPr>
          <a:xfrm>
            <a:off x="4892040" y="-1159802"/>
            <a:ext cx="803758" cy="625107"/>
          </a:xfrm>
          <a:prstGeom prst="rect">
            <a:avLst/>
          </a:prstGeom>
          <a:solidFill>
            <a:srgbClr val="F8FE05">
              <a:alpha val="4813"/>
            </a:srgbClr>
          </a:solidFill>
          <a:ln/>
        </p:spPr>
      </p:sp>
      <p:sp>
        <p:nvSpPr>
          <p:cNvPr id="211" name="Shape 209"/>
          <p:cNvSpPr/>
          <p:nvPr/>
        </p:nvSpPr>
        <p:spPr>
          <a:xfrm>
            <a:off x="4892040" y="-543839"/>
            <a:ext cx="803758" cy="625107"/>
          </a:xfrm>
          <a:prstGeom prst="rect">
            <a:avLst/>
          </a:prstGeom>
          <a:solidFill>
            <a:srgbClr val="F8FE05">
              <a:alpha val="4125"/>
            </a:srgbClr>
          </a:solidFill>
          <a:ln/>
        </p:spPr>
      </p:sp>
      <p:sp>
        <p:nvSpPr>
          <p:cNvPr id="212" name="Shape 210"/>
          <p:cNvSpPr/>
          <p:nvPr/>
        </p:nvSpPr>
        <p:spPr>
          <a:xfrm>
            <a:off x="4892040" y="72123"/>
            <a:ext cx="803758" cy="625107"/>
          </a:xfrm>
          <a:prstGeom prst="rect">
            <a:avLst/>
          </a:prstGeom>
          <a:solidFill>
            <a:srgbClr val="F8FE05">
              <a:alpha val="3438"/>
            </a:srgbClr>
          </a:solidFill>
          <a:ln/>
        </p:spPr>
      </p:sp>
      <p:sp>
        <p:nvSpPr>
          <p:cNvPr id="213" name="Shape 211"/>
          <p:cNvSpPr/>
          <p:nvPr/>
        </p:nvSpPr>
        <p:spPr>
          <a:xfrm>
            <a:off x="4892040" y="688086"/>
            <a:ext cx="803758" cy="625107"/>
          </a:xfrm>
          <a:prstGeom prst="rect">
            <a:avLst/>
          </a:prstGeom>
          <a:solidFill>
            <a:srgbClr val="F8FE05">
              <a:alpha val="2750"/>
            </a:srgbClr>
          </a:solidFill>
          <a:ln/>
        </p:spPr>
      </p:sp>
      <p:sp>
        <p:nvSpPr>
          <p:cNvPr id="214" name="Shape 212"/>
          <p:cNvSpPr/>
          <p:nvPr/>
        </p:nvSpPr>
        <p:spPr>
          <a:xfrm>
            <a:off x="4892040" y="1304049"/>
            <a:ext cx="803758" cy="625107"/>
          </a:xfrm>
          <a:prstGeom prst="rect">
            <a:avLst/>
          </a:prstGeom>
          <a:solidFill>
            <a:srgbClr val="F8FE05">
              <a:alpha val="2063"/>
            </a:srgbClr>
          </a:solidFill>
          <a:ln/>
        </p:spPr>
      </p:sp>
      <p:sp>
        <p:nvSpPr>
          <p:cNvPr id="215" name="Shape 213"/>
          <p:cNvSpPr/>
          <p:nvPr/>
        </p:nvSpPr>
        <p:spPr>
          <a:xfrm>
            <a:off x="4892040" y="1920011"/>
            <a:ext cx="803758" cy="625107"/>
          </a:xfrm>
          <a:prstGeom prst="rect">
            <a:avLst/>
          </a:prstGeom>
          <a:solidFill>
            <a:srgbClr val="F8FE05">
              <a:alpha val="1375"/>
            </a:srgbClr>
          </a:solidFill>
          <a:ln/>
        </p:spPr>
      </p:sp>
      <p:sp>
        <p:nvSpPr>
          <p:cNvPr id="216" name="Shape 214"/>
          <p:cNvSpPr/>
          <p:nvPr/>
        </p:nvSpPr>
        <p:spPr>
          <a:xfrm>
            <a:off x="4892040" y="2535974"/>
            <a:ext cx="803758" cy="625107"/>
          </a:xfrm>
          <a:prstGeom prst="rect">
            <a:avLst/>
          </a:prstGeom>
          <a:solidFill>
            <a:srgbClr val="F8FE05">
              <a:alpha val="688"/>
            </a:srgbClr>
          </a:solidFill>
          <a:ln/>
        </p:spPr>
      </p:sp>
      <p:sp>
        <p:nvSpPr>
          <p:cNvPr id="217" name="Shape 215"/>
          <p:cNvSpPr/>
          <p:nvPr/>
        </p:nvSpPr>
        <p:spPr>
          <a:xfrm>
            <a:off x="4200754" y="-1775765"/>
            <a:ext cx="803758" cy="395364"/>
          </a:xfrm>
          <a:prstGeom prst="rect">
            <a:avLst/>
          </a:prstGeom>
          <a:solidFill>
            <a:srgbClr val="F8FE05">
              <a:alpha val="3850"/>
            </a:srgbClr>
          </a:solidFill>
          <a:ln/>
        </p:spPr>
      </p:sp>
      <p:sp>
        <p:nvSpPr>
          <p:cNvPr id="218" name="Shape 216"/>
          <p:cNvSpPr/>
          <p:nvPr/>
        </p:nvSpPr>
        <p:spPr>
          <a:xfrm>
            <a:off x="4200754" y="-1389545"/>
            <a:ext cx="803758" cy="395364"/>
          </a:xfrm>
          <a:prstGeom prst="rect">
            <a:avLst/>
          </a:prstGeom>
          <a:solidFill>
            <a:srgbClr val="F8FE05">
              <a:alpha val="3369"/>
            </a:srgbClr>
          </a:solidFill>
          <a:ln/>
        </p:spPr>
      </p:sp>
      <p:sp>
        <p:nvSpPr>
          <p:cNvPr id="219" name="Shape 217"/>
          <p:cNvSpPr/>
          <p:nvPr/>
        </p:nvSpPr>
        <p:spPr>
          <a:xfrm>
            <a:off x="4200754" y="-1003325"/>
            <a:ext cx="803758" cy="395364"/>
          </a:xfrm>
          <a:prstGeom prst="rect">
            <a:avLst/>
          </a:prstGeom>
          <a:solidFill>
            <a:srgbClr val="F8FE05">
              <a:alpha val="2888"/>
            </a:srgbClr>
          </a:solidFill>
          <a:ln/>
        </p:spPr>
      </p:sp>
      <p:sp>
        <p:nvSpPr>
          <p:cNvPr id="220" name="Shape 218"/>
          <p:cNvSpPr/>
          <p:nvPr/>
        </p:nvSpPr>
        <p:spPr>
          <a:xfrm>
            <a:off x="4200754" y="-617106"/>
            <a:ext cx="803758" cy="395364"/>
          </a:xfrm>
          <a:prstGeom prst="rect">
            <a:avLst/>
          </a:prstGeom>
          <a:solidFill>
            <a:srgbClr val="F8FE05">
              <a:alpha val="2406"/>
            </a:srgbClr>
          </a:solidFill>
          <a:ln/>
        </p:spPr>
      </p:sp>
      <p:sp>
        <p:nvSpPr>
          <p:cNvPr id="221" name="Shape 219"/>
          <p:cNvSpPr/>
          <p:nvPr/>
        </p:nvSpPr>
        <p:spPr>
          <a:xfrm>
            <a:off x="4200754" y="-230886"/>
            <a:ext cx="803758" cy="395364"/>
          </a:xfrm>
          <a:prstGeom prst="rect">
            <a:avLst/>
          </a:prstGeom>
          <a:solidFill>
            <a:srgbClr val="F8FE05">
              <a:alpha val="1925"/>
            </a:srgbClr>
          </a:solidFill>
          <a:ln/>
        </p:spPr>
      </p:sp>
      <p:sp>
        <p:nvSpPr>
          <p:cNvPr id="222" name="Shape 220"/>
          <p:cNvSpPr/>
          <p:nvPr/>
        </p:nvSpPr>
        <p:spPr>
          <a:xfrm>
            <a:off x="4200754" y="155334"/>
            <a:ext cx="803758" cy="395364"/>
          </a:xfrm>
          <a:prstGeom prst="rect">
            <a:avLst/>
          </a:prstGeom>
          <a:solidFill>
            <a:srgbClr val="F8FE05">
              <a:alpha val="1444"/>
            </a:srgbClr>
          </a:solidFill>
          <a:ln/>
        </p:spPr>
      </p:sp>
      <p:sp>
        <p:nvSpPr>
          <p:cNvPr id="223" name="Shape 221"/>
          <p:cNvSpPr/>
          <p:nvPr/>
        </p:nvSpPr>
        <p:spPr>
          <a:xfrm>
            <a:off x="4200754" y="541553"/>
            <a:ext cx="803758" cy="395364"/>
          </a:xfrm>
          <a:prstGeom prst="rect">
            <a:avLst/>
          </a:prstGeom>
          <a:solidFill>
            <a:srgbClr val="F8FE05">
              <a:alpha val="963"/>
            </a:srgbClr>
          </a:solidFill>
          <a:ln/>
        </p:spPr>
      </p:sp>
      <p:sp>
        <p:nvSpPr>
          <p:cNvPr id="224" name="Shape 222"/>
          <p:cNvSpPr/>
          <p:nvPr/>
        </p:nvSpPr>
        <p:spPr>
          <a:xfrm>
            <a:off x="4200754" y="927773"/>
            <a:ext cx="803758" cy="395364"/>
          </a:xfrm>
          <a:prstGeom prst="rect">
            <a:avLst/>
          </a:prstGeom>
          <a:solidFill>
            <a:srgbClr val="F8FE05">
              <a:alpha val="481"/>
            </a:srgbClr>
          </a:solidFill>
          <a:ln/>
        </p:spPr>
      </p:sp>
      <p:sp>
        <p:nvSpPr>
          <p:cNvPr id="225" name="Shape 223"/>
          <p:cNvSpPr/>
          <p:nvPr/>
        </p:nvSpPr>
        <p:spPr>
          <a:xfrm>
            <a:off x="9720986" y="-1775765"/>
            <a:ext cx="803758" cy="849706"/>
          </a:xfrm>
          <a:prstGeom prst="rect">
            <a:avLst/>
          </a:prstGeom>
          <a:solidFill>
            <a:srgbClr val="F8FE05">
              <a:alpha val="8250"/>
            </a:srgbClr>
          </a:solidFill>
          <a:ln/>
        </p:spPr>
      </p:sp>
      <p:sp>
        <p:nvSpPr>
          <p:cNvPr id="226" name="Shape 224"/>
          <p:cNvSpPr/>
          <p:nvPr/>
        </p:nvSpPr>
        <p:spPr>
          <a:xfrm>
            <a:off x="9720986" y="-935203"/>
            <a:ext cx="803758" cy="849706"/>
          </a:xfrm>
          <a:prstGeom prst="rect">
            <a:avLst/>
          </a:prstGeom>
          <a:solidFill>
            <a:srgbClr val="F8FE05">
              <a:alpha val="7219"/>
            </a:srgbClr>
          </a:solidFill>
          <a:ln/>
        </p:spPr>
      </p:sp>
      <p:sp>
        <p:nvSpPr>
          <p:cNvPr id="227" name="Shape 225"/>
          <p:cNvSpPr/>
          <p:nvPr/>
        </p:nvSpPr>
        <p:spPr>
          <a:xfrm>
            <a:off x="9720986" y="-94640"/>
            <a:ext cx="803758" cy="849706"/>
          </a:xfrm>
          <a:prstGeom prst="rect">
            <a:avLst/>
          </a:prstGeom>
          <a:solidFill>
            <a:srgbClr val="F8FE05">
              <a:alpha val="6188"/>
            </a:srgbClr>
          </a:solidFill>
          <a:ln/>
        </p:spPr>
      </p:sp>
      <p:sp>
        <p:nvSpPr>
          <p:cNvPr id="228" name="Shape 226"/>
          <p:cNvSpPr/>
          <p:nvPr/>
        </p:nvSpPr>
        <p:spPr>
          <a:xfrm>
            <a:off x="9720986" y="745922"/>
            <a:ext cx="803758" cy="849706"/>
          </a:xfrm>
          <a:prstGeom prst="rect">
            <a:avLst/>
          </a:prstGeom>
          <a:solidFill>
            <a:srgbClr val="F8FE05">
              <a:alpha val="5156"/>
            </a:srgbClr>
          </a:solidFill>
          <a:ln/>
        </p:spPr>
      </p:sp>
      <p:sp>
        <p:nvSpPr>
          <p:cNvPr id="229" name="Shape 227"/>
          <p:cNvSpPr/>
          <p:nvPr/>
        </p:nvSpPr>
        <p:spPr>
          <a:xfrm>
            <a:off x="9720986" y="1586484"/>
            <a:ext cx="803758" cy="849706"/>
          </a:xfrm>
          <a:prstGeom prst="rect">
            <a:avLst/>
          </a:prstGeom>
          <a:solidFill>
            <a:srgbClr val="F8FE05">
              <a:alpha val="4125"/>
            </a:srgbClr>
          </a:solidFill>
          <a:ln/>
        </p:spPr>
      </p:sp>
      <p:sp>
        <p:nvSpPr>
          <p:cNvPr id="230" name="Shape 228"/>
          <p:cNvSpPr/>
          <p:nvPr/>
        </p:nvSpPr>
        <p:spPr>
          <a:xfrm>
            <a:off x="9720986" y="2427046"/>
            <a:ext cx="803758" cy="849706"/>
          </a:xfrm>
          <a:prstGeom prst="rect">
            <a:avLst/>
          </a:prstGeom>
          <a:solidFill>
            <a:srgbClr val="F8FE05">
              <a:alpha val="3094"/>
            </a:srgbClr>
          </a:solidFill>
          <a:ln/>
        </p:spPr>
      </p:sp>
      <p:sp>
        <p:nvSpPr>
          <p:cNvPr id="231" name="Shape 229"/>
          <p:cNvSpPr/>
          <p:nvPr/>
        </p:nvSpPr>
        <p:spPr>
          <a:xfrm>
            <a:off x="9720986" y="3267608"/>
            <a:ext cx="803758" cy="849706"/>
          </a:xfrm>
          <a:prstGeom prst="rect">
            <a:avLst/>
          </a:prstGeom>
          <a:solidFill>
            <a:srgbClr val="F8FE05">
              <a:alpha val="2063"/>
            </a:srgbClr>
          </a:solidFill>
          <a:ln/>
        </p:spPr>
      </p:sp>
      <p:sp>
        <p:nvSpPr>
          <p:cNvPr id="232" name="Shape 230"/>
          <p:cNvSpPr/>
          <p:nvPr/>
        </p:nvSpPr>
        <p:spPr>
          <a:xfrm>
            <a:off x="9720986" y="4108171"/>
            <a:ext cx="803758" cy="849706"/>
          </a:xfrm>
          <a:prstGeom prst="rect">
            <a:avLst/>
          </a:prstGeom>
          <a:solidFill>
            <a:srgbClr val="F8FE05">
              <a:alpha val="1031"/>
            </a:srgbClr>
          </a:solidFill>
          <a:ln/>
        </p:spPr>
      </p:sp>
      <p:sp>
        <p:nvSpPr>
          <p:cNvPr id="233" name="Shape 231"/>
          <p:cNvSpPr/>
          <p:nvPr/>
        </p:nvSpPr>
        <p:spPr>
          <a:xfrm>
            <a:off x="11090758" y="-1775765"/>
            <a:ext cx="803758" cy="523723"/>
          </a:xfrm>
          <a:prstGeom prst="rect">
            <a:avLst/>
          </a:prstGeom>
          <a:solidFill>
            <a:srgbClr val="F8FE05">
              <a:alpha val="3850"/>
            </a:srgbClr>
          </a:solidFill>
          <a:ln/>
        </p:spPr>
      </p:sp>
      <p:sp>
        <p:nvSpPr>
          <p:cNvPr id="234" name="Shape 232"/>
          <p:cNvSpPr/>
          <p:nvPr/>
        </p:nvSpPr>
        <p:spPr>
          <a:xfrm>
            <a:off x="11090758" y="-1261186"/>
            <a:ext cx="803758" cy="523723"/>
          </a:xfrm>
          <a:prstGeom prst="rect">
            <a:avLst/>
          </a:prstGeom>
          <a:solidFill>
            <a:srgbClr val="F8FE05">
              <a:alpha val="3369"/>
            </a:srgbClr>
          </a:solidFill>
          <a:ln/>
        </p:spPr>
      </p:sp>
      <p:sp>
        <p:nvSpPr>
          <p:cNvPr id="235" name="Shape 233"/>
          <p:cNvSpPr/>
          <p:nvPr/>
        </p:nvSpPr>
        <p:spPr>
          <a:xfrm>
            <a:off x="11090758" y="-746608"/>
            <a:ext cx="803758" cy="523723"/>
          </a:xfrm>
          <a:prstGeom prst="rect">
            <a:avLst/>
          </a:prstGeom>
          <a:solidFill>
            <a:srgbClr val="F8FE05">
              <a:alpha val="2888"/>
            </a:srgbClr>
          </a:solidFill>
          <a:ln/>
        </p:spPr>
      </p:sp>
      <p:sp>
        <p:nvSpPr>
          <p:cNvPr id="236" name="Shape 234"/>
          <p:cNvSpPr/>
          <p:nvPr/>
        </p:nvSpPr>
        <p:spPr>
          <a:xfrm>
            <a:off x="11090758" y="-232029"/>
            <a:ext cx="803758" cy="523723"/>
          </a:xfrm>
          <a:prstGeom prst="rect">
            <a:avLst/>
          </a:prstGeom>
          <a:solidFill>
            <a:srgbClr val="F8FE05">
              <a:alpha val="2406"/>
            </a:srgbClr>
          </a:solidFill>
          <a:ln/>
        </p:spPr>
      </p:sp>
      <p:sp>
        <p:nvSpPr>
          <p:cNvPr id="237" name="Shape 235"/>
          <p:cNvSpPr/>
          <p:nvPr/>
        </p:nvSpPr>
        <p:spPr>
          <a:xfrm>
            <a:off x="11090758" y="282550"/>
            <a:ext cx="803758" cy="523723"/>
          </a:xfrm>
          <a:prstGeom prst="rect">
            <a:avLst/>
          </a:prstGeom>
          <a:solidFill>
            <a:srgbClr val="F8FE05">
              <a:alpha val="1925"/>
            </a:srgbClr>
          </a:solidFill>
          <a:ln/>
        </p:spPr>
      </p:sp>
      <p:sp>
        <p:nvSpPr>
          <p:cNvPr id="238" name="Shape 236"/>
          <p:cNvSpPr/>
          <p:nvPr/>
        </p:nvSpPr>
        <p:spPr>
          <a:xfrm>
            <a:off x="11090758" y="797128"/>
            <a:ext cx="803758" cy="523723"/>
          </a:xfrm>
          <a:prstGeom prst="rect">
            <a:avLst/>
          </a:prstGeom>
          <a:solidFill>
            <a:srgbClr val="F8FE05">
              <a:alpha val="1444"/>
            </a:srgbClr>
          </a:solidFill>
          <a:ln/>
        </p:spPr>
      </p:sp>
      <p:sp>
        <p:nvSpPr>
          <p:cNvPr id="239" name="Shape 237"/>
          <p:cNvSpPr/>
          <p:nvPr/>
        </p:nvSpPr>
        <p:spPr>
          <a:xfrm>
            <a:off x="11090758" y="1311707"/>
            <a:ext cx="803758" cy="523723"/>
          </a:xfrm>
          <a:prstGeom prst="rect">
            <a:avLst/>
          </a:prstGeom>
          <a:solidFill>
            <a:srgbClr val="F8FE05">
              <a:alpha val="963"/>
            </a:srgbClr>
          </a:solidFill>
          <a:ln/>
        </p:spPr>
      </p:sp>
      <p:sp>
        <p:nvSpPr>
          <p:cNvPr id="240" name="Shape 238"/>
          <p:cNvSpPr/>
          <p:nvPr/>
        </p:nvSpPr>
        <p:spPr>
          <a:xfrm>
            <a:off x="11090758" y="1826285"/>
            <a:ext cx="803758" cy="523723"/>
          </a:xfrm>
          <a:prstGeom prst="rect">
            <a:avLst/>
          </a:prstGeom>
          <a:solidFill>
            <a:srgbClr val="F8FE05">
              <a:alpha val="481"/>
            </a:srgbClr>
          </a:solidFill>
          <a:ln/>
        </p:spPr>
      </p:sp>
      <p:sp>
        <p:nvSpPr>
          <p:cNvPr id="241" name="Shape 239"/>
          <p:cNvSpPr/>
          <p:nvPr/>
        </p:nvSpPr>
        <p:spPr>
          <a:xfrm>
            <a:off x="10401300" y="-1775765"/>
            <a:ext cx="803758" cy="671284"/>
          </a:xfrm>
          <a:prstGeom prst="rect">
            <a:avLst/>
          </a:prstGeom>
          <a:solidFill>
            <a:srgbClr val="F8FE05">
              <a:alpha val="5500"/>
            </a:srgbClr>
          </a:solidFill>
          <a:ln/>
        </p:spPr>
      </p:sp>
      <p:sp>
        <p:nvSpPr>
          <p:cNvPr id="242" name="Shape 240"/>
          <p:cNvSpPr/>
          <p:nvPr/>
        </p:nvSpPr>
        <p:spPr>
          <a:xfrm>
            <a:off x="10401300" y="-1113625"/>
            <a:ext cx="803758" cy="671284"/>
          </a:xfrm>
          <a:prstGeom prst="rect">
            <a:avLst/>
          </a:prstGeom>
          <a:solidFill>
            <a:srgbClr val="F8FE05">
              <a:alpha val="4813"/>
            </a:srgbClr>
          </a:solidFill>
          <a:ln/>
        </p:spPr>
      </p:sp>
      <p:sp>
        <p:nvSpPr>
          <p:cNvPr id="243" name="Shape 241"/>
          <p:cNvSpPr/>
          <p:nvPr/>
        </p:nvSpPr>
        <p:spPr>
          <a:xfrm>
            <a:off x="10401300" y="-451485"/>
            <a:ext cx="803758" cy="671284"/>
          </a:xfrm>
          <a:prstGeom prst="rect">
            <a:avLst/>
          </a:prstGeom>
          <a:solidFill>
            <a:srgbClr val="F8FE05">
              <a:alpha val="4125"/>
            </a:srgbClr>
          </a:solidFill>
          <a:ln/>
        </p:spPr>
      </p:sp>
      <p:sp>
        <p:nvSpPr>
          <p:cNvPr id="244" name="Shape 242"/>
          <p:cNvSpPr/>
          <p:nvPr/>
        </p:nvSpPr>
        <p:spPr>
          <a:xfrm>
            <a:off x="10401300" y="210655"/>
            <a:ext cx="803758" cy="671284"/>
          </a:xfrm>
          <a:prstGeom prst="rect">
            <a:avLst/>
          </a:prstGeom>
          <a:solidFill>
            <a:srgbClr val="F8FE05">
              <a:alpha val="3438"/>
            </a:srgbClr>
          </a:solidFill>
          <a:ln/>
        </p:spPr>
      </p:sp>
      <p:sp>
        <p:nvSpPr>
          <p:cNvPr id="245" name="Shape 243"/>
          <p:cNvSpPr/>
          <p:nvPr/>
        </p:nvSpPr>
        <p:spPr>
          <a:xfrm>
            <a:off x="10401300" y="872795"/>
            <a:ext cx="803758" cy="671284"/>
          </a:xfrm>
          <a:prstGeom prst="rect">
            <a:avLst/>
          </a:prstGeom>
          <a:solidFill>
            <a:srgbClr val="F8FE05">
              <a:alpha val="2750"/>
            </a:srgbClr>
          </a:solidFill>
          <a:ln/>
        </p:spPr>
      </p:sp>
      <p:sp>
        <p:nvSpPr>
          <p:cNvPr id="246" name="Shape 244"/>
          <p:cNvSpPr/>
          <p:nvPr/>
        </p:nvSpPr>
        <p:spPr>
          <a:xfrm>
            <a:off x="10401300" y="1534935"/>
            <a:ext cx="803758" cy="671284"/>
          </a:xfrm>
          <a:prstGeom prst="rect">
            <a:avLst/>
          </a:prstGeom>
          <a:solidFill>
            <a:srgbClr val="F8FE05">
              <a:alpha val="2063"/>
            </a:srgbClr>
          </a:solidFill>
          <a:ln/>
        </p:spPr>
      </p:sp>
      <p:sp>
        <p:nvSpPr>
          <p:cNvPr id="247" name="Shape 245"/>
          <p:cNvSpPr/>
          <p:nvPr/>
        </p:nvSpPr>
        <p:spPr>
          <a:xfrm>
            <a:off x="10401300" y="2197075"/>
            <a:ext cx="803758" cy="671284"/>
          </a:xfrm>
          <a:prstGeom prst="rect">
            <a:avLst/>
          </a:prstGeom>
          <a:solidFill>
            <a:srgbClr val="F8FE05">
              <a:alpha val="1375"/>
            </a:srgbClr>
          </a:solidFill>
          <a:ln/>
        </p:spPr>
      </p:sp>
      <p:sp>
        <p:nvSpPr>
          <p:cNvPr id="248" name="Shape 246"/>
          <p:cNvSpPr/>
          <p:nvPr/>
        </p:nvSpPr>
        <p:spPr>
          <a:xfrm>
            <a:off x="10401300" y="2859215"/>
            <a:ext cx="803758" cy="671284"/>
          </a:xfrm>
          <a:prstGeom prst="rect">
            <a:avLst/>
          </a:prstGeom>
          <a:solidFill>
            <a:srgbClr val="F8FE05">
              <a:alpha val="688"/>
            </a:srgbClr>
          </a:solidFill>
          <a:ln/>
        </p:spPr>
      </p:sp>
      <p:sp>
        <p:nvSpPr>
          <p:cNvPr id="249" name="Shape 247"/>
          <p:cNvSpPr/>
          <p:nvPr/>
        </p:nvSpPr>
        <p:spPr>
          <a:xfrm>
            <a:off x="9034272" y="-1775765"/>
            <a:ext cx="803758" cy="625107"/>
          </a:xfrm>
          <a:prstGeom prst="rect">
            <a:avLst/>
          </a:prstGeom>
          <a:solidFill>
            <a:srgbClr val="F8FE05">
              <a:alpha val="5500"/>
            </a:srgbClr>
          </a:solidFill>
          <a:ln/>
        </p:spPr>
      </p:sp>
      <p:sp>
        <p:nvSpPr>
          <p:cNvPr id="250" name="Shape 248"/>
          <p:cNvSpPr/>
          <p:nvPr/>
        </p:nvSpPr>
        <p:spPr>
          <a:xfrm>
            <a:off x="9034272" y="-1159802"/>
            <a:ext cx="803758" cy="625107"/>
          </a:xfrm>
          <a:prstGeom prst="rect">
            <a:avLst/>
          </a:prstGeom>
          <a:solidFill>
            <a:srgbClr val="F8FE05">
              <a:alpha val="4813"/>
            </a:srgbClr>
          </a:solidFill>
          <a:ln/>
        </p:spPr>
      </p:sp>
      <p:sp>
        <p:nvSpPr>
          <p:cNvPr id="251" name="Shape 249"/>
          <p:cNvSpPr/>
          <p:nvPr/>
        </p:nvSpPr>
        <p:spPr>
          <a:xfrm>
            <a:off x="9034272" y="-543839"/>
            <a:ext cx="803758" cy="625107"/>
          </a:xfrm>
          <a:prstGeom prst="rect">
            <a:avLst/>
          </a:prstGeom>
          <a:solidFill>
            <a:srgbClr val="F8FE05">
              <a:alpha val="4125"/>
            </a:srgbClr>
          </a:solidFill>
          <a:ln/>
        </p:spPr>
      </p:sp>
      <p:sp>
        <p:nvSpPr>
          <p:cNvPr id="252" name="Shape 250"/>
          <p:cNvSpPr/>
          <p:nvPr/>
        </p:nvSpPr>
        <p:spPr>
          <a:xfrm>
            <a:off x="9034272" y="72123"/>
            <a:ext cx="803758" cy="625107"/>
          </a:xfrm>
          <a:prstGeom prst="rect">
            <a:avLst/>
          </a:prstGeom>
          <a:solidFill>
            <a:srgbClr val="F8FE05">
              <a:alpha val="3438"/>
            </a:srgbClr>
          </a:solidFill>
          <a:ln/>
        </p:spPr>
      </p:sp>
      <p:sp>
        <p:nvSpPr>
          <p:cNvPr id="253" name="Shape 251"/>
          <p:cNvSpPr/>
          <p:nvPr/>
        </p:nvSpPr>
        <p:spPr>
          <a:xfrm>
            <a:off x="9034272" y="688086"/>
            <a:ext cx="803758" cy="625107"/>
          </a:xfrm>
          <a:prstGeom prst="rect">
            <a:avLst/>
          </a:prstGeom>
          <a:solidFill>
            <a:srgbClr val="F8FE05">
              <a:alpha val="2750"/>
            </a:srgbClr>
          </a:solidFill>
          <a:ln/>
        </p:spPr>
      </p:sp>
      <p:sp>
        <p:nvSpPr>
          <p:cNvPr id="254" name="Shape 252"/>
          <p:cNvSpPr/>
          <p:nvPr/>
        </p:nvSpPr>
        <p:spPr>
          <a:xfrm>
            <a:off x="9034272" y="1304049"/>
            <a:ext cx="803758" cy="625107"/>
          </a:xfrm>
          <a:prstGeom prst="rect">
            <a:avLst/>
          </a:prstGeom>
          <a:solidFill>
            <a:srgbClr val="F8FE05">
              <a:alpha val="2063"/>
            </a:srgbClr>
          </a:solidFill>
          <a:ln/>
        </p:spPr>
      </p:sp>
      <p:sp>
        <p:nvSpPr>
          <p:cNvPr id="255" name="Shape 253"/>
          <p:cNvSpPr/>
          <p:nvPr/>
        </p:nvSpPr>
        <p:spPr>
          <a:xfrm>
            <a:off x="9034272" y="1920011"/>
            <a:ext cx="803758" cy="625107"/>
          </a:xfrm>
          <a:prstGeom prst="rect">
            <a:avLst/>
          </a:prstGeom>
          <a:solidFill>
            <a:srgbClr val="F8FE05">
              <a:alpha val="1375"/>
            </a:srgbClr>
          </a:solidFill>
          <a:ln/>
        </p:spPr>
      </p:sp>
      <p:sp>
        <p:nvSpPr>
          <p:cNvPr id="256" name="Shape 254"/>
          <p:cNvSpPr/>
          <p:nvPr/>
        </p:nvSpPr>
        <p:spPr>
          <a:xfrm>
            <a:off x="9034272" y="2535974"/>
            <a:ext cx="803758" cy="625107"/>
          </a:xfrm>
          <a:prstGeom prst="rect">
            <a:avLst/>
          </a:prstGeom>
          <a:solidFill>
            <a:srgbClr val="F8FE05">
              <a:alpha val="688"/>
            </a:srgbClr>
          </a:solidFill>
          <a:ln/>
        </p:spPr>
      </p:sp>
      <p:sp>
        <p:nvSpPr>
          <p:cNvPr id="257" name="Shape 255"/>
          <p:cNvSpPr/>
          <p:nvPr/>
        </p:nvSpPr>
        <p:spPr>
          <a:xfrm>
            <a:off x="8342986" y="-1775765"/>
            <a:ext cx="803758" cy="395364"/>
          </a:xfrm>
          <a:prstGeom prst="rect">
            <a:avLst/>
          </a:prstGeom>
          <a:solidFill>
            <a:srgbClr val="F8FE05">
              <a:alpha val="3850"/>
            </a:srgbClr>
          </a:solidFill>
          <a:ln/>
        </p:spPr>
      </p:sp>
      <p:sp>
        <p:nvSpPr>
          <p:cNvPr id="258" name="Shape 256"/>
          <p:cNvSpPr/>
          <p:nvPr/>
        </p:nvSpPr>
        <p:spPr>
          <a:xfrm>
            <a:off x="8342986" y="-1389545"/>
            <a:ext cx="803758" cy="395364"/>
          </a:xfrm>
          <a:prstGeom prst="rect">
            <a:avLst/>
          </a:prstGeom>
          <a:solidFill>
            <a:srgbClr val="F8FE05">
              <a:alpha val="3369"/>
            </a:srgbClr>
          </a:solidFill>
          <a:ln/>
        </p:spPr>
      </p:sp>
      <p:sp>
        <p:nvSpPr>
          <p:cNvPr id="259" name="Shape 257"/>
          <p:cNvSpPr/>
          <p:nvPr/>
        </p:nvSpPr>
        <p:spPr>
          <a:xfrm>
            <a:off x="8342986" y="-1003325"/>
            <a:ext cx="803758" cy="395364"/>
          </a:xfrm>
          <a:prstGeom prst="rect">
            <a:avLst/>
          </a:prstGeom>
          <a:solidFill>
            <a:srgbClr val="F8FE05">
              <a:alpha val="2888"/>
            </a:srgbClr>
          </a:solidFill>
          <a:ln/>
        </p:spPr>
      </p:sp>
      <p:sp>
        <p:nvSpPr>
          <p:cNvPr id="260" name="Shape 258"/>
          <p:cNvSpPr/>
          <p:nvPr/>
        </p:nvSpPr>
        <p:spPr>
          <a:xfrm>
            <a:off x="8342986" y="-617106"/>
            <a:ext cx="803758" cy="395364"/>
          </a:xfrm>
          <a:prstGeom prst="rect">
            <a:avLst/>
          </a:prstGeom>
          <a:solidFill>
            <a:srgbClr val="F8FE05">
              <a:alpha val="2406"/>
            </a:srgbClr>
          </a:solidFill>
          <a:ln/>
        </p:spPr>
      </p:sp>
      <p:sp>
        <p:nvSpPr>
          <p:cNvPr id="261" name="Shape 259"/>
          <p:cNvSpPr/>
          <p:nvPr/>
        </p:nvSpPr>
        <p:spPr>
          <a:xfrm>
            <a:off x="8342986" y="-230886"/>
            <a:ext cx="803758" cy="395364"/>
          </a:xfrm>
          <a:prstGeom prst="rect">
            <a:avLst/>
          </a:prstGeom>
          <a:solidFill>
            <a:srgbClr val="F8FE05">
              <a:alpha val="1925"/>
            </a:srgbClr>
          </a:solidFill>
          <a:ln/>
        </p:spPr>
      </p:sp>
      <p:sp>
        <p:nvSpPr>
          <p:cNvPr id="262" name="Shape 260"/>
          <p:cNvSpPr/>
          <p:nvPr/>
        </p:nvSpPr>
        <p:spPr>
          <a:xfrm>
            <a:off x="8342986" y="155334"/>
            <a:ext cx="803758" cy="395364"/>
          </a:xfrm>
          <a:prstGeom prst="rect">
            <a:avLst/>
          </a:prstGeom>
          <a:solidFill>
            <a:srgbClr val="F8FE05">
              <a:alpha val="1444"/>
            </a:srgbClr>
          </a:solidFill>
          <a:ln/>
        </p:spPr>
      </p:sp>
      <p:sp>
        <p:nvSpPr>
          <p:cNvPr id="263" name="Shape 261"/>
          <p:cNvSpPr/>
          <p:nvPr/>
        </p:nvSpPr>
        <p:spPr>
          <a:xfrm>
            <a:off x="8342986" y="541553"/>
            <a:ext cx="803758" cy="395364"/>
          </a:xfrm>
          <a:prstGeom prst="rect">
            <a:avLst/>
          </a:prstGeom>
          <a:solidFill>
            <a:srgbClr val="F8FE05">
              <a:alpha val="963"/>
            </a:srgbClr>
          </a:solidFill>
          <a:ln/>
        </p:spPr>
      </p:sp>
      <p:sp>
        <p:nvSpPr>
          <p:cNvPr id="264" name="Shape 262"/>
          <p:cNvSpPr/>
          <p:nvPr/>
        </p:nvSpPr>
        <p:spPr>
          <a:xfrm>
            <a:off x="8342986" y="927773"/>
            <a:ext cx="803758" cy="395364"/>
          </a:xfrm>
          <a:prstGeom prst="rect">
            <a:avLst/>
          </a:prstGeom>
          <a:solidFill>
            <a:srgbClr val="F8FE05">
              <a:alpha val="481"/>
            </a:srgbClr>
          </a:solidFill>
          <a:ln/>
        </p:spPr>
      </p:sp>
      <p:sp>
        <p:nvSpPr>
          <p:cNvPr id="265" name="Shape 263"/>
          <p:cNvSpPr/>
          <p:nvPr/>
        </p:nvSpPr>
        <p:spPr>
          <a:xfrm>
            <a:off x="1984248" y="1234440"/>
            <a:ext cx="8229600" cy="960120"/>
          </a:xfrm>
          <a:prstGeom prst="roundRect">
            <a:avLst>
              <a:gd name="adj" fmla="val 4484"/>
            </a:avLst>
          </a:prstGeom>
          <a:solidFill>
            <a:srgbClr val="FFFFFF">
              <a:alpha val="10000"/>
            </a:srgbClr>
          </a:solidFill>
          <a:ln w="2540">
            <a:solidFill>
              <a:srgbClr val="FFFFFF">
                <a:alpha val="40000"/>
              </a:srgbClr>
            </a:solidFill>
            <a:prstDash val="solid"/>
          </a:ln>
        </p:spPr>
      </p:sp>
      <p:sp>
        <p:nvSpPr>
          <p:cNvPr id="266" name="Text 264"/>
          <p:cNvSpPr/>
          <p:nvPr/>
        </p:nvSpPr>
        <p:spPr>
          <a:xfrm>
            <a:off x="2167128" y="1417320"/>
            <a:ext cx="7863840" cy="594360"/>
          </a:xfrm>
          <a:prstGeom prst="rect">
            <a:avLst/>
          </a:prstGeom>
          <a:noFill/>
          <a:ln/>
        </p:spPr>
        <p:txBody>
          <a:bodyPr wrap="square" rtlCol="0" anchor="t"/>
          <a:lstStyle/>
          <a:p>
            <a:pPr algn="ctr" indent="0" marL="0">
              <a:lnSpc>
                <a:spcPct val="90000"/>
              </a:lnSpc>
              <a:buNone/>
            </a:pPr>
            <a:r>
              <a:rPr lang="en-US" sz="3000" spc="-150" kern="0" dirty="0">
                <a:solidFill>
                  <a:srgbClr val="FFFFFF"/>
                </a:solidFill>
                <a:latin typeface="Manrope" pitchFamily="34" charset="0"/>
                <a:ea typeface="Manrope" pitchFamily="34" charset="-122"/>
                <a:cs typeface="Manrope" pitchFamily="34" charset="-120"/>
              </a:rPr>
              <a:t>Stage 9: agents compound errors, so test hard</a:t>
            </a:r>
            <a:endParaRPr lang="en-US" sz="4000" dirty="0"/>
          </a:p>
        </p:txBody>
      </p:sp>
      <p:sp>
        <p:nvSpPr>
          <p:cNvPr id="267" name="Text 265"/>
          <p:cNvSpPr/>
          <p:nvPr/>
        </p:nvSpPr>
        <p:spPr>
          <a:xfrm>
            <a:off x="822960" y="2514600"/>
            <a:ext cx="10543032" cy="1188720"/>
          </a:xfrm>
          <a:prstGeom prst="rect">
            <a:avLst/>
          </a:prstGeom>
          <a:noFill/>
          <a:ln/>
        </p:spPr>
        <p:txBody>
          <a:bodyPr wrap="square" rtlCol="0" anchor="t"/>
          <a:lstStyle/>
          <a:p>
            <a:pPr algn="ctr" indent="0" marL="0">
              <a:lnSpc>
                <a:spcPct val="90000"/>
              </a:lnSpc>
              <a:buNone/>
            </a:pPr>
            <a:r>
              <a:rPr lang="en-US" sz="3600" spc="-150" kern="0" dirty="0">
                <a:solidFill>
                  <a:srgbClr val="FFFFFF"/>
                </a:solidFill>
                <a:latin typeface="Manrope" pitchFamily="34" charset="0"/>
                <a:ea typeface="Manrope" pitchFamily="34" charset="-122"/>
                <a:cs typeface="Manrope" pitchFamily="34" charset="-120"/>
              </a:rPr>
              <a:t>Agents bring “higher costs, and the potential for compounding errors.”</a:t>
            </a:r>
            <a:endParaRPr lang="en-US" sz="4000" dirty="0"/>
          </a:p>
        </p:txBody>
      </p:sp>
      <p:sp>
        <p:nvSpPr>
          <p:cNvPr id="2001" name="g1 text 2001"/>
          <p:cNvSpPr txBox="1"/>
          <p:nvPr/>
        </p:nvSpPr>
        <p:spPr>
          <a:xfrm>
            <a:off x="822960" y="3703320"/>
            <a:ext cx="10543032" cy="365760"/>
          </a:xfrm>
          <a:prstGeom prst="rect">
            <a:avLst/>
          </a:prstGeom>
          <a:noFill/>
        </p:spPr>
        <p:txBody>
          <a:bodyPr wrap="square" lIns="0" tIns="0" rIns="0" bIns="0" anchor="t">
            <a:noAutofit/>
          </a:bodyPr>
          <a:lstStyle/>
          <a:p>
            <a:pPr algn="ctr">
              <a:lnSpc>
                <a:spcPct val="100000"/>
              </a:lnSpc>
              <a:buNone/>
            </a:pPr>
            <a:r>
              <a:rPr lang="en-US" sz="1600" b="0" dirty="0">
                <a:solidFill>
                  <a:srgbClr val="D5E6CD"/>
                </a:solidFill>
                <a:latin typeface="Manrope"/>
                <a:ea typeface="Manrope"/>
                <a:cs typeface="Manrope"/>
              </a:rPr>
              <a:t>Anthropic, which recommends “extensive testing in sandboxed environments”</a:t>
            </a:r>
          </a:p>
        </p:txBody>
      </p:sp>
      <p:sp>
        <p:nvSpPr>
          <p:cNvPr id="2002" name="g1 text 2002"/>
          <p:cNvSpPr txBox="1"/>
          <p:nvPr/>
        </p:nvSpPr>
        <p:spPr>
          <a:xfrm>
            <a:off x="822960" y="4343400"/>
            <a:ext cx="10543032" cy="365760"/>
          </a:xfrm>
          <a:prstGeom prst="rect">
            <a:avLst/>
          </a:prstGeom>
          <a:noFill/>
        </p:spPr>
        <p:txBody>
          <a:bodyPr wrap="square" lIns="0" tIns="0" rIns="0" bIns="0" anchor="t">
            <a:noAutofit/>
          </a:bodyPr>
          <a:lstStyle/>
          <a:p>
            <a:pPr algn="ctr">
              <a:lnSpc>
                <a:spcPct val="100000"/>
              </a:lnSpc>
              <a:buNone/>
            </a:pPr>
            <a:r>
              <a:rPr lang="en-US" sz="1800" b="1" dirty="0">
                <a:solidFill>
                  <a:srgbClr val="FFFFFF"/>
                </a:solidFill>
                <a:latin typeface="Manrope"/>
                <a:ea typeface="Manrope"/>
                <a:cs typeface="Manrope"/>
              </a:rPr>
              <a:t>ChemCrow vs GPT-4: who judged decides the result</a:t>
            </a:r>
          </a:p>
        </p:txBody>
      </p:sp>
      <p:sp>
        <p:nvSpPr>
          <p:cNvPr id="2003" name="g1 shape 2003"/>
          <p:cNvSpPr/>
          <p:nvPr/>
        </p:nvSpPr>
        <p:spPr>
          <a:xfrm>
            <a:off x="1828800" y="4846320"/>
            <a:ext cx="4114800" cy="1143000"/>
          </a:xfrm>
          <a:prstGeom prst="roundRect">
            <a:avLst/>
          </a:prstGeom>
          <a:solidFill>
            <a:srgbClr val="1E3B30"/>
          </a:solidFill>
          <a:ln w="12700">
            <a:solidFill>
              <a:srgbClr val="D5E6CD"/>
            </a:solidFill>
          </a:ln>
        </p:spPr>
      </p:sp>
      <p:sp>
        <p:nvSpPr>
          <p:cNvPr id="2004" name="g1 text 2004"/>
          <p:cNvSpPr txBox="1"/>
          <p:nvPr/>
        </p:nvSpPr>
        <p:spPr>
          <a:xfrm>
            <a:off x="2057400" y="4956048"/>
            <a:ext cx="3657600" cy="365760"/>
          </a:xfrm>
          <a:prstGeom prst="rect">
            <a:avLst/>
          </a:prstGeom>
          <a:noFill/>
        </p:spPr>
        <p:txBody>
          <a:bodyPr wrap="square" lIns="0" tIns="0" rIns="0" bIns="0" anchor="t">
            <a:noAutofit/>
          </a:bodyPr>
          <a:lstStyle/>
          <a:p>
            <a:pPr algn="ctr">
              <a:lnSpc>
                <a:spcPct val="100000"/>
              </a:lnSpc>
              <a:buNone/>
            </a:pPr>
            <a:r>
              <a:rPr lang="en-US" sz="1700" b="1" dirty="0">
                <a:solidFill>
                  <a:srgbClr val="FCFF9B"/>
                </a:solidFill>
                <a:latin typeface="Manrope"/>
                <a:ea typeface="Manrope"/>
                <a:cs typeface="Manrope"/>
              </a:rPr>
              <a:t>LLM judges</a:t>
            </a:r>
          </a:p>
        </p:txBody>
      </p:sp>
      <p:sp>
        <p:nvSpPr>
          <p:cNvPr id="2005" name="g1 text 2005"/>
          <p:cNvSpPr txBox="1"/>
          <p:nvPr/>
        </p:nvSpPr>
        <p:spPr>
          <a:xfrm>
            <a:off x="2057400" y="5349240"/>
            <a:ext cx="3657600" cy="548640"/>
          </a:xfrm>
          <a:prstGeom prst="rect">
            <a:avLst/>
          </a:prstGeom>
          <a:noFill/>
        </p:spPr>
        <p:txBody>
          <a:bodyPr wrap="square" lIns="0" tIns="0" rIns="0" bIns="0" anchor="t">
            <a:noAutofit/>
          </a:bodyPr>
          <a:lstStyle/>
          <a:p>
            <a:pPr algn="ctr">
              <a:lnSpc>
                <a:spcPct val="100000"/>
              </a:lnSpc>
              <a:buNone/>
            </a:pPr>
            <a:r>
              <a:rPr lang="en-US" sz="1500" b="0" dirty="0">
                <a:solidFill>
                  <a:srgbClr val="FFFFFF"/>
                </a:solidFill>
                <a:latin typeface="Manrope"/>
                <a:ea typeface="Manrope"/>
                <a:cs typeface="Manrope"/>
              </a:rPr>
              <a:t>GPT-4 and ChemCrow “perform nearly equivalently”</a:t>
            </a:r>
          </a:p>
        </p:txBody>
      </p:sp>
      <p:sp>
        <p:nvSpPr>
          <p:cNvPr id="2006" name="g1 shape 2006"/>
          <p:cNvSpPr/>
          <p:nvPr/>
        </p:nvSpPr>
        <p:spPr>
          <a:xfrm>
            <a:off x="6245352" y="4846320"/>
            <a:ext cx="4114800" cy="1143000"/>
          </a:xfrm>
          <a:prstGeom prst="roundRect">
            <a:avLst/>
          </a:prstGeom>
          <a:solidFill>
            <a:srgbClr val="1E3B30"/>
          </a:solidFill>
          <a:ln w="12700">
            <a:solidFill>
              <a:srgbClr val="D5E6CD"/>
            </a:solidFill>
          </a:ln>
        </p:spPr>
      </p:sp>
      <p:sp>
        <p:nvSpPr>
          <p:cNvPr id="2007" name="g1 text 2007"/>
          <p:cNvSpPr txBox="1"/>
          <p:nvPr/>
        </p:nvSpPr>
        <p:spPr>
          <a:xfrm>
            <a:off x="6473952" y="4956048"/>
            <a:ext cx="3657600" cy="365760"/>
          </a:xfrm>
          <a:prstGeom prst="rect">
            <a:avLst/>
          </a:prstGeom>
          <a:noFill/>
        </p:spPr>
        <p:txBody>
          <a:bodyPr wrap="square" lIns="0" tIns="0" rIns="0" bIns="0" anchor="t">
            <a:noAutofit/>
          </a:bodyPr>
          <a:lstStyle/>
          <a:p>
            <a:pPr algn="ctr">
              <a:lnSpc>
                <a:spcPct val="100000"/>
              </a:lnSpc>
              <a:buNone/>
            </a:pPr>
            <a:r>
              <a:rPr lang="en-US" sz="1700" b="1" dirty="0">
                <a:solidFill>
                  <a:srgbClr val="FCFF9B"/>
                </a:solidFill>
                <a:latin typeface="Manrope"/>
                <a:ea typeface="Manrope"/>
                <a:cs typeface="Manrope"/>
              </a:rPr>
              <a:t>Expert humans</a:t>
            </a:r>
          </a:p>
        </p:txBody>
      </p:sp>
      <p:sp>
        <p:nvSpPr>
          <p:cNvPr id="2008" name="g1 text 2008"/>
          <p:cNvSpPr txBox="1"/>
          <p:nvPr/>
        </p:nvSpPr>
        <p:spPr>
          <a:xfrm>
            <a:off x="6473952" y="5349240"/>
            <a:ext cx="3657600" cy="548640"/>
          </a:xfrm>
          <a:prstGeom prst="rect">
            <a:avLst/>
          </a:prstGeom>
          <a:noFill/>
        </p:spPr>
        <p:txBody>
          <a:bodyPr wrap="square" lIns="0" tIns="0" rIns="0" bIns="0" anchor="t">
            <a:noAutofit/>
          </a:bodyPr>
          <a:lstStyle/>
          <a:p>
            <a:pPr algn="ctr">
              <a:lnSpc>
                <a:spcPct val="100000"/>
              </a:lnSpc>
              <a:buNone/>
            </a:pPr>
            <a:r>
              <a:rPr lang="en-US" sz="1500" b="0" dirty="0">
                <a:solidFill>
                  <a:srgbClr val="FFFFFF"/>
                </a:solidFill>
                <a:latin typeface="Manrope"/>
                <a:ea typeface="Manrope"/>
                <a:cs typeface="Manrope"/>
              </a:rPr>
              <a:t>ChemCrow “outperforms GPT-4 by a large margin”</a:t>
            </a:r>
          </a:p>
        </p:txBody>
      </p:sp>
      <p:sp>
        <p:nvSpPr>
          <p:cNvPr id="2009" name="g1 text 2009"/>
          <p:cNvSpPr txBox="1"/>
          <p:nvPr/>
        </p:nvSpPr>
        <p:spPr>
          <a:xfrm>
            <a:off x="822960" y="6126480"/>
            <a:ext cx="10543032" cy="320040"/>
          </a:xfrm>
          <a:prstGeom prst="rect">
            <a:avLst/>
          </a:prstGeom>
          <a:noFill/>
        </p:spPr>
        <p:txBody>
          <a:bodyPr wrap="square" lIns="0" tIns="0" rIns="0" bIns="0" anchor="t">
            <a:noAutofit/>
          </a:bodyPr>
          <a:lstStyle/>
          <a:p>
            <a:pPr algn="ctr">
              <a:lnSpc>
                <a:spcPct val="100000"/>
              </a:lnSpc>
              <a:buNone/>
            </a:pPr>
            <a:r>
              <a:rPr lang="en-US" sz="1500" b="1" dirty="0">
                <a:solidFill>
                  <a:srgbClr val="FFFFFF"/>
                </a:solidFill>
                <a:latin typeface="Manrope"/>
                <a:ea typeface="Manrope"/>
                <a:cs typeface="Manrope"/>
              </a:rPr>
              <a:t>Lesson: don’t rely blindly on LLM judges.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bg>
      <p:bgPr>
        <a:solidFill>
          <a:srgbClr val="1D1D1D"/>
        </a:solidFill>
      </p:bgPr>
    </p:bg>
    <p:spTree>
      <p:nvGrpSpPr>
        <p:cNvPr id="1" name=""/>
        <p:cNvGrpSpPr/>
        <p:nvPr/>
      </p:nvGrpSpPr>
      <p:grpSpPr>
        <a:xfrm>
          <a:off x="0" y="0"/>
          <a:ext cx="0" cy="0"/>
          <a:chOff x="0" y="0"/>
          <a:chExt cx="0" cy="0"/>
        </a:xfrm>
      </p:grpSpPr>
      <p:sp>
        <p:nvSpPr>
          <p:cNvPr id="4" name="Shape 2"/>
          <p:cNvSpPr/>
          <p:nvPr/>
        </p:nvSpPr>
        <p:spPr>
          <a:xfrm>
            <a:off x="0" y="873252"/>
            <a:ext cx="12191695" cy="0"/>
          </a:xfrm>
          <a:prstGeom prst="line">
            <a:avLst/>
          </a:prstGeom>
          <a:noFill/>
          <a:ln w="2540">
            <a:solidFill>
              <a:srgbClr val="D0CFCF">
                <a:alpha val="60000"/>
              </a:srgbClr>
            </a:solidFill>
            <a:prstDash val="solid"/>
          </a:ln>
        </p:spPr>
      </p:sp>
      <p:sp>
        <p:nvSpPr>
          <p:cNvPr id="7" name="Shape 5"/>
          <p:cNvSpPr/>
          <p:nvPr/>
        </p:nvSpPr>
        <p:spPr>
          <a:xfrm>
            <a:off x="-301752" y="1797710"/>
            <a:ext cx="803758" cy="657454"/>
          </a:xfrm>
          <a:prstGeom prst="rect">
            <a:avLst/>
          </a:prstGeom>
          <a:solidFill>
            <a:srgbClr val="96C182">
              <a:alpha val="1031"/>
            </a:srgbClr>
          </a:solidFill>
          <a:ln/>
        </p:spPr>
      </p:sp>
      <p:sp>
        <p:nvSpPr>
          <p:cNvPr id="8" name="Shape 6"/>
          <p:cNvSpPr/>
          <p:nvPr/>
        </p:nvSpPr>
        <p:spPr>
          <a:xfrm>
            <a:off x="-301752" y="2446020"/>
            <a:ext cx="803758" cy="657454"/>
          </a:xfrm>
          <a:prstGeom prst="rect">
            <a:avLst/>
          </a:prstGeom>
          <a:solidFill>
            <a:srgbClr val="96C182">
              <a:alpha val="2063"/>
            </a:srgbClr>
          </a:solidFill>
          <a:ln/>
        </p:spPr>
      </p:sp>
      <p:sp>
        <p:nvSpPr>
          <p:cNvPr id="9" name="Shape 7"/>
          <p:cNvSpPr/>
          <p:nvPr/>
        </p:nvSpPr>
        <p:spPr>
          <a:xfrm>
            <a:off x="-301752" y="3094330"/>
            <a:ext cx="803758" cy="657454"/>
          </a:xfrm>
          <a:prstGeom prst="rect">
            <a:avLst/>
          </a:prstGeom>
          <a:solidFill>
            <a:srgbClr val="96C182">
              <a:alpha val="3094"/>
            </a:srgbClr>
          </a:solidFill>
          <a:ln/>
        </p:spPr>
      </p:sp>
      <p:sp>
        <p:nvSpPr>
          <p:cNvPr id="10" name="Shape 8"/>
          <p:cNvSpPr/>
          <p:nvPr/>
        </p:nvSpPr>
        <p:spPr>
          <a:xfrm>
            <a:off x="-301752" y="3742639"/>
            <a:ext cx="803758" cy="657454"/>
          </a:xfrm>
          <a:prstGeom prst="rect">
            <a:avLst/>
          </a:prstGeom>
          <a:solidFill>
            <a:srgbClr val="96C182">
              <a:alpha val="4125"/>
            </a:srgbClr>
          </a:solidFill>
          <a:ln/>
        </p:spPr>
      </p:sp>
      <p:sp>
        <p:nvSpPr>
          <p:cNvPr id="11" name="Shape 9"/>
          <p:cNvSpPr/>
          <p:nvPr/>
        </p:nvSpPr>
        <p:spPr>
          <a:xfrm>
            <a:off x="-301752" y="4390949"/>
            <a:ext cx="803758" cy="657454"/>
          </a:xfrm>
          <a:prstGeom prst="rect">
            <a:avLst/>
          </a:prstGeom>
          <a:solidFill>
            <a:srgbClr val="96C182">
              <a:alpha val="5156"/>
            </a:srgbClr>
          </a:solidFill>
          <a:ln/>
        </p:spPr>
      </p:sp>
      <p:sp>
        <p:nvSpPr>
          <p:cNvPr id="12" name="Shape 10"/>
          <p:cNvSpPr/>
          <p:nvPr/>
        </p:nvSpPr>
        <p:spPr>
          <a:xfrm>
            <a:off x="-301752" y="5039258"/>
            <a:ext cx="803758" cy="657454"/>
          </a:xfrm>
          <a:prstGeom prst="rect">
            <a:avLst/>
          </a:prstGeom>
          <a:solidFill>
            <a:srgbClr val="96C182">
              <a:alpha val="6188"/>
            </a:srgbClr>
          </a:solidFill>
          <a:ln/>
        </p:spPr>
      </p:sp>
      <p:sp>
        <p:nvSpPr>
          <p:cNvPr id="13" name="Shape 11"/>
          <p:cNvSpPr/>
          <p:nvPr/>
        </p:nvSpPr>
        <p:spPr>
          <a:xfrm>
            <a:off x="-301752" y="5687568"/>
            <a:ext cx="803758" cy="657454"/>
          </a:xfrm>
          <a:prstGeom prst="rect">
            <a:avLst/>
          </a:prstGeom>
          <a:solidFill>
            <a:srgbClr val="96C182">
              <a:alpha val="7219"/>
            </a:srgbClr>
          </a:solidFill>
          <a:ln/>
        </p:spPr>
      </p:sp>
      <p:sp>
        <p:nvSpPr>
          <p:cNvPr id="14" name="Shape 12"/>
          <p:cNvSpPr/>
          <p:nvPr/>
        </p:nvSpPr>
        <p:spPr>
          <a:xfrm>
            <a:off x="-301752" y="6335878"/>
            <a:ext cx="803758" cy="657454"/>
          </a:xfrm>
          <a:prstGeom prst="rect">
            <a:avLst/>
          </a:prstGeom>
          <a:solidFill>
            <a:srgbClr val="96C182">
              <a:alpha val="8250"/>
            </a:srgbClr>
          </a:solidFill>
          <a:ln/>
        </p:spPr>
      </p:sp>
      <p:sp>
        <p:nvSpPr>
          <p:cNvPr id="15" name="Shape 13"/>
          <p:cNvSpPr/>
          <p:nvPr/>
        </p:nvSpPr>
        <p:spPr>
          <a:xfrm>
            <a:off x="1068019" y="4406494"/>
            <a:ext cx="803758" cy="331356"/>
          </a:xfrm>
          <a:prstGeom prst="rect">
            <a:avLst/>
          </a:prstGeom>
          <a:solidFill>
            <a:srgbClr val="96C182">
              <a:alpha val="344"/>
            </a:srgbClr>
          </a:solidFill>
          <a:ln/>
        </p:spPr>
      </p:sp>
      <p:sp>
        <p:nvSpPr>
          <p:cNvPr id="16" name="Shape 14"/>
          <p:cNvSpPr/>
          <p:nvPr/>
        </p:nvSpPr>
        <p:spPr>
          <a:xfrm>
            <a:off x="1068019" y="4728705"/>
            <a:ext cx="803758" cy="331356"/>
          </a:xfrm>
          <a:prstGeom prst="rect">
            <a:avLst/>
          </a:prstGeom>
          <a:solidFill>
            <a:srgbClr val="96C182">
              <a:alpha val="688"/>
            </a:srgbClr>
          </a:solidFill>
          <a:ln/>
        </p:spPr>
      </p:sp>
      <p:sp>
        <p:nvSpPr>
          <p:cNvPr id="17" name="Shape 15"/>
          <p:cNvSpPr/>
          <p:nvPr/>
        </p:nvSpPr>
        <p:spPr>
          <a:xfrm>
            <a:off x="1068019" y="5050917"/>
            <a:ext cx="803758" cy="331356"/>
          </a:xfrm>
          <a:prstGeom prst="rect">
            <a:avLst/>
          </a:prstGeom>
          <a:solidFill>
            <a:srgbClr val="96C182">
              <a:alpha val="1031"/>
            </a:srgbClr>
          </a:solidFill>
          <a:ln/>
        </p:spPr>
      </p:sp>
      <p:sp>
        <p:nvSpPr>
          <p:cNvPr id="18" name="Shape 16"/>
          <p:cNvSpPr/>
          <p:nvPr/>
        </p:nvSpPr>
        <p:spPr>
          <a:xfrm>
            <a:off x="1068019" y="5373129"/>
            <a:ext cx="803758" cy="331356"/>
          </a:xfrm>
          <a:prstGeom prst="rect">
            <a:avLst/>
          </a:prstGeom>
          <a:solidFill>
            <a:srgbClr val="96C182">
              <a:alpha val="1375"/>
            </a:srgbClr>
          </a:solidFill>
          <a:ln/>
        </p:spPr>
      </p:sp>
      <p:sp>
        <p:nvSpPr>
          <p:cNvPr id="19" name="Shape 17"/>
          <p:cNvSpPr/>
          <p:nvPr/>
        </p:nvSpPr>
        <p:spPr>
          <a:xfrm>
            <a:off x="1068019" y="5695340"/>
            <a:ext cx="803758" cy="331356"/>
          </a:xfrm>
          <a:prstGeom prst="rect">
            <a:avLst/>
          </a:prstGeom>
          <a:solidFill>
            <a:srgbClr val="96C182">
              <a:alpha val="1719"/>
            </a:srgbClr>
          </a:solidFill>
          <a:ln/>
        </p:spPr>
      </p:sp>
      <p:sp>
        <p:nvSpPr>
          <p:cNvPr id="20" name="Shape 18"/>
          <p:cNvSpPr/>
          <p:nvPr/>
        </p:nvSpPr>
        <p:spPr>
          <a:xfrm>
            <a:off x="1068019" y="6017552"/>
            <a:ext cx="803758" cy="331356"/>
          </a:xfrm>
          <a:prstGeom prst="rect">
            <a:avLst/>
          </a:prstGeom>
          <a:solidFill>
            <a:srgbClr val="96C182">
              <a:alpha val="2063"/>
            </a:srgbClr>
          </a:solidFill>
          <a:ln/>
        </p:spPr>
      </p:sp>
      <p:sp>
        <p:nvSpPr>
          <p:cNvPr id="21" name="Shape 19"/>
          <p:cNvSpPr/>
          <p:nvPr/>
        </p:nvSpPr>
        <p:spPr>
          <a:xfrm>
            <a:off x="1068019" y="6339764"/>
            <a:ext cx="803758" cy="331356"/>
          </a:xfrm>
          <a:prstGeom prst="rect">
            <a:avLst/>
          </a:prstGeom>
          <a:solidFill>
            <a:srgbClr val="96C182">
              <a:alpha val="2406"/>
            </a:srgbClr>
          </a:solidFill>
          <a:ln/>
        </p:spPr>
      </p:sp>
      <p:sp>
        <p:nvSpPr>
          <p:cNvPr id="22" name="Shape 20"/>
          <p:cNvSpPr/>
          <p:nvPr/>
        </p:nvSpPr>
        <p:spPr>
          <a:xfrm>
            <a:off x="1068019" y="6661976"/>
            <a:ext cx="803758" cy="331356"/>
          </a:xfrm>
          <a:prstGeom prst="rect">
            <a:avLst/>
          </a:prstGeom>
          <a:solidFill>
            <a:srgbClr val="96C182">
              <a:alpha val="2750"/>
            </a:srgbClr>
          </a:solidFill>
          <a:ln/>
        </p:spPr>
      </p:sp>
      <p:sp>
        <p:nvSpPr>
          <p:cNvPr id="23" name="Shape 21"/>
          <p:cNvSpPr/>
          <p:nvPr/>
        </p:nvSpPr>
        <p:spPr>
          <a:xfrm>
            <a:off x="378562" y="3225089"/>
            <a:ext cx="803758" cy="482117"/>
          </a:xfrm>
          <a:prstGeom prst="rect">
            <a:avLst/>
          </a:prstGeom>
          <a:solidFill>
            <a:srgbClr val="96C182">
              <a:alpha val="688"/>
            </a:srgbClr>
          </a:solidFill>
          <a:ln/>
        </p:spPr>
      </p:sp>
      <p:sp>
        <p:nvSpPr>
          <p:cNvPr id="24" name="Shape 22"/>
          <p:cNvSpPr/>
          <p:nvPr/>
        </p:nvSpPr>
        <p:spPr>
          <a:xfrm>
            <a:off x="378562" y="3698062"/>
            <a:ext cx="803758" cy="482117"/>
          </a:xfrm>
          <a:prstGeom prst="rect">
            <a:avLst/>
          </a:prstGeom>
          <a:solidFill>
            <a:srgbClr val="96C182">
              <a:alpha val="1375"/>
            </a:srgbClr>
          </a:solidFill>
          <a:ln/>
        </p:spPr>
      </p:sp>
      <p:sp>
        <p:nvSpPr>
          <p:cNvPr id="25" name="Shape 23"/>
          <p:cNvSpPr/>
          <p:nvPr/>
        </p:nvSpPr>
        <p:spPr>
          <a:xfrm>
            <a:off x="378562" y="4171036"/>
            <a:ext cx="803758" cy="482117"/>
          </a:xfrm>
          <a:prstGeom prst="rect">
            <a:avLst/>
          </a:prstGeom>
          <a:solidFill>
            <a:srgbClr val="96C182">
              <a:alpha val="2063"/>
            </a:srgbClr>
          </a:solidFill>
          <a:ln/>
        </p:spPr>
      </p:sp>
      <p:sp>
        <p:nvSpPr>
          <p:cNvPr id="26" name="Shape 24"/>
          <p:cNvSpPr/>
          <p:nvPr/>
        </p:nvSpPr>
        <p:spPr>
          <a:xfrm>
            <a:off x="378562" y="4644009"/>
            <a:ext cx="803758" cy="482117"/>
          </a:xfrm>
          <a:prstGeom prst="rect">
            <a:avLst/>
          </a:prstGeom>
          <a:solidFill>
            <a:srgbClr val="96C182">
              <a:alpha val="2750"/>
            </a:srgbClr>
          </a:solidFill>
          <a:ln/>
        </p:spPr>
      </p:sp>
      <p:sp>
        <p:nvSpPr>
          <p:cNvPr id="27" name="Shape 25"/>
          <p:cNvSpPr/>
          <p:nvPr/>
        </p:nvSpPr>
        <p:spPr>
          <a:xfrm>
            <a:off x="378562" y="5116982"/>
            <a:ext cx="803758" cy="482117"/>
          </a:xfrm>
          <a:prstGeom prst="rect">
            <a:avLst/>
          </a:prstGeom>
          <a:solidFill>
            <a:srgbClr val="96C182">
              <a:alpha val="3438"/>
            </a:srgbClr>
          </a:solidFill>
          <a:ln/>
        </p:spPr>
      </p:sp>
      <p:sp>
        <p:nvSpPr>
          <p:cNvPr id="28" name="Shape 26"/>
          <p:cNvSpPr/>
          <p:nvPr/>
        </p:nvSpPr>
        <p:spPr>
          <a:xfrm>
            <a:off x="378562" y="5589956"/>
            <a:ext cx="803758" cy="482117"/>
          </a:xfrm>
          <a:prstGeom prst="rect">
            <a:avLst/>
          </a:prstGeom>
          <a:solidFill>
            <a:srgbClr val="96C182">
              <a:alpha val="4125"/>
            </a:srgbClr>
          </a:solidFill>
          <a:ln/>
        </p:spPr>
      </p:sp>
      <p:sp>
        <p:nvSpPr>
          <p:cNvPr id="29" name="Shape 27"/>
          <p:cNvSpPr/>
          <p:nvPr/>
        </p:nvSpPr>
        <p:spPr>
          <a:xfrm>
            <a:off x="378562" y="6062929"/>
            <a:ext cx="803758" cy="482117"/>
          </a:xfrm>
          <a:prstGeom prst="rect">
            <a:avLst/>
          </a:prstGeom>
          <a:solidFill>
            <a:srgbClr val="96C182">
              <a:alpha val="4813"/>
            </a:srgbClr>
          </a:solidFill>
          <a:ln/>
        </p:spPr>
      </p:sp>
      <p:sp>
        <p:nvSpPr>
          <p:cNvPr id="30" name="Shape 28"/>
          <p:cNvSpPr/>
          <p:nvPr/>
        </p:nvSpPr>
        <p:spPr>
          <a:xfrm>
            <a:off x="378562" y="6535903"/>
            <a:ext cx="803758" cy="482117"/>
          </a:xfrm>
          <a:prstGeom prst="rect">
            <a:avLst/>
          </a:prstGeom>
          <a:solidFill>
            <a:srgbClr val="96C182">
              <a:alpha val="5500"/>
            </a:srgbClr>
          </a:solidFill>
          <a:ln/>
        </p:spPr>
      </p:sp>
      <p:sp>
        <p:nvSpPr>
          <p:cNvPr id="31" name="Shape 29"/>
          <p:cNvSpPr/>
          <p:nvPr/>
        </p:nvSpPr>
        <p:spPr>
          <a:xfrm>
            <a:off x="7541971" y="873252"/>
            <a:ext cx="0" cy="5984748"/>
          </a:xfrm>
          <a:prstGeom prst="line">
            <a:avLst/>
          </a:prstGeom>
          <a:noFill/>
          <a:ln w="2540">
            <a:solidFill>
              <a:srgbClr val="D0CFCF"/>
            </a:solidFill>
            <a:prstDash val="solid"/>
          </a:ln>
        </p:spPr>
      </p:sp>
      <p:sp>
        <p:nvSpPr>
          <p:cNvPr id="32" name="Shape 30"/>
          <p:cNvSpPr/>
          <p:nvPr/>
        </p:nvSpPr>
        <p:spPr>
          <a:xfrm>
            <a:off x="7506310" y="836676"/>
            <a:ext cx="72238" cy="72238"/>
          </a:xfrm>
          <a:prstGeom prst="ellipse">
            <a:avLst/>
          </a:prstGeom>
          <a:solidFill>
            <a:srgbClr val="D0CFCF"/>
          </a:solidFill>
          <a:ln/>
        </p:spPr>
      </p:sp>
      <p:sp>
        <p:nvSpPr>
          <p:cNvPr id="33" name="Text 31"/>
          <p:cNvSpPr/>
          <p:nvPr/>
        </p:nvSpPr>
        <p:spPr>
          <a:xfrm>
            <a:off x="7993685" y="1051560"/>
            <a:ext cx="4194353" cy="1687068"/>
          </a:xfrm>
          <a:prstGeom prst="rect">
            <a:avLst/>
          </a:prstGeom>
          <a:noFill/>
          <a:ln/>
        </p:spPr>
        <p:txBody>
          <a:bodyPr wrap="square" rtlCol="0" anchor="t"/>
          <a:lstStyle/>
          <a:p>
            <a:pPr indent="0" marL="0">
              <a:lnSpc>
                <a:spcPct val="90000"/>
              </a:lnSpc>
              <a:buNone/>
            </a:pPr>
            <a:r>
              <a:rPr lang="en-US" sz="3200" spc="-150" kern="0" dirty="0">
                <a:solidFill>
                  <a:srgbClr val="FFFFFF"/>
                </a:solidFill>
                <a:latin typeface="Manrope" pitchFamily="34" charset="0"/>
                <a:ea typeface="Manrope" pitchFamily="34" charset="-122"/>
                <a:cs typeface="Manrope" pitchFamily="34" charset="-120"/>
              </a:rPr>
              <a:t>Stage 10: a demo is not </a:t>
            </a:r>
            <a:r>
              <a:rPr lang="en-US" sz="3200" spc="-150" kern="0" dirty="0">
                <a:solidFill>
                  <a:srgbClr val="D5E6CD"/>
                </a:solidFill>
                <a:latin typeface="Manrope" pitchFamily="34" charset="0"/>
                <a:ea typeface="Manrope" pitchFamily="34" charset="-122"/>
                <a:cs typeface="Manrope" pitchFamily="34" charset="-120"/>
              </a:rPr>
              <a:t>a production agent</a:t>
            </a:r>
            <a:endParaRPr lang="en-US" sz="1800" dirty="0"/>
          </a:p>
        </p:txBody>
      </p:sp>
      <p:sp>
        <p:nvSpPr>
          <p:cNvPr id="34" name="Text 32"/>
          <p:cNvSpPr/>
          <p:nvPr/>
        </p:nvSpPr>
        <p:spPr>
          <a:xfrm>
            <a:off x="7992770" y="2743200"/>
            <a:ext cx="3749040" cy="3017520"/>
          </a:xfrm>
          <a:prstGeom prst="rect">
            <a:avLst/>
          </a:prstGeom>
          <a:noFill/>
          <a:ln/>
        </p:spPr>
        <p:txBody>
          <a:bodyPr wrap="square" rtlCol="0" anchor="t"/>
          <a:lstStyle/>
          <a:p>
            <a:pPr indent="0" marL="0">
              <a:lnSpc>
                <a:spcPct val="125000"/>
              </a:lnSpc>
              <a:spcAft>
                <a:spcPts val="900"/>
              </a:spcAft>
              <a:buNone/>
            </a:pPr>
            <a:r>
              <a:rPr lang="en-US" sz="1400" dirty="0" b="1">
                <a:solidFill>
                  <a:srgbClr val="D5E6CD"/>
                </a:solidFill>
                <a:latin typeface="Manrope" pitchFamily="34" charset="0"/>
                <a:ea typeface="Manrope" pitchFamily="34" charset="-122"/>
                <a:cs typeface="Manrope" pitchFamily="34" charset="-120"/>
              </a:rPr>
              <a:t>Huyen, AI Engineering Ch. 10: </a:t>
            </a:r>
            <a:r>
              <a:rPr lang="en-US" sz="1400" dirty="0">
                <a:solidFill>
                  <a:srgbClr val="FFFFFF"/>
                </a:solidFill>
                <a:latin typeface="Manrope" pitchFamily="34" charset="0"/>
                <a:ea typeface="Manrope" pitchFamily="34" charset="-122"/>
                <a:cs typeface="Manrope" pitchFamily="34" charset="-120"/>
              </a:rPr>
              <a:t>a production architecture in Steps 1–5 (bottom to top), then monitoring and user feedback.</a:t>
            </a:r>
            <a:endParaRPr lang="en-US" sz="1200" dirty="0"/>
          </a:p>
          <a:p>
            <a:pPr indent="0" marL="0">
              <a:lnSpc>
                <a:spcPct val="125000"/>
              </a:lnSpc>
              <a:spcAft>
                <a:spcPts val="900"/>
              </a:spcAft>
              <a:buNone/>
            </a:pPr>
            <a:r>
              <a:rPr lang="en-US" sz="1400" dirty="0" b="1">
                <a:solidFill>
                  <a:srgbClr val="D5E6CD"/>
                </a:solidFill>
                <a:latin typeface="Manrope" pitchFamily="34" charset="0"/>
                <a:ea typeface="Manrope" pitchFamily="34" charset="-122"/>
                <a:cs typeface="Manrope" pitchFamily="34" charset="-120"/>
              </a:rPr>
              <a:t>Also needed: </a:t>
            </a:r>
            <a:r>
              <a:rPr lang="en-US" sz="1400" dirty="0">
                <a:solidFill>
                  <a:srgbClr val="FFFFFF"/>
                </a:solidFill>
                <a:latin typeface="Manrope" pitchFamily="34" charset="0"/>
                <a:ea typeface="Manrope" pitchFamily="34" charset="-122"/>
                <a:cs typeface="Manrope" pitchFamily="34" charset="-120"/>
              </a:rPr>
              <a:t>serving behind an API (FastAPI), containers (Docker), durable state and resumable runs.</a:t>
            </a:r>
            <a:endParaRPr lang="en-US" sz="1200" dirty="0"/>
          </a:p>
          <a:p>
            <a:pPr indent="0" marL="0">
              <a:lnSpc>
                <a:spcPct val="125000"/>
              </a:lnSpc>
              <a:spcAft>
                <a:spcPts val="900"/>
              </a:spcAft>
              <a:buNone/>
            </a:pPr>
            <a:r>
              <a:rPr lang="en-US" sz="1400" dirty="0" b="1">
                <a:solidFill>
                  <a:srgbClr val="D5E6CD"/>
                </a:solidFill>
                <a:latin typeface="Manrope" pitchFamily="34" charset="0"/>
                <a:ea typeface="Manrope" pitchFamily="34" charset="-122"/>
                <a:cs typeface="Manrope" pitchFamily="34" charset="-120"/>
              </a:rPr>
              <a:t>Cost control: </a:t>
            </a:r>
            <a:r>
              <a:rPr lang="en-US" sz="1400" dirty="0">
                <a:solidFill>
                  <a:srgbClr val="FFFFFF"/>
                </a:solidFill>
                <a:latin typeface="Manrope" pitchFamily="34" charset="0"/>
                <a:ea typeface="Manrope" pitchFamily="34" charset="-122"/>
                <a:cs typeface="Manrope" pitchFamily="34" charset="-120"/>
              </a:rPr>
              <a:t>rate limits and cost caps, which map to OWASP LLM10 (unbounded consumption).</a:t>
            </a:r>
            <a:endParaRPr lang="en-US" sz="1200" dirty="0"/>
          </a:p>
        </p:txBody>
      </p:sp>
      <p:sp>
        <p:nvSpPr>
          <p:cNvPr id="131" name="Shape 129"/>
          <p:cNvSpPr/>
          <p:nvPr/>
        </p:nvSpPr>
        <p:spPr>
          <a:xfrm>
            <a:off x="11835994" y="1750162"/>
            <a:ext cx="803758" cy="657454"/>
          </a:xfrm>
          <a:prstGeom prst="rect">
            <a:avLst/>
          </a:prstGeom>
          <a:solidFill>
            <a:srgbClr val="FFFFFF">
              <a:alpha val="688"/>
            </a:srgbClr>
          </a:solidFill>
          <a:ln/>
        </p:spPr>
      </p:sp>
      <p:sp>
        <p:nvSpPr>
          <p:cNvPr id="132" name="Shape 130"/>
          <p:cNvSpPr/>
          <p:nvPr/>
        </p:nvSpPr>
        <p:spPr>
          <a:xfrm>
            <a:off x="11835994" y="2398471"/>
            <a:ext cx="803758" cy="657454"/>
          </a:xfrm>
          <a:prstGeom prst="rect">
            <a:avLst/>
          </a:prstGeom>
          <a:solidFill>
            <a:srgbClr val="FFFFFF">
              <a:alpha val="1375"/>
            </a:srgbClr>
          </a:solidFill>
          <a:ln/>
        </p:spPr>
      </p:sp>
      <p:sp>
        <p:nvSpPr>
          <p:cNvPr id="133" name="Shape 131"/>
          <p:cNvSpPr/>
          <p:nvPr/>
        </p:nvSpPr>
        <p:spPr>
          <a:xfrm>
            <a:off x="11835994" y="3046781"/>
            <a:ext cx="803758" cy="657454"/>
          </a:xfrm>
          <a:prstGeom prst="rect">
            <a:avLst/>
          </a:prstGeom>
          <a:solidFill>
            <a:srgbClr val="FFFFFF">
              <a:alpha val="2063"/>
            </a:srgbClr>
          </a:solidFill>
          <a:ln/>
        </p:spPr>
      </p:sp>
      <p:sp>
        <p:nvSpPr>
          <p:cNvPr id="134" name="Shape 132"/>
          <p:cNvSpPr/>
          <p:nvPr/>
        </p:nvSpPr>
        <p:spPr>
          <a:xfrm>
            <a:off x="11835994" y="3695090"/>
            <a:ext cx="803758" cy="657454"/>
          </a:xfrm>
          <a:prstGeom prst="rect">
            <a:avLst/>
          </a:prstGeom>
          <a:solidFill>
            <a:srgbClr val="FFFFFF">
              <a:alpha val="2750"/>
            </a:srgbClr>
          </a:solidFill>
          <a:ln/>
        </p:spPr>
      </p:sp>
      <p:sp>
        <p:nvSpPr>
          <p:cNvPr id="135" name="Shape 133"/>
          <p:cNvSpPr/>
          <p:nvPr/>
        </p:nvSpPr>
        <p:spPr>
          <a:xfrm>
            <a:off x="11835994" y="4343400"/>
            <a:ext cx="803758" cy="657454"/>
          </a:xfrm>
          <a:prstGeom prst="rect">
            <a:avLst/>
          </a:prstGeom>
          <a:solidFill>
            <a:srgbClr val="FFFFFF">
              <a:alpha val="3438"/>
            </a:srgbClr>
          </a:solidFill>
          <a:ln/>
        </p:spPr>
      </p:sp>
      <p:sp>
        <p:nvSpPr>
          <p:cNvPr id="136" name="Shape 134"/>
          <p:cNvSpPr/>
          <p:nvPr/>
        </p:nvSpPr>
        <p:spPr>
          <a:xfrm>
            <a:off x="11835994" y="4991710"/>
            <a:ext cx="803758" cy="657454"/>
          </a:xfrm>
          <a:prstGeom prst="rect">
            <a:avLst/>
          </a:prstGeom>
          <a:solidFill>
            <a:srgbClr val="FFFFFF">
              <a:alpha val="4125"/>
            </a:srgbClr>
          </a:solidFill>
          <a:ln/>
        </p:spPr>
      </p:sp>
      <p:sp>
        <p:nvSpPr>
          <p:cNvPr id="137" name="Shape 135"/>
          <p:cNvSpPr/>
          <p:nvPr/>
        </p:nvSpPr>
        <p:spPr>
          <a:xfrm>
            <a:off x="11835994" y="5640019"/>
            <a:ext cx="803758" cy="657454"/>
          </a:xfrm>
          <a:prstGeom prst="rect">
            <a:avLst/>
          </a:prstGeom>
          <a:solidFill>
            <a:srgbClr val="FFFFFF">
              <a:alpha val="4813"/>
            </a:srgbClr>
          </a:solidFill>
          <a:ln/>
        </p:spPr>
      </p:sp>
      <p:sp>
        <p:nvSpPr>
          <p:cNvPr id="138" name="Shape 136"/>
          <p:cNvSpPr/>
          <p:nvPr/>
        </p:nvSpPr>
        <p:spPr>
          <a:xfrm>
            <a:off x="11835994" y="6288329"/>
            <a:ext cx="803758" cy="657454"/>
          </a:xfrm>
          <a:prstGeom prst="rect">
            <a:avLst/>
          </a:prstGeom>
          <a:solidFill>
            <a:srgbClr val="FFFFFF">
              <a:alpha val="5500"/>
            </a:srgbClr>
          </a:solidFill>
          <a:ln/>
        </p:spPr>
      </p:sp>
      <p:sp>
        <p:nvSpPr>
          <p:cNvPr id="139" name="Shape 137"/>
          <p:cNvSpPr/>
          <p:nvPr/>
        </p:nvSpPr>
        <p:spPr>
          <a:xfrm>
            <a:off x="10465308" y="4358030"/>
            <a:ext cx="803758" cy="331356"/>
          </a:xfrm>
          <a:prstGeom prst="rect">
            <a:avLst/>
          </a:prstGeom>
          <a:solidFill>
            <a:srgbClr val="FFFFFF">
              <a:alpha val="138"/>
            </a:srgbClr>
          </a:solidFill>
          <a:ln/>
        </p:spPr>
      </p:sp>
      <p:sp>
        <p:nvSpPr>
          <p:cNvPr id="140" name="Shape 138"/>
          <p:cNvSpPr/>
          <p:nvPr/>
        </p:nvSpPr>
        <p:spPr>
          <a:xfrm>
            <a:off x="10465308" y="4680242"/>
            <a:ext cx="803758" cy="331356"/>
          </a:xfrm>
          <a:prstGeom prst="rect">
            <a:avLst/>
          </a:prstGeom>
          <a:solidFill>
            <a:srgbClr val="FFFFFF">
              <a:alpha val="275"/>
            </a:srgbClr>
          </a:solidFill>
          <a:ln/>
        </p:spPr>
      </p:sp>
      <p:sp>
        <p:nvSpPr>
          <p:cNvPr id="141" name="Shape 139"/>
          <p:cNvSpPr/>
          <p:nvPr/>
        </p:nvSpPr>
        <p:spPr>
          <a:xfrm>
            <a:off x="10465308" y="5002454"/>
            <a:ext cx="803758" cy="331356"/>
          </a:xfrm>
          <a:prstGeom prst="rect">
            <a:avLst/>
          </a:prstGeom>
          <a:solidFill>
            <a:srgbClr val="FFFFFF">
              <a:alpha val="412"/>
            </a:srgbClr>
          </a:solidFill>
          <a:ln/>
        </p:spPr>
      </p:sp>
      <p:sp>
        <p:nvSpPr>
          <p:cNvPr id="142" name="Shape 140"/>
          <p:cNvSpPr/>
          <p:nvPr/>
        </p:nvSpPr>
        <p:spPr>
          <a:xfrm>
            <a:off x="10465308" y="5324666"/>
            <a:ext cx="803758" cy="331356"/>
          </a:xfrm>
          <a:prstGeom prst="rect">
            <a:avLst/>
          </a:prstGeom>
          <a:solidFill>
            <a:srgbClr val="FFFFFF">
              <a:alpha val="550"/>
            </a:srgbClr>
          </a:solidFill>
          <a:ln/>
        </p:spPr>
      </p:sp>
      <p:sp>
        <p:nvSpPr>
          <p:cNvPr id="143" name="Shape 141"/>
          <p:cNvSpPr/>
          <p:nvPr/>
        </p:nvSpPr>
        <p:spPr>
          <a:xfrm>
            <a:off x="10465308" y="5646877"/>
            <a:ext cx="803758" cy="331356"/>
          </a:xfrm>
          <a:prstGeom prst="rect">
            <a:avLst/>
          </a:prstGeom>
          <a:solidFill>
            <a:srgbClr val="FFFFFF">
              <a:alpha val="688"/>
            </a:srgbClr>
          </a:solidFill>
          <a:ln/>
        </p:spPr>
      </p:sp>
      <p:sp>
        <p:nvSpPr>
          <p:cNvPr id="144" name="Shape 142"/>
          <p:cNvSpPr/>
          <p:nvPr/>
        </p:nvSpPr>
        <p:spPr>
          <a:xfrm>
            <a:off x="10465308" y="5969089"/>
            <a:ext cx="803758" cy="331356"/>
          </a:xfrm>
          <a:prstGeom prst="rect">
            <a:avLst/>
          </a:prstGeom>
          <a:solidFill>
            <a:srgbClr val="FFFFFF">
              <a:alpha val="825"/>
            </a:srgbClr>
          </a:solidFill>
          <a:ln/>
        </p:spPr>
      </p:sp>
      <p:sp>
        <p:nvSpPr>
          <p:cNvPr id="145" name="Shape 143"/>
          <p:cNvSpPr/>
          <p:nvPr/>
        </p:nvSpPr>
        <p:spPr>
          <a:xfrm>
            <a:off x="10465308" y="6291301"/>
            <a:ext cx="803758" cy="331356"/>
          </a:xfrm>
          <a:prstGeom prst="rect">
            <a:avLst/>
          </a:prstGeom>
          <a:solidFill>
            <a:srgbClr val="FFFFFF">
              <a:alpha val="963"/>
            </a:srgbClr>
          </a:solidFill>
          <a:ln/>
        </p:spPr>
      </p:sp>
      <p:sp>
        <p:nvSpPr>
          <p:cNvPr id="146" name="Shape 144"/>
          <p:cNvSpPr/>
          <p:nvPr/>
        </p:nvSpPr>
        <p:spPr>
          <a:xfrm>
            <a:off x="10465308" y="6613512"/>
            <a:ext cx="803758" cy="331356"/>
          </a:xfrm>
          <a:prstGeom prst="rect">
            <a:avLst/>
          </a:prstGeom>
          <a:solidFill>
            <a:srgbClr val="FFFFFF">
              <a:alpha val="1100"/>
            </a:srgbClr>
          </a:solidFill>
          <a:ln/>
        </p:spPr>
      </p:sp>
      <p:sp>
        <p:nvSpPr>
          <p:cNvPr id="147" name="Shape 145"/>
          <p:cNvSpPr/>
          <p:nvPr/>
        </p:nvSpPr>
        <p:spPr>
          <a:xfrm>
            <a:off x="11155680" y="3177540"/>
            <a:ext cx="803758" cy="482117"/>
          </a:xfrm>
          <a:prstGeom prst="rect">
            <a:avLst/>
          </a:prstGeom>
          <a:solidFill>
            <a:srgbClr val="FFFFFF">
              <a:alpha val="344"/>
            </a:srgbClr>
          </a:solidFill>
          <a:ln/>
        </p:spPr>
      </p:sp>
      <p:sp>
        <p:nvSpPr>
          <p:cNvPr id="148" name="Shape 146"/>
          <p:cNvSpPr/>
          <p:nvPr/>
        </p:nvSpPr>
        <p:spPr>
          <a:xfrm>
            <a:off x="11155680" y="3650513"/>
            <a:ext cx="803758" cy="482117"/>
          </a:xfrm>
          <a:prstGeom prst="rect">
            <a:avLst/>
          </a:prstGeom>
          <a:solidFill>
            <a:srgbClr val="FFFFFF">
              <a:alpha val="688"/>
            </a:srgbClr>
          </a:solidFill>
          <a:ln/>
        </p:spPr>
      </p:sp>
      <p:sp>
        <p:nvSpPr>
          <p:cNvPr id="149" name="Shape 147"/>
          <p:cNvSpPr/>
          <p:nvPr/>
        </p:nvSpPr>
        <p:spPr>
          <a:xfrm>
            <a:off x="11155680" y="4123487"/>
            <a:ext cx="803758" cy="482117"/>
          </a:xfrm>
          <a:prstGeom prst="rect">
            <a:avLst/>
          </a:prstGeom>
          <a:solidFill>
            <a:srgbClr val="FFFFFF">
              <a:alpha val="1031"/>
            </a:srgbClr>
          </a:solidFill>
          <a:ln/>
        </p:spPr>
      </p:sp>
      <p:sp>
        <p:nvSpPr>
          <p:cNvPr id="150" name="Shape 148"/>
          <p:cNvSpPr/>
          <p:nvPr/>
        </p:nvSpPr>
        <p:spPr>
          <a:xfrm>
            <a:off x="11155680" y="4596460"/>
            <a:ext cx="803758" cy="482117"/>
          </a:xfrm>
          <a:prstGeom prst="rect">
            <a:avLst/>
          </a:prstGeom>
          <a:solidFill>
            <a:srgbClr val="FFFFFF">
              <a:alpha val="1375"/>
            </a:srgbClr>
          </a:solidFill>
          <a:ln/>
        </p:spPr>
      </p:sp>
      <p:sp>
        <p:nvSpPr>
          <p:cNvPr id="151" name="Shape 149"/>
          <p:cNvSpPr/>
          <p:nvPr/>
        </p:nvSpPr>
        <p:spPr>
          <a:xfrm>
            <a:off x="11155680" y="5069434"/>
            <a:ext cx="803758" cy="482117"/>
          </a:xfrm>
          <a:prstGeom prst="rect">
            <a:avLst/>
          </a:prstGeom>
          <a:solidFill>
            <a:srgbClr val="FFFFFF">
              <a:alpha val="1719"/>
            </a:srgbClr>
          </a:solidFill>
          <a:ln/>
        </p:spPr>
      </p:sp>
      <p:sp>
        <p:nvSpPr>
          <p:cNvPr id="152" name="Shape 150"/>
          <p:cNvSpPr/>
          <p:nvPr/>
        </p:nvSpPr>
        <p:spPr>
          <a:xfrm>
            <a:off x="11155680" y="5542407"/>
            <a:ext cx="803758" cy="482117"/>
          </a:xfrm>
          <a:prstGeom prst="rect">
            <a:avLst/>
          </a:prstGeom>
          <a:solidFill>
            <a:srgbClr val="FFFFFF">
              <a:alpha val="2063"/>
            </a:srgbClr>
          </a:solidFill>
          <a:ln/>
        </p:spPr>
      </p:sp>
      <p:sp>
        <p:nvSpPr>
          <p:cNvPr id="153" name="Shape 151"/>
          <p:cNvSpPr/>
          <p:nvPr/>
        </p:nvSpPr>
        <p:spPr>
          <a:xfrm>
            <a:off x="11155680" y="6015380"/>
            <a:ext cx="803758" cy="482117"/>
          </a:xfrm>
          <a:prstGeom prst="rect">
            <a:avLst/>
          </a:prstGeom>
          <a:solidFill>
            <a:srgbClr val="FFFFFF">
              <a:alpha val="2406"/>
            </a:srgbClr>
          </a:solidFill>
          <a:ln/>
        </p:spPr>
      </p:sp>
      <p:sp>
        <p:nvSpPr>
          <p:cNvPr id="154" name="Shape 152"/>
          <p:cNvSpPr/>
          <p:nvPr/>
        </p:nvSpPr>
        <p:spPr>
          <a:xfrm>
            <a:off x="11155680" y="6488354"/>
            <a:ext cx="803758" cy="482117"/>
          </a:xfrm>
          <a:prstGeom prst="rect">
            <a:avLst/>
          </a:prstGeom>
          <a:solidFill>
            <a:srgbClr val="FFFFFF">
              <a:alpha val="2750"/>
            </a:srgbClr>
          </a:solidFill>
          <a:ln/>
        </p:spPr>
      </p:sp>
      <p:sp>
        <p:nvSpPr>
          <p:cNvPr id="2001" name="g1 shape 2001"/>
          <p:cNvSpPr/>
          <p:nvPr/>
        </p:nvSpPr>
        <p:spPr>
          <a:xfrm>
            <a:off x="640080" y="5806440"/>
            <a:ext cx="4343400" cy="658368"/>
          </a:xfrm>
          <a:prstGeom prst="roundRect">
            <a:avLst/>
          </a:prstGeom>
          <a:solidFill>
            <a:srgbClr val="C0DAB4"/>
          </a:solidFill>
          <a:ln>
            <a:noFill/>
          </a:ln>
        </p:spPr>
      </p:sp>
      <p:sp>
        <p:nvSpPr>
          <p:cNvPr id="2002" name="g1 text 2002"/>
          <p:cNvSpPr txBox="1"/>
          <p:nvPr/>
        </p:nvSpPr>
        <p:spPr>
          <a:xfrm>
            <a:off x="822960" y="5843016"/>
            <a:ext cx="822960" cy="585216"/>
          </a:xfrm>
          <a:prstGeom prst="rect">
            <a:avLst/>
          </a:prstGeom>
          <a:noFill/>
        </p:spPr>
        <p:txBody>
          <a:bodyPr wrap="square" lIns="0" tIns="0" rIns="0" bIns="0" anchor="ctr">
            <a:noAutofit/>
          </a:bodyPr>
          <a:lstStyle/>
          <a:p>
            <a:pPr algn="l">
              <a:lnSpc>
                <a:spcPct val="100000"/>
              </a:lnSpc>
              <a:buNone/>
            </a:pPr>
            <a:r>
              <a:rPr lang="en-US" sz="1200" b="1" dirty="0">
                <a:solidFill>
                  <a:srgbClr val="12352B"/>
                </a:solidFill>
                <a:latin typeface="Manrope"/>
                <a:ea typeface="Manrope"/>
                <a:cs typeface="Manrope"/>
              </a:rPr>
              <a:t>Step 1</a:t>
            </a:r>
          </a:p>
        </p:txBody>
      </p:sp>
      <p:sp>
        <p:nvSpPr>
          <p:cNvPr id="2003" name="g1 text 2003"/>
          <p:cNvSpPr txBox="1"/>
          <p:nvPr/>
        </p:nvSpPr>
        <p:spPr>
          <a:xfrm>
            <a:off x="1600200" y="5861304"/>
            <a:ext cx="3246120" cy="288036"/>
          </a:xfrm>
          <a:prstGeom prst="rect">
            <a:avLst/>
          </a:prstGeom>
          <a:noFill/>
        </p:spPr>
        <p:txBody>
          <a:bodyPr wrap="square" lIns="0" tIns="0" rIns="0" bIns="0" anchor="t">
            <a:noAutofit/>
          </a:bodyPr>
          <a:lstStyle/>
          <a:p>
            <a:pPr algn="l">
              <a:lnSpc>
                <a:spcPct val="100000"/>
              </a:lnSpc>
              <a:buNone/>
            </a:pPr>
            <a:r>
              <a:rPr lang="en-US" sz="1500" b="1" dirty="0">
                <a:solidFill>
                  <a:srgbClr val="12352B"/>
                </a:solidFill>
                <a:latin typeface="Manrope"/>
                <a:ea typeface="Manrope"/>
                <a:cs typeface="Manrope"/>
              </a:rPr>
              <a:t>Enhance context</a:t>
            </a:r>
          </a:p>
        </p:txBody>
      </p:sp>
      <p:sp>
        <p:nvSpPr>
          <p:cNvPr id="2004" name="g1 text 2004"/>
          <p:cNvSpPr txBox="1"/>
          <p:nvPr/>
        </p:nvSpPr>
        <p:spPr>
          <a:xfrm>
            <a:off x="1600200" y="6153912"/>
            <a:ext cx="3246120" cy="274320"/>
          </a:xfrm>
          <a:prstGeom prst="rect">
            <a:avLst/>
          </a:prstGeom>
          <a:noFill/>
        </p:spPr>
        <p:txBody>
          <a:bodyPr wrap="square" lIns="0" tIns="0" rIns="0" bIns="0" anchor="t">
            <a:noAutofit/>
          </a:bodyPr>
          <a:lstStyle/>
          <a:p>
            <a:pPr algn="l">
              <a:lnSpc>
                <a:spcPct val="100000"/>
              </a:lnSpc>
              <a:buNone/>
            </a:pPr>
            <a:r>
              <a:rPr lang="en-US" sz="1200" b="0" dirty="0">
                <a:solidFill>
                  <a:srgbClr val="12352B"/>
                </a:solidFill>
                <a:latin typeface="Manrope"/>
                <a:ea typeface="Manrope"/>
                <a:cs typeface="Manrope"/>
              </a:rPr>
              <a:t>Ch. 6 is the context-building chapter</a:t>
            </a:r>
          </a:p>
        </p:txBody>
      </p:sp>
      <p:sp>
        <p:nvSpPr>
          <p:cNvPr id="2005" name="g1 shape 2005"/>
          <p:cNvSpPr/>
          <p:nvPr/>
        </p:nvSpPr>
        <p:spPr>
          <a:xfrm>
            <a:off x="1024128" y="5020056"/>
            <a:ext cx="4343400" cy="658368"/>
          </a:xfrm>
          <a:prstGeom prst="roundRect">
            <a:avLst/>
          </a:prstGeom>
          <a:solidFill>
            <a:srgbClr val="A9CD99"/>
          </a:solidFill>
          <a:ln>
            <a:noFill/>
          </a:ln>
        </p:spPr>
      </p:sp>
      <p:sp>
        <p:nvSpPr>
          <p:cNvPr id="2006" name="g1 text 2006"/>
          <p:cNvSpPr txBox="1"/>
          <p:nvPr/>
        </p:nvSpPr>
        <p:spPr>
          <a:xfrm>
            <a:off x="1207008" y="5056632"/>
            <a:ext cx="822960" cy="585216"/>
          </a:xfrm>
          <a:prstGeom prst="rect">
            <a:avLst/>
          </a:prstGeom>
          <a:noFill/>
        </p:spPr>
        <p:txBody>
          <a:bodyPr wrap="square" lIns="0" tIns="0" rIns="0" bIns="0" anchor="ctr">
            <a:noAutofit/>
          </a:bodyPr>
          <a:lstStyle/>
          <a:p>
            <a:pPr algn="l">
              <a:lnSpc>
                <a:spcPct val="100000"/>
              </a:lnSpc>
              <a:buNone/>
            </a:pPr>
            <a:r>
              <a:rPr lang="en-US" sz="1200" b="1" dirty="0">
                <a:solidFill>
                  <a:srgbClr val="12352B"/>
                </a:solidFill>
                <a:latin typeface="Manrope"/>
                <a:ea typeface="Manrope"/>
                <a:cs typeface="Manrope"/>
              </a:rPr>
              <a:t>Step 2</a:t>
            </a:r>
          </a:p>
        </p:txBody>
      </p:sp>
      <p:sp>
        <p:nvSpPr>
          <p:cNvPr id="2007" name="g1 text 2007"/>
          <p:cNvSpPr txBox="1"/>
          <p:nvPr/>
        </p:nvSpPr>
        <p:spPr>
          <a:xfrm>
            <a:off x="1984248" y="5074920"/>
            <a:ext cx="3246120" cy="288036"/>
          </a:xfrm>
          <a:prstGeom prst="rect">
            <a:avLst/>
          </a:prstGeom>
          <a:noFill/>
        </p:spPr>
        <p:txBody>
          <a:bodyPr wrap="square" lIns="0" tIns="0" rIns="0" bIns="0" anchor="t">
            <a:noAutofit/>
          </a:bodyPr>
          <a:lstStyle/>
          <a:p>
            <a:pPr algn="l">
              <a:lnSpc>
                <a:spcPct val="100000"/>
              </a:lnSpc>
              <a:buNone/>
            </a:pPr>
            <a:r>
              <a:rPr lang="en-US" sz="1500" b="1" dirty="0">
                <a:solidFill>
                  <a:srgbClr val="12352B"/>
                </a:solidFill>
                <a:latin typeface="Manrope"/>
                <a:ea typeface="Manrope"/>
                <a:cs typeface="Manrope"/>
              </a:rPr>
              <a:t>Add guardrails</a:t>
            </a:r>
          </a:p>
        </p:txBody>
      </p:sp>
      <p:sp>
        <p:nvSpPr>
          <p:cNvPr id="2008" name="g1 text 2008"/>
          <p:cNvSpPr txBox="1"/>
          <p:nvPr/>
        </p:nvSpPr>
        <p:spPr>
          <a:xfrm>
            <a:off x="1984248" y="5367528"/>
            <a:ext cx="3246120" cy="274320"/>
          </a:xfrm>
          <a:prstGeom prst="rect">
            <a:avLst/>
          </a:prstGeom>
          <a:noFill/>
        </p:spPr>
        <p:txBody>
          <a:bodyPr wrap="square" lIns="0" tIns="0" rIns="0" bIns="0" anchor="t">
            <a:noAutofit/>
          </a:bodyPr>
          <a:lstStyle/>
          <a:p>
            <a:pPr algn="l">
              <a:lnSpc>
                <a:spcPct val="100000"/>
              </a:lnSpc>
              <a:buNone/>
            </a:pPr>
            <a:r>
              <a:rPr lang="en-US" sz="1200" b="0" dirty="0">
                <a:solidFill>
                  <a:srgbClr val="12352B"/>
                </a:solidFill>
                <a:latin typeface="Manrope"/>
                <a:ea typeface="Manrope"/>
                <a:cs typeface="Manrope"/>
              </a:rPr>
              <a:t>Stages 8–9</a:t>
            </a:r>
          </a:p>
        </p:txBody>
      </p:sp>
      <p:sp>
        <p:nvSpPr>
          <p:cNvPr id="2009" name="g1 shape 2009"/>
          <p:cNvSpPr/>
          <p:nvPr/>
        </p:nvSpPr>
        <p:spPr>
          <a:xfrm>
            <a:off x="1408176" y="4233672"/>
            <a:ext cx="4343400" cy="658368"/>
          </a:xfrm>
          <a:prstGeom prst="roundRect">
            <a:avLst/>
          </a:prstGeom>
          <a:solidFill>
            <a:srgbClr val="96C182"/>
          </a:solidFill>
          <a:ln>
            <a:noFill/>
          </a:ln>
        </p:spPr>
      </p:sp>
      <p:sp>
        <p:nvSpPr>
          <p:cNvPr id="2010" name="g1 text 2010"/>
          <p:cNvSpPr txBox="1"/>
          <p:nvPr/>
        </p:nvSpPr>
        <p:spPr>
          <a:xfrm>
            <a:off x="1591056" y="4270248"/>
            <a:ext cx="822960" cy="585216"/>
          </a:xfrm>
          <a:prstGeom prst="rect">
            <a:avLst/>
          </a:prstGeom>
          <a:noFill/>
        </p:spPr>
        <p:txBody>
          <a:bodyPr wrap="square" lIns="0" tIns="0" rIns="0" bIns="0" anchor="ctr">
            <a:noAutofit/>
          </a:bodyPr>
          <a:lstStyle/>
          <a:p>
            <a:pPr algn="l">
              <a:lnSpc>
                <a:spcPct val="100000"/>
              </a:lnSpc>
              <a:buNone/>
            </a:pPr>
            <a:r>
              <a:rPr lang="en-US" sz="1200" b="1" dirty="0">
                <a:solidFill>
                  <a:srgbClr val="12352B"/>
                </a:solidFill>
                <a:latin typeface="Manrope"/>
                <a:ea typeface="Manrope"/>
                <a:cs typeface="Manrope"/>
              </a:rPr>
              <a:t>Step 3</a:t>
            </a:r>
          </a:p>
        </p:txBody>
      </p:sp>
      <p:sp>
        <p:nvSpPr>
          <p:cNvPr id="2011" name="g1 text 2011"/>
          <p:cNvSpPr txBox="1"/>
          <p:nvPr/>
        </p:nvSpPr>
        <p:spPr>
          <a:xfrm>
            <a:off x="2368296" y="4288536"/>
            <a:ext cx="3246120" cy="288035"/>
          </a:xfrm>
          <a:prstGeom prst="rect">
            <a:avLst/>
          </a:prstGeom>
          <a:noFill/>
        </p:spPr>
        <p:txBody>
          <a:bodyPr wrap="square" lIns="0" tIns="0" rIns="0" bIns="0" anchor="t">
            <a:noAutofit/>
          </a:bodyPr>
          <a:lstStyle/>
          <a:p>
            <a:pPr algn="l">
              <a:lnSpc>
                <a:spcPct val="100000"/>
              </a:lnSpc>
              <a:buNone/>
            </a:pPr>
            <a:r>
              <a:rPr lang="en-US" sz="1500" b="1" dirty="0">
                <a:solidFill>
                  <a:srgbClr val="12352B"/>
                </a:solidFill>
                <a:latin typeface="Manrope"/>
                <a:ea typeface="Manrope"/>
                <a:cs typeface="Manrope"/>
              </a:rPr>
              <a:t>Add a model router and gateway</a:t>
            </a:r>
          </a:p>
        </p:txBody>
      </p:sp>
      <p:sp>
        <p:nvSpPr>
          <p:cNvPr id="2012" name="g1 text 2012"/>
          <p:cNvSpPr txBox="1"/>
          <p:nvPr/>
        </p:nvSpPr>
        <p:spPr>
          <a:xfrm>
            <a:off x="2368296" y="4581144"/>
            <a:ext cx="3246120" cy="274320"/>
          </a:xfrm>
          <a:prstGeom prst="rect">
            <a:avLst/>
          </a:prstGeom>
          <a:noFill/>
        </p:spPr>
        <p:txBody>
          <a:bodyPr wrap="square" lIns="0" tIns="0" rIns="0" bIns="0" anchor="t">
            <a:noAutofit/>
          </a:bodyPr>
          <a:lstStyle/>
          <a:p>
            <a:pPr algn="l">
              <a:lnSpc>
                <a:spcPct val="100000"/>
              </a:lnSpc>
              <a:buNone/>
            </a:pPr>
            <a:r>
              <a:rPr lang="en-US" sz="1200" b="0" dirty="0">
                <a:solidFill>
                  <a:srgbClr val="12352B"/>
                </a:solidFill>
                <a:latin typeface="Manrope"/>
                <a:ea typeface="Manrope"/>
                <a:cs typeface="Manrope"/>
              </a:rPr>
              <a:t>Related: Anthropic’s routing workflow</a:t>
            </a:r>
          </a:p>
        </p:txBody>
      </p:sp>
      <p:sp>
        <p:nvSpPr>
          <p:cNvPr id="2013" name="g1 shape 2013"/>
          <p:cNvSpPr/>
          <p:nvPr/>
        </p:nvSpPr>
        <p:spPr>
          <a:xfrm>
            <a:off x="1792224" y="3447288"/>
            <a:ext cx="4343400" cy="658368"/>
          </a:xfrm>
          <a:prstGeom prst="roundRect">
            <a:avLst/>
          </a:prstGeom>
          <a:solidFill>
            <a:srgbClr val="6FA05E"/>
          </a:solidFill>
          <a:ln>
            <a:noFill/>
          </a:ln>
        </p:spPr>
      </p:sp>
      <p:sp>
        <p:nvSpPr>
          <p:cNvPr id="2014" name="g1 text 2014"/>
          <p:cNvSpPr txBox="1"/>
          <p:nvPr/>
        </p:nvSpPr>
        <p:spPr>
          <a:xfrm>
            <a:off x="1975104" y="3483864"/>
            <a:ext cx="822960" cy="585216"/>
          </a:xfrm>
          <a:prstGeom prst="rect">
            <a:avLst/>
          </a:prstGeom>
          <a:noFill/>
        </p:spPr>
        <p:txBody>
          <a:bodyPr wrap="square" lIns="0" tIns="0" rIns="0" bIns="0" anchor="ctr">
            <a:noAutofit/>
          </a:bodyPr>
          <a:lstStyle/>
          <a:p>
            <a:pPr algn="l">
              <a:lnSpc>
                <a:spcPct val="100000"/>
              </a:lnSpc>
              <a:buNone/>
            </a:pPr>
            <a:r>
              <a:rPr lang="en-US" sz="1200" b="1" dirty="0">
                <a:solidFill>
                  <a:srgbClr val="FFFFFF"/>
                </a:solidFill>
                <a:latin typeface="Manrope"/>
                <a:ea typeface="Manrope"/>
                <a:cs typeface="Manrope"/>
              </a:rPr>
              <a:t>Step 4</a:t>
            </a:r>
          </a:p>
        </p:txBody>
      </p:sp>
      <p:sp>
        <p:nvSpPr>
          <p:cNvPr id="2015" name="g1 text 2015"/>
          <p:cNvSpPr txBox="1"/>
          <p:nvPr/>
        </p:nvSpPr>
        <p:spPr>
          <a:xfrm>
            <a:off x="2752344" y="3502152"/>
            <a:ext cx="3246120" cy="288036"/>
          </a:xfrm>
          <a:prstGeom prst="rect">
            <a:avLst/>
          </a:prstGeom>
          <a:noFill/>
        </p:spPr>
        <p:txBody>
          <a:bodyPr wrap="square" lIns="0" tIns="0" rIns="0" bIns="0" anchor="t">
            <a:noAutofit/>
          </a:bodyPr>
          <a:lstStyle/>
          <a:p>
            <a:pPr algn="l">
              <a:lnSpc>
                <a:spcPct val="100000"/>
              </a:lnSpc>
              <a:buNone/>
            </a:pPr>
            <a:r>
              <a:rPr lang="en-US" sz="1500" b="1" dirty="0">
                <a:solidFill>
                  <a:srgbClr val="FFFFFF"/>
                </a:solidFill>
                <a:latin typeface="Manrope"/>
                <a:ea typeface="Manrope"/>
                <a:cs typeface="Manrope"/>
              </a:rPr>
              <a:t>Cache to cut latency</a:t>
            </a:r>
          </a:p>
        </p:txBody>
      </p:sp>
      <p:sp>
        <p:nvSpPr>
          <p:cNvPr id="2016" name="g1 text 2016"/>
          <p:cNvSpPr txBox="1"/>
          <p:nvPr/>
        </p:nvSpPr>
        <p:spPr>
          <a:xfrm>
            <a:off x="2752344" y="3794760"/>
            <a:ext cx="3246120" cy="274320"/>
          </a:xfrm>
          <a:prstGeom prst="rect">
            <a:avLst/>
          </a:prstGeom>
          <a:noFill/>
        </p:spPr>
        <p:txBody>
          <a:bodyPr wrap="square" lIns="0" tIns="0" rIns="0" bIns="0" anchor="t">
            <a:noAutofit/>
          </a:bodyPr>
          <a:lstStyle/>
          <a:p>
            <a:pPr algn="l">
              <a:lnSpc>
                <a:spcPct val="100000"/>
              </a:lnSpc>
              <a:buNone/>
            </a:pPr>
            <a:r>
              <a:rPr lang="en-US" sz="1200" b="0" dirty="0">
                <a:solidFill>
                  <a:srgbClr val="FFFFFF"/>
                </a:solidFill>
                <a:latin typeface="Manrope"/>
                <a:ea typeface="Manrope"/>
                <a:cs typeface="Manrope"/>
              </a:rPr>
              <a:t>“Reduce Latency with Caches”</a:t>
            </a:r>
          </a:p>
        </p:txBody>
      </p:sp>
      <p:sp>
        <p:nvSpPr>
          <p:cNvPr id="2017" name="g1 shape 2017"/>
          <p:cNvSpPr/>
          <p:nvPr/>
        </p:nvSpPr>
        <p:spPr>
          <a:xfrm>
            <a:off x="2176272" y="2660904"/>
            <a:ext cx="4343400" cy="658368"/>
          </a:xfrm>
          <a:prstGeom prst="roundRect">
            <a:avLst/>
          </a:prstGeom>
          <a:solidFill>
            <a:srgbClr val="4D8752"/>
          </a:solidFill>
          <a:ln>
            <a:noFill/>
          </a:ln>
        </p:spPr>
      </p:sp>
      <p:sp>
        <p:nvSpPr>
          <p:cNvPr id="2018" name="g1 text 2018"/>
          <p:cNvSpPr txBox="1"/>
          <p:nvPr/>
        </p:nvSpPr>
        <p:spPr>
          <a:xfrm>
            <a:off x="2359152" y="2697480"/>
            <a:ext cx="822960" cy="585216"/>
          </a:xfrm>
          <a:prstGeom prst="rect">
            <a:avLst/>
          </a:prstGeom>
          <a:noFill/>
        </p:spPr>
        <p:txBody>
          <a:bodyPr wrap="square" lIns="0" tIns="0" rIns="0" bIns="0" anchor="ctr">
            <a:noAutofit/>
          </a:bodyPr>
          <a:lstStyle/>
          <a:p>
            <a:pPr algn="l">
              <a:lnSpc>
                <a:spcPct val="100000"/>
              </a:lnSpc>
              <a:buNone/>
            </a:pPr>
            <a:r>
              <a:rPr lang="en-US" sz="1200" b="1" dirty="0">
                <a:solidFill>
                  <a:srgbClr val="FFFFFF"/>
                </a:solidFill>
                <a:latin typeface="Manrope"/>
                <a:ea typeface="Manrope"/>
                <a:cs typeface="Manrope"/>
              </a:rPr>
              <a:t>Step 5</a:t>
            </a:r>
          </a:p>
        </p:txBody>
      </p:sp>
      <p:sp>
        <p:nvSpPr>
          <p:cNvPr id="2019" name="g1 text 2019"/>
          <p:cNvSpPr txBox="1"/>
          <p:nvPr/>
        </p:nvSpPr>
        <p:spPr>
          <a:xfrm>
            <a:off x="3136392" y="2715768"/>
            <a:ext cx="3246120" cy="288035"/>
          </a:xfrm>
          <a:prstGeom prst="rect">
            <a:avLst/>
          </a:prstGeom>
          <a:noFill/>
        </p:spPr>
        <p:txBody>
          <a:bodyPr wrap="square" lIns="0" tIns="0" rIns="0" bIns="0" anchor="t">
            <a:noAutofit/>
          </a:bodyPr>
          <a:lstStyle/>
          <a:p>
            <a:pPr algn="l">
              <a:lnSpc>
                <a:spcPct val="100000"/>
              </a:lnSpc>
              <a:buNone/>
            </a:pPr>
            <a:r>
              <a:rPr lang="en-US" sz="1500" b="1" dirty="0">
                <a:solidFill>
                  <a:srgbClr val="FFFFFF"/>
                </a:solidFill>
                <a:latin typeface="Manrope"/>
                <a:ea typeface="Manrope"/>
                <a:cs typeface="Manrope"/>
              </a:rPr>
              <a:t>Add agent patterns</a:t>
            </a:r>
          </a:p>
        </p:txBody>
      </p:sp>
      <p:sp>
        <p:nvSpPr>
          <p:cNvPr id="2020" name="g1 text 2020"/>
          <p:cNvSpPr txBox="1"/>
          <p:nvPr/>
        </p:nvSpPr>
        <p:spPr>
          <a:xfrm>
            <a:off x="3136392" y="3008376"/>
            <a:ext cx="3246120" cy="274320"/>
          </a:xfrm>
          <a:prstGeom prst="rect">
            <a:avLst/>
          </a:prstGeom>
          <a:noFill/>
        </p:spPr>
        <p:txBody>
          <a:bodyPr wrap="square" lIns="0" tIns="0" rIns="0" bIns="0" anchor="t">
            <a:noAutofit/>
          </a:bodyPr>
          <a:lstStyle/>
          <a:p>
            <a:pPr algn="l">
              <a:lnSpc>
                <a:spcPct val="100000"/>
              </a:lnSpc>
              <a:buNone/>
            </a:pPr>
            <a:r>
              <a:rPr lang="en-US" sz="1200" b="0" dirty="0">
                <a:solidFill>
                  <a:srgbClr val="FFFFFF"/>
                </a:solidFill>
                <a:latin typeface="Manrope"/>
                <a:ea typeface="Manrope"/>
                <a:cs typeface="Manrope"/>
              </a:rPr>
              <a:t>Stage 7</a:t>
            </a:r>
          </a:p>
        </p:txBody>
      </p:sp>
      <p:sp>
        <p:nvSpPr>
          <p:cNvPr id="2021" name="g1 shape 2021"/>
          <p:cNvSpPr/>
          <p:nvPr/>
        </p:nvSpPr>
        <p:spPr>
          <a:xfrm>
            <a:off x="2560320" y="1874520"/>
            <a:ext cx="4343400" cy="658368"/>
          </a:xfrm>
          <a:prstGeom prst="roundRect">
            <a:avLst/>
          </a:prstGeom>
          <a:noFill/>
          <a:ln w="19050">
            <a:solidFill>
              <a:srgbClr val="96C182"/>
            </a:solidFill>
            <a:prstDash val="dash"/>
          </a:ln>
        </p:spPr>
      </p:sp>
      <p:sp>
        <p:nvSpPr>
          <p:cNvPr id="2022" name="g1 text 2022"/>
          <p:cNvSpPr txBox="1"/>
          <p:nvPr/>
        </p:nvSpPr>
        <p:spPr>
          <a:xfrm>
            <a:off x="2743200" y="1911096"/>
            <a:ext cx="822960" cy="585216"/>
          </a:xfrm>
          <a:prstGeom prst="rect">
            <a:avLst/>
          </a:prstGeom>
          <a:noFill/>
        </p:spPr>
        <p:txBody>
          <a:bodyPr wrap="square" lIns="0" tIns="0" rIns="0" bIns="0" anchor="ctr">
            <a:noAutofit/>
          </a:bodyPr>
          <a:lstStyle/>
          <a:p>
            <a:pPr algn="l">
              <a:lnSpc>
                <a:spcPct val="100000"/>
              </a:lnSpc>
              <a:buNone/>
            </a:pPr>
            <a:r>
              <a:rPr lang="en-US" sz="1200" b="1" dirty="0">
                <a:solidFill>
                  <a:srgbClr val="FFFFFF"/>
                </a:solidFill>
                <a:latin typeface="Manrope"/>
                <a:ea typeface="Manrope"/>
                <a:cs typeface="Manrope"/>
              </a:rPr>
              <a:t>Then</a:t>
            </a:r>
          </a:p>
        </p:txBody>
      </p:sp>
      <p:sp>
        <p:nvSpPr>
          <p:cNvPr id="2023" name="g1 text 2023"/>
          <p:cNvSpPr txBox="1"/>
          <p:nvPr/>
        </p:nvSpPr>
        <p:spPr>
          <a:xfrm>
            <a:off x="3520440" y="1929384"/>
            <a:ext cx="3246120" cy="288036"/>
          </a:xfrm>
          <a:prstGeom prst="rect">
            <a:avLst/>
          </a:prstGeom>
          <a:noFill/>
        </p:spPr>
        <p:txBody>
          <a:bodyPr wrap="square" lIns="0" tIns="0" rIns="0" bIns="0" anchor="t">
            <a:noAutofit/>
          </a:bodyPr>
          <a:lstStyle/>
          <a:p>
            <a:pPr algn="l">
              <a:lnSpc>
                <a:spcPct val="100000"/>
              </a:lnSpc>
              <a:buNone/>
            </a:pPr>
            <a:r>
              <a:rPr lang="en-US" sz="1500" b="1" dirty="0">
                <a:solidFill>
                  <a:srgbClr val="FFFFFF"/>
                </a:solidFill>
                <a:latin typeface="Manrope"/>
                <a:ea typeface="Manrope"/>
                <a:cs typeface="Manrope"/>
              </a:rPr>
              <a:t>Monitor and collect feedback</a:t>
            </a:r>
          </a:p>
        </p:txBody>
      </p:sp>
      <p:sp>
        <p:nvSpPr>
          <p:cNvPr id="2024" name="g1 text 2024"/>
          <p:cNvSpPr txBox="1"/>
          <p:nvPr/>
        </p:nvSpPr>
        <p:spPr>
          <a:xfrm>
            <a:off x="3520440" y="2221992"/>
            <a:ext cx="3246120" cy="274320"/>
          </a:xfrm>
          <a:prstGeom prst="rect">
            <a:avLst/>
          </a:prstGeom>
          <a:noFill/>
        </p:spPr>
        <p:txBody>
          <a:bodyPr wrap="square" lIns="0" tIns="0" rIns="0" bIns="0" anchor="t">
            <a:noAutofit/>
          </a:bodyPr>
          <a:lstStyle/>
          <a:p>
            <a:pPr algn="l">
              <a:lnSpc>
                <a:spcPct val="100000"/>
              </a:lnSpc>
              <a:buNone/>
            </a:pPr>
            <a:r>
              <a:rPr lang="en-US" sz="1200" b="0" dirty="0">
                <a:solidFill>
                  <a:srgbClr val="FFFFFF"/>
                </a:solidFill>
                <a:latin typeface="Manrope"/>
                <a:ea typeface="Manrope"/>
                <a:cs typeface="Manrope"/>
              </a:rPr>
              <a:t>Not a numbered step · tracing: Stages 8–9</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bg>
      <p:bgPr>
        <a:solidFill>
          <a:srgbClr val="1D1D1D"/>
        </a:solidFill>
      </p:bgPr>
    </p:bg>
    <p:spTree>
      <p:nvGrpSpPr>
        <p:cNvPr id="1" name=""/>
        <p:cNvGrpSpPr/>
        <p:nvPr/>
      </p:nvGrpSpPr>
      <p:grpSpPr>
        <a:xfrm>
          <a:off x="0" y="0"/>
          <a:ext cx="0" cy="0"/>
          <a:chOff x="0" y="0"/>
          <a:chExt cx="0" cy="0"/>
        </a:xfrm>
      </p:grpSpPr>
      <p:sp>
        <p:nvSpPr>
          <p:cNvPr id="4" name="Shape 2"/>
          <p:cNvSpPr/>
          <p:nvPr/>
        </p:nvSpPr>
        <p:spPr>
          <a:xfrm>
            <a:off x="0" y="873252"/>
            <a:ext cx="12191695" cy="0"/>
          </a:xfrm>
          <a:prstGeom prst="line">
            <a:avLst/>
          </a:prstGeom>
          <a:noFill/>
          <a:ln w="2540">
            <a:solidFill>
              <a:srgbClr val="D0CFCF">
                <a:alpha val="60000"/>
              </a:srgbClr>
            </a:solidFill>
            <a:prstDash val="solid"/>
          </a:ln>
        </p:spPr>
      </p:sp>
      <p:sp>
        <p:nvSpPr>
          <p:cNvPr id="7" name="Text 5"/>
          <p:cNvSpPr/>
          <p:nvPr/>
        </p:nvSpPr>
        <p:spPr>
          <a:xfrm>
            <a:off x="7993685" y="1051560"/>
            <a:ext cx="3794760" cy="1920240"/>
          </a:xfrm>
          <a:prstGeom prst="rect">
            <a:avLst/>
          </a:prstGeom>
          <a:noFill/>
          <a:ln/>
        </p:spPr>
        <p:txBody>
          <a:bodyPr wrap="square" rtlCol="0" anchor="t"/>
          <a:lstStyle/>
          <a:p>
            <a:pPr indent="0" marL="0">
              <a:lnSpc>
                <a:spcPct val="90000"/>
              </a:lnSpc>
              <a:buNone/>
            </a:pPr>
            <a:r>
              <a:rPr lang="en-US" sz="3200" spc="-150" kern="0" dirty="0">
                <a:solidFill>
                  <a:srgbClr val="FFFFFF"/>
                </a:solidFill>
                <a:latin typeface="Manrope" pitchFamily="34" charset="0"/>
                <a:ea typeface="Manrope" pitchFamily="34" charset="-122"/>
                <a:cs typeface="Manrope" pitchFamily="34" charset="-120"/>
              </a:rPr>
              <a:t>Stage 10: three capstones </a:t>
            </a:r>
            <a:r>
              <a:rPr lang="en-US" sz="3200" spc="-150" kern="0" dirty="0">
                <a:solidFill>
                  <a:srgbClr val="D5E6CD"/>
                </a:solidFill>
                <a:latin typeface="Manrope" pitchFamily="34" charset="0"/>
                <a:ea typeface="Manrope" pitchFamily="34" charset="-122"/>
                <a:cs typeface="Manrope" pitchFamily="34" charset="-120"/>
              </a:rPr>
              <a:t>tie the path together</a:t>
            </a:r>
            <a:endParaRPr lang="en-US" sz="1800" dirty="0"/>
          </a:p>
        </p:txBody>
      </p:sp>
      <p:sp>
        <p:nvSpPr>
          <p:cNvPr id="8" name="Shape 6"/>
          <p:cNvSpPr/>
          <p:nvPr/>
        </p:nvSpPr>
        <p:spPr>
          <a:xfrm>
            <a:off x="4483303" y="3583534"/>
            <a:ext cx="182057" cy="3274466"/>
          </a:xfrm>
          <a:prstGeom prst="rect">
            <a:avLst/>
          </a:prstGeom>
          <a:solidFill>
            <a:srgbClr val="336B47"/>
          </a:solidFill>
          <a:ln/>
        </p:spPr>
      </p:sp>
      <p:sp>
        <p:nvSpPr>
          <p:cNvPr id="9" name="Shape 7"/>
          <p:cNvSpPr/>
          <p:nvPr/>
        </p:nvSpPr>
        <p:spPr>
          <a:xfrm>
            <a:off x="4656216" y="3583534"/>
            <a:ext cx="182057" cy="3274466"/>
          </a:xfrm>
          <a:prstGeom prst="rect">
            <a:avLst/>
          </a:prstGeom>
          <a:solidFill>
            <a:srgbClr val="356D47"/>
          </a:solidFill>
          <a:ln/>
        </p:spPr>
      </p:sp>
      <p:sp>
        <p:nvSpPr>
          <p:cNvPr id="10" name="Shape 8"/>
          <p:cNvSpPr/>
          <p:nvPr/>
        </p:nvSpPr>
        <p:spPr>
          <a:xfrm>
            <a:off x="4829129" y="3583534"/>
            <a:ext cx="182057" cy="3274466"/>
          </a:xfrm>
          <a:prstGeom prst="rect">
            <a:avLst/>
          </a:prstGeom>
          <a:solidFill>
            <a:srgbClr val="376F48"/>
          </a:solidFill>
          <a:ln/>
        </p:spPr>
      </p:sp>
      <p:sp>
        <p:nvSpPr>
          <p:cNvPr id="11" name="Shape 9"/>
          <p:cNvSpPr/>
          <p:nvPr/>
        </p:nvSpPr>
        <p:spPr>
          <a:xfrm>
            <a:off x="5002042" y="3583534"/>
            <a:ext cx="182057" cy="3274466"/>
          </a:xfrm>
          <a:prstGeom prst="rect">
            <a:avLst/>
          </a:prstGeom>
          <a:solidFill>
            <a:srgbClr val="3A7248"/>
          </a:solidFill>
          <a:ln/>
        </p:spPr>
      </p:sp>
      <p:sp>
        <p:nvSpPr>
          <p:cNvPr id="12" name="Shape 10"/>
          <p:cNvSpPr/>
          <p:nvPr/>
        </p:nvSpPr>
        <p:spPr>
          <a:xfrm>
            <a:off x="5174955" y="3583534"/>
            <a:ext cx="182057" cy="3274466"/>
          </a:xfrm>
          <a:prstGeom prst="rect">
            <a:avLst/>
          </a:prstGeom>
          <a:solidFill>
            <a:srgbClr val="3C7448"/>
          </a:solidFill>
          <a:ln/>
        </p:spPr>
      </p:sp>
      <p:sp>
        <p:nvSpPr>
          <p:cNvPr id="13" name="Shape 11"/>
          <p:cNvSpPr/>
          <p:nvPr/>
        </p:nvSpPr>
        <p:spPr>
          <a:xfrm>
            <a:off x="5347868" y="3583534"/>
            <a:ext cx="182057" cy="3274466"/>
          </a:xfrm>
          <a:prstGeom prst="rect">
            <a:avLst/>
          </a:prstGeom>
          <a:solidFill>
            <a:srgbClr val="3E7649"/>
          </a:solidFill>
          <a:ln/>
        </p:spPr>
      </p:sp>
      <p:sp>
        <p:nvSpPr>
          <p:cNvPr id="14" name="Shape 12"/>
          <p:cNvSpPr/>
          <p:nvPr/>
        </p:nvSpPr>
        <p:spPr>
          <a:xfrm>
            <a:off x="5520781" y="3583534"/>
            <a:ext cx="182057" cy="3274466"/>
          </a:xfrm>
          <a:prstGeom prst="rect">
            <a:avLst/>
          </a:prstGeom>
          <a:solidFill>
            <a:srgbClr val="407849"/>
          </a:solidFill>
          <a:ln/>
        </p:spPr>
      </p:sp>
      <p:sp>
        <p:nvSpPr>
          <p:cNvPr id="15" name="Shape 13"/>
          <p:cNvSpPr/>
          <p:nvPr/>
        </p:nvSpPr>
        <p:spPr>
          <a:xfrm>
            <a:off x="5693694" y="3583534"/>
            <a:ext cx="182057" cy="3274466"/>
          </a:xfrm>
          <a:prstGeom prst="rect">
            <a:avLst/>
          </a:prstGeom>
          <a:solidFill>
            <a:srgbClr val="437B49"/>
          </a:solidFill>
          <a:ln/>
        </p:spPr>
      </p:sp>
      <p:sp>
        <p:nvSpPr>
          <p:cNvPr id="16" name="Shape 14"/>
          <p:cNvSpPr/>
          <p:nvPr/>
        </p:nvSpPr>
        <p:spPr>
          <a:xfrm>
            <a:off x="5866608" y="3583534"/>
            <a:ext cx="182057" cy="3274466"/>
          </a:xfrm>
          <a:prstGeom prst="rect">
            <a:avLst/>
          </a:prstGeom>
          <a:solidFill>
            <a:srgbClr val="457D4A"/>
          </a:solidFill>
          <a:ln/>
        </p:spPr>
      </p:sp>
      <p:sp>
        <p:nvSpPr>
          <p:cNvPr id="17" name="Shape 15"/>
          <p:cNvSpPr/>
          <p:nvPr/>
        </p:nvSpPr>
        <p:spPr>
          <a:xfrm>
            <a:off x="6039521" y="3583534"/>
            <a:ext cx="182057" cy="3274466"/>
          </a:xfrm>
          <a:prstGeom prst="rect">
            <a:avLst/>
          </a:prstGeom>
          <a:solidFill>
            <a:srgbClr val="477F4A"/>
          </a:solidFill>
          <a:ln/>
        </p:spPr>
      </p:sp>
      <p:sp>
        <p:nvSpPr>
          <p:cNvPr id="18" name="Shape 16"/>
          <p:cNvSpPr/>
          <p:nvPr/>
        </p:nvSpPr>
        <p:spPr>
          <a:xfrm>
            <a:off x="4483303" y="3085186"/>
            <a:ext cx="1727302" cy="997610"/>
          </a:xfrm>
          <a:prstGeom prst="ellipse">
            <a:avLst/>
          </a:prstGeom>
          <a:solidFill>
            <a:srgbClr val="C0DAB4"/>
          </a:solidFill>
          <a:ln/>
        </p:spPr>
      </p:sp>
      <p:sp>
        <p:nvSpPr>
          <p:cNvPr id="19" name="Shape 17"/>
          <p:cNvSpPr/>
          <p:nvPr/>
        </p:nvSpPr>
        <p:spPr>
          <a:xfrm>
            <a:off x="4742078" y="3235147"/>
            <a:ext cx="1208837" cy="697687"/>
          </a:xfrm>
          <a:prstGeom prst="ellipse">
            <a:avLst/>
          </a:prstGeom>
          <a:solidFill>
            <a:srgbClr val="ECFCEB"/>
          </a:solidFill>
          <a:ln/>
        </p:spPr>
      </p:sp>
      <p:sp>
        <p:nvSpPr>
          <p:cNvPr id="20" name="Text 18"/>
          <p:cNvSpPr/>
          <p:nvPr/>
        </p:nvSpPr>
        <p:spPr>
          <a:xfrm>
            <a:off x="4742993" y="3361334"/>
            <a:ext cx="1202436" cy="367589"/>
          </a:xfrm>
          <a:prstGeom prst="rect">
            <a:avLst/>
          </a:prstGeom>
          <a:noFill/>
          <a:ln/>
        </p:spPr>
        <p:txBody>
          <a:bodyPr wrap="square" rtlCol="0" anchor="ctr"/>
          <a:lstStyle/>
          <a:p>
            <a:pPr algn="ctr" indent="0" marL="0">
              <a:lnSpc>
                <a:spcPct val="120000"/>
              </a:lnSpc>
              <a:buNone/>
            </a:pPr>
            <a:r>
              <a:rPr lang="en-US" sz="1400" dirty="0">
                <a:solidFill>
                  <a:srgbClr val="2E2E2E"/>
                </a:solidFill>
                <a:latin typeface="Manrope" pitchFamily="34" charset="0"/>
                <a:ea typeface="Manrope" pitchFamily="34" charset="-122"/>
                <a:cs typeface="Manrope" pitchFamily="34" charset="-120"/>
              </a:rPr>
              <a:t>Stages 7–9</a:t>
            </a:r>
            <a:endParaRPr lang="en-US" sz="1600" dirty="0"/>
          </a:p>
        </p:txBody>
      </p:sp>
      <p:sp>
        <p:nvSpPr>
          <p:cNvPr id="21" name="Shape 19"/>
          <p:cNvSpPr/>
          <p:nvPr/>
        </p:nvSpPr>
        <p:spPr>
          <a:xfrm>
            <a:off x="2966314" y="4236415"/>
            <a:ext cx="182057" cy="2621585"/>
          </a:xfrm>
          <a:prstGeom prst="rect">
            <a:avLst/>
          </a:prstGeom>
          <a:solidFill>
            <a:srgbClr val="9FA201"/>
          </a:solidFill>
          <a:ln/>
        </p:spPr>
      </p:sp>
      <p:sp>
        <p:nvSpPr>
          <p:cNvPr id="22" name="Shape 20"/>
          <p:cNvSpPr/>
          <p:nvPr/>
        </p:nvSpPr>
        <p:spPr>
          <a:xfrm>
            <a:off x="3139227" y="4236415"/>
            <a:ext cx="182057" cy="2621585"/>
          </a:xfrm>
          <a:prstGeom prst="rect">
            <a:avLst/>
          </a:prstGeom>
          <a:solidFill>
            <a:srgbClr val="A2A601"/>
          </a:solidFill>
          <a:ln/>
        </p:spPr>
      </p:sp>
      <p:sp>
        <p:nvSpPr>
          <p:cNvPr id="23" name="Shape 21"/>
          <p:cNvSpPr/>
          <p:nvPr/>
        </p:nvSpPr>
        <p:spPr>
          <a:xfrm>
            <a:off x="3312140" y="4236415"/>
            <a:ext cx="182057" cy="2621585"/>
          </a:xfrm>
          <a:prstGeom prst="rect">
            <a:avLst/>
          </a:prstGeom>
          <a:solidFill>
            <a:srgbClr val="A6A902"/>
          </a:solidFill>
          <a:ln/>
        </p:spPr>
      </p:sp>
      <p:sp>
        <p:nvSpPr>
          <p:cNvPr id="24" name="Shape 22"/>
          <p:cNvSpPr/>
          <p:nvPr/>
        </p:nvSpPr>
        <p:spPr>
          <a:xfrm>
            <a:off x="3485053" y="4236415"/>
            <a:ext cx="182057" cy="2621585"/>
          </a:xfrm>
          <a:prstGeom prst="rect">
            <a:avLst/>
          </a:prstGeom>
          <a:solidFill>
            <a:srgbClr val="A9AD02"/>
          </a:solidFill>
          <a:ln/>
        </p:spPr>
      </p:sp>
      <p:sp>
        <p:nvSpPr>
          <p:cNvPr id="25" name="Shape 23"/>
          <p:cNvSpPr/>
          <p:nvPr/>
        </p:nvSpPr>
        <p:spPr>
          <a:xfrm>
            <a:off x="3657966" y="4236415"/>
            <a:ext cx="182057" cy="2621585"/>
          </a:xfrm>
          <a:prstGeom prst="rect">
            <a:avLst/>
          </a:prstGeom>
          <a:solidFill>
            <a:srgbClr val="ADB003"/>
          </a:solidFill>
          <a:ln/>
        </p:spPr>
      </p:sp>
      <p:sp>
        <p:nvSpPr>
          <p:cNvPr id="26" name="Shape 24"/>
          <p:cNvSpPr/>
          <p:nvPr/>
        </p:nvSpPr>
        <p:spPr>
          <a:xfrm>
            <a:off x="3830879" y="4236415"/>
            <a:ext cx="182057" cy="2621585"/>
          </a:xfrm>
          <a:prstGeom prst="rect">
            <a:avLst/>
          </a:prstGeom>
          <a:solidFill>
            <a:srgbClr val="B0B403"/>
          </a:solidFill>
          <a:ln/>
        </p:spPr>
      </p:sp>
      <p:sp>
        <p:nvSpPr>
          <p:cNvPr id="27" name="Shape 25"/>
          <p:cNvSpPr/>
          <p:nvPr/>
        </p:nvSpPr>
        <p:spPr>
          <a:xfrm>
            <a:off x="4003792" y="4236415"/>
            <a:ext cx="182057" cy="2621585"/>
          </a:xfrm>
          <a:prstGeom prst="rect">
            <a:avLst/>
          </a:prstGeom>
          <a:solidFill>
            <a:srgbClr val="B4B704"/>
          </a:solidFill>
          <a:ln/>
        </p:spPr>
      </p:sp>
      <p:sp>
        <p:nvSpPr>
          <p:cNvPr id="28" name="Shape 26"/>
          <p:cNvSpPr/>
          <p:nvPr/>
        </p:nvSpPr>
        <p:spPr>
          <a:xfrm>
            <a:off x="4176705" y="4236415"/>
            <a:ext cx="182057" cy="2621585"/>
          </a:xfrm>
          <a:prstGeom prst="rect">
            <a:avLst/>
          </a:prstGeom>
          <a:solidFill>
            <a:srgbClr val="B7BB04"/>
          </a:solidFill>
          <a:ln/>
        </p:spPr>
      </p:sp>
      <p:sp>
        <p:nvSpPr>
          <p:cNvPr id="29" name="Shape 27"/>
          <p:cNvSpPr/>
          <p:nvPr/>
        </p:nvSpPr>
        <p:spPr>
          <a:xfrm>
            <a:off x="4349618" y="4236415"/>
            <a:ext cx="182057" cy="2621585"/>
          </a:xfrm>
          <a:prstGeom prst="rect">
            <a:avLst/>
          </a:prstGeom>
          <a:solidFill>
            <a:srgbClr val="BBBE05"/>
          </a:solidFill>
          <a:ln/>
        </p:spPr>
      </p:sp>
      <p:sp>
        <p:nvSpPr>
          <p:cNvPr id="30" name="Shape 28"/>
          <p:cNvSpPr/>
          <p:nvPr/>
        </p:nvSpPr>
        <p:spPr>
          <a:xfrm>
            <a:off x="4522531" y="4236415"/>
            <a:ext cx="182057" cy="2621585"/>
          </a:xfrm>
          <a:prstGeom prst="rect">
            <a:avLst/>
          </a:prstGeom>
          <a:solidFill>
            <a:srgbClr val="BEC205"/>
          </a:solidFill>
          <a:ln/>
        </p:spPr>
      </p:sp>
      <p:sp>
        <p:nvSpPr>
          <p:cNvPr id="31" name="Shape 29"/>
          <p:cNvSpPr/>
          <p:nvPr/>
        </p:nvSpPr>
        <p:spPr>
          <a:xfrm>
            <a:off x="2966314" y="3760013"/>
            <a:ext cx="1727302" cy="997610"/>
          </a:xfrm>
          <a:prstGeom prst="ellipse">
            <a:avLst/>
          </a:prstGeom>
          <a:solidFill>
            <a:srgbClr val="FEFFCD"/>
          </a:solidFill>
          <a:ln/>
        </p:spPr>
      </p:sp>
      <p:sp>
        <p:nvSpPr>
          <p:cNvPr id="32" name="Shape 30"/>
          <p:cNvSpPr/>
          <p:nvPr/>
        </p:nvSpPr>
        <p:spPr>
          <a:xfrm>
            <a:off x="3225089" y="3909974"/>
            <a:ext cx="1208837" cy="697687"/>
          </a:xfrm>
          <a:prstGeom prst="ellipse">
            <a:avLst/>
          </a:prstGeom>
          <a:solidFill>
            <a:srgbClr val="FCFF9B"/>
          </a:solidFill>
          <a:ln/>
        </p:spPr>
      </p:sp>
      <p:sp>
        <p:nvSpPr>
          <p:cNvPr id="33" name="Text 31"/>
          <p:cNvSpPr/>
          <p:nvPr/>
        </p:nvSpPr>
        <p:spPr>
          <a:xfrm>
            <a:off x="3226003" y="4036162"/>
            <a:ext cx="1202436" cy="367589"/>
          </a:xfrm>
          <a:prstGeom prst="rect">
            <a:avLst/>
          </a:prstGeom>
          <a:noFill/>
          <a:ln/>
        </p:spPr>
        <p:txBody>
          <a:bodyPr wrap="square" rtlCol="0" anchor="ctr"/>
          <a:lstStyle/>
          <a:p>
            <a:pPr algn="ctr" indent="0" marL="0">
              <a:lnSpc>
                <a:spcPct val="120000"/>
              </a:lnSpc>
              <a:buNone/>
            </a:pPr>
            <a:r>
              <a:rPr lang="en-US" sz="1400" dirty="0">
                <a:solidFill>
                  <a:srgbClr val="2E2E2E"/>
                </a:solidFill>
                <a:latin typeface="Manrope" pitchFamily="34" charset="0"/>
                <a:ea typeface="Manrope" pitchFamily="34" charset="-122"/>
                <a:cs typeface="Manrope" pitchFamily="34" charset="-120"/>
              </a:rPr>
              <a:t>Stage 9</a:t>
            </a:r>
            <a:endParaRPr lang="en-US" sz="1600" dirty="0"/>
          </a:p>
        </p:txBody>
      </p:sp>
      <p:sp>
        <p:nvSpPr>
          <p:cNvPr id="34" name="Shape 32"/>
          <p:cNvSpPr/>
          <p:nvPr/>
        </p:nvSpPr>
        <p:spPr>
          <a:xfrm>
            <a:off x="1449324" y="4935017"/>
            <a:ext cx="182057" cy="1922983"/>
          </a:xfrm>
          <a:prstGeom prst="rect">
            <a:avLst/>
          </a:prstGeom>
          <a:solidFill>
            <a:srgbClr val="336B47"/>
          </a:solidFill>
          <a:ln/>
        </p:spPr>
      </p:sp>
      <p:sp>
        <p:nvSpPr>
          <p:cNvPr id="35" name="Shape 33"/>
          <p:cNvSpPr/>
          <p:nvPr/>
        </p:nvSpPr>
        <p:spPr>
          <a:xfrm>
            <a:off x="1622237" y="4935017"/>
            <a:ext cx="182057" cy="1922983"/>
          </a:xfrm>
          <a:prstGeom prst="rect">
            <a:avLst/>
          </a:prstGeom>
          <a:solidFill>
            <a:srgbClr val="356D47"/>
          </a:solidFill>
          <a:ln/>
        </p:spPr>
      </p:sp>
      <p:sp>
        <p:nvSpPr>
          <p:cNvPr id="36" name="Shape 34"/>
          <p:cNvSpPr/>
          <p:nvPr/>
        </p:nvSpPr>
        <p:spPr>
          <a:xfrm>
            <a:off x="1795150" y="4935017"/>
            <a:ext cx="182057" cy="1922983"/>
          </a:xfrm>
          <a:prstGeom prst="rect">
            <a:avLst/>
          </a:prstGeom>
          <a:solidFill>
            <a:srgbClr val="376F48"/>
          </a:solidFill>
          <a:ln/>
        </p:spPr>
      </p:sp>
      <p:sp>
        <p:nvSpPr>
          <p:cNvPr id="37" name="Shape 35"/>
          <p:cNvSpPr/>
          <p:nvPr/>
        </p:nvSpPr>
        <p:spPr>
          <a:xfrm>
            <a:off x="1968063" y="4935017"/>
            <a:ext cx="182057" cy="1922983"/>
          </a:xfrm>
          <a:prstGeom prst="rect">
            <a:avLst/>
          </a:prstGeom>
          <a:solidFill>
            <a:srgbClr val="3A7248"/>
          </a:solidFill>
          <a:ln/>
        </p:spPr>
      </p:sp>
      <p:sp>
        <p:nvSpPr>
          <p:cNvPr id="38" name="Shape 36"/>
          <p:cNvSpPr/>
          <p:nvPr/>
        </p:nvSpPr>
        <p:spPr>
          <a:xfrm>
            <a:off x="2140976" y="4935017"/>
            <a:ext cx="182057" cy="1922983"/>
          </a:xfrm>
          <a:prstGeom prst="rect">
            <a:avLst/>
          </a:prstGeom>
          <a:solidFill>
            <a:srgbClr val="3C7448"/>
          </a:solidFill>
          <a:ln/>
        </p:spPr>
      </p:sp>
      <p:sp>
        <p:nvSpPr>
          <p:cNvPr id="39" name="Shape 37"/>
          <p:cNvSpPr/>
          <p:nvPr/>
        </p:nvSpPr>
        <p:spPr>
          <a:xfrm>
            <a:off x="2313889" y="4935017"/>
            <a:ext cx="182057" cy="1922983"/>
          </a:xfrm>
          <a:prstGeom prst="rect">
            <a:avLst/>
          </a:prstGeom>
          <a:solidFill>
            <a:srgbClr val="3E7649"/>
          </a:solidFill>
          <a:ln/>
        </p:spPr>
      </p:sp>
      <p:sp>
        <p:nvSpPr>
          <p:cNvPr id="40" name="Shape 38"/>
          <p:cNvSpPr/>
          <p:nvPr/>
        </p:nvSpPr>
        <p:spPr>
          <a:xfrm>
            <a:off x="2486802" y="4935017"/>
            <a:ext cx="182057" cy="1922983"/>
          </a:xfrm>
          <a:prstGeom prst="rect">
            <a:avLst/>
          </a:prstGeom>
          <a:solidFill>
            <a:srgbClr val="407849"/>
          </a:solidFill>
          <a:ln/>
        </p:spPr>
      </p:sp>
      <p:sp>
        <p:nvSpPr>
          <p:cNvPr id="41" name="Shape 39"/>
          <p:cNvSpPr/>
          <p:nvPr/>
        </p:nvSpPr>
        <p:spPr>
          <a:xfrm>
            <a:off x="2659715" y="4935017"/>
            <a:ext cx="182057" cy="1922983"/>
          </a:xfrm>
          <a:prstGeom prst="rect">
            <a:avLst/>
          </a:prstGeom>
          <a:solidFill>
            <a:srgbClr val="437B49"/>
          </a:solidFill>
          <a:ln/>
        </p:spPr>
      </p:sp>
      <p:sp>
        <p:nvSpPr>
          <p:cNvPr id="42" name="Shape 40"/>
          <p:cNvSpPr/>
          <p:nvPr/>
        </p:nvSpPr>
        <p:spPr>
          <a:xfrm>
            <a:off x="2832628" y="4935017"/>
            <a:ext cx="182057" cy="1922983"/>
          </a:xfrm>
          <a:prstGeom prst="rect">
            <a:avLst/>
          </a:prstGeom>
          <a:solidFill>
            <a:srgbClr val="457D4A"/>
          </a:solidFill>
          <a:ln/>
        </p:spPr>
      </p:sp>
      <p:sp>
        <p:nvSpPr>
          <p:cNvPr id="43" name="Shape 41"/>
          <p:cNvSpPr/>
          <p:nvPr/>
        </p:nvSpPr>
        <p:spPr>
          <a:xfrm>
            <a:off x="3005541" y="4935017"/>
            <a:ext cx="182057" cy="1922983"/>
          </a:xfrm>
          <a:prstGeom prst="rect">
            <a:avLst/>
          </a:prstGeom>
          <a:solidFill>
            <a:srgbClr val="477F4A"/>
          </a:solidFill>
          <a:ln/>
        </p:spPr>
      </p:sp>
      <p:sp>
        <p:nvSpPr>
          <p:cNvPr id="44" name="Shape 42"/>
          <p:cNvSpPr/>
          <p:nvPr/>
        </p:nvSpPr>
        <p:spPr>
          <a:xfrm>
            <a:off x="1449324" y="4435754"/>
            <a:ext cx="1727302" cy="997610"/>
          </a:xfrm>
          <a:prstGeom prst="ellipse">
            <a:avLst/>
          </a:prstGeom>
          <a:solidFill>
            <a:srgbClr val="C0DAB4"/>
          </a:solidFill>
          <a:ln/>
        </p:spPr>
      </p:sp>
      <p:sp>
        <p:nvSpPr>
          <p:cNvPr id="45" name="Shape 43"/>
          <p:cNvSpPr/>
          <p:nvPr/>
        </p:nvSpPr>
        <p:spPr>
          <a:xfrm>
            <a:off x="1708099" y="4585716"/>
            <a:ext cx="1208837" cy="697687"/>
          </a:xfrm>
          <a:prstGeom prst="ellipse">
            <a:avLst/>
          </a:prstGeom>
          <a:solidFill>
            <a:srgbClr val="ECFCEB"/>
          </a:solidFill>
          <a:ln/>
        </p:spPr>
      </p:sp>
      <p:sp>
        <p:nvSpPr>
          <p:cNvPr id="46" name="Text 44"/>
          <p:cNvSpPr/>
          <p:nvPr/>
        </p:nvSpPr>
        <p:spPr>
          <a:xfrm>
            <a:off x="1709014" y="4711903"/>
            <a:ext cx="1202436" cy="367589"/>
          </a:xfrm>
          <a:prstGeom prst="rect">
            <a:avLst/>
          </a:prstGeom>
          <a:noFill/>
          <a:ln/>
        </p:spPr>
        <p:txBody>
          <a:bodyPr wrap="square" rtlCol="0" anchor="ctr"/>
          <a:lstStyle/>
          <a:p>
            <a:pPr algn="ctr" indent="0" marL="0">
              <a:lnSpc>
                <a:spcPct val="120000"/>
              </a:lnSpc>
              <a:buNone/>
            </a:pPr>
            <a:r>
              <a:rPr lang="en-US" sz="1400" dirty="0">
                <a:solidFill>
                  <a:srgbClr val="2E2E2E"/>
                </a:solidFill>
                <a:latin typeface="Manrope" pitchFamily="34" charset="0"/>
                <a:ea typeface="Manrope" pitchFamily="34" charset="-122"/>
                <a:cs typeface="Manrope" pitchFamily="34" charset="-120"/>
              </a:rPr>
              <a:t>Stages 5, 9</a:t>
            </a:r>
            <a:endParaRPr lang="en-US" sz="1600" dirty="0"/>
          </a:p>
        </p:txBody>
      </p:sp>
      <p:sp>
        <p:nvSpPr>
          <p:cNvPr id="47" name="Shape 45"/>
          <p:cNvSpPr/>
          <p:nvPr/>
        </p:nvSpPr>
        <p:spPr>
          <a:xfrm>
            <a:off x="7541971" y="873252"/>
            <a:ext cx="0" cy="5984748"/>
          </a:xfrm>
          <a:prstGeom prst="line">
            <a:avLst/>
          </a:prstGeom>
          <a:noFill/>
          <a:ln w="2540">
            <a:solidFill>
              <a:srgbClr val="D0CFCF"/>
            </a:solidFill>
            <a:prstDash val="solid"/>
          </a:ln>
        </p:spPr>
      </p:sp>
      <p:sp>
        <p:nvSpPr>
          <p:cNvPr id="48" name="Shape 46"/>
          <p:cNvSpPr/>
          <p:nvPr/>
        </p:nvSpPr>
        <p:spPr>
          <a:xfrm>
            <a:off x="7506310" y="836676"/>
            <a:ext cx="72238" cy="72238"/>
          </a:xfrm>
          <a:prstGeom prst="ellipse">
            <a:avLst/>
          </a:prstGeom>
          <a:solidFill>
            <a:srgbClr val="D0CFCF"/>
          </a:solidFill>
          <a:ln/>
        </p:spPr>
      </p:sp>
      <p:sp>
        <p:nvSpPr>
          <p:cNvPr id="49" name="Text 47"/>
          <p:cNvSpPr/>
          <p:nvPr/>
        </p:nvSpPr>
        <p:spPr>
          <a:xfrm>
            <a:off x="7992770" y="3154680"/>
            <a:ext cx="3703320" cy="3291840"/>
          </a:xfrm>
          <a:prstGeom prst="rect">
            <a:avLst/>
          </a:prstGeom>
          <a:noFill/>
          <a:ln/>
        </p:spPr>
        <p:txBody>
          <a:bodyPr wrap="square" rtlCol="0" anchor="t"/>
          <a:lstStyle/>
          <a:p>
            <a:pPr indent="0" marL="0">
              <a:lnSpc>
                <a:spcPct val="125000"/>
              </a:lnSpc>
              <a:spcAft>
                <a:spcPts val="800"/>
              </a:spcAft>
              <a:buNone/>
            </a:pPr>
            <a:r>
              <a:rPr lang="en-US" sz="1300" dirty="0" b="1">
                <a:solidFill>
                  <a:srgbClr val="D5E6CD"/>
                </a:solidFill>
                <a:latin typeface="Manrope" pitchFamily="34" charset="0"/>
                <a:ea typeface="Manrope" pitchFamily="34" charset="-122"/>
                <a:cs typeface="Manrope" pitchFamily="34" charset="-120"/>
              </a:rPr>
              <a:t>Support agent: </a:t>
            </a:r>
            <a:r>
              <a:rPr lang="en-US" sz="1300" dirty="0">
                <a:solidFill>
                  <a:srgbClr val="FFFFFF"/>
                </a:solidFill>
                <a:latin typeface="Manrope" pitchFamily="34" charset="0"/>
                <a:ea typeface="Manrope" pitchFamily="34" charset="-122"/>
                <a:cs typeface="Manrope" pitchFamily="34" charset="-120"/>
              </a:rPr>
              <a:t>RAG over a knowledge base, order lookup, refund requests gated by human approval; FastAPI + Docker, tracing, cost caps.</a:t>
            </a:r>
            <a:endParaRPr lang="en-US" sz="1200" dirty="0"/>
          </a:p>
          <a:p>
            <a:pPr indent="0" marL="0">
              <a:lnSpc>
                <a:spcPct val="125000"/>
              </a:lnSpc>
              <a:spcAft>
                <a:spcPts val="800"/>
              </a:spcAft>
              <a:buNone/>
            </a:pPr>
            <a:r>
              <a:rPr lang="en-US" sz="1300" dirty="0" b="1">
                <a:solidFill>
                  <a:srgbClr val="D5E6CD"/>
                </a:solidFill>
                <a:latin typeface="Manrope" pitchFamily="34" charset="0"/>
                <a:ea typeface="Manrope" pitchFamily="34" charset="-122"/>
                <a:cs typeface="Manrope" pitchFamily="34" charset="-120"/>
              </a:rPr>
              <a:t>Coding / ops agent: </a:t>
            </a:r>
            <a:r>
              <a:rPr lang="en-US" sz="1300" dirty="0">
                <a:solidFill>
                  <a:srgbClr val="FFFFFF"/>
                </a:solidFill>
                <a:latin typeface="Manrope" pitchFamily="34" charset="0"/>
                <a:ea typeface="Manrope" pitchFamily="34" charset="-122"/>
                <a:cs typeface="Manrope" pitchFamily="34" charset="-120"/>
              </a:rPr>
              <a:t>in a sandbox, reads the repo, runs tests, proposes PRs (never pushes); eval = test pass rate.</a:t>
            </a:r>
            <a:endParaRPr lang="en-US" sz="1200" dirty="0"/>
          </a:p>
          <a:p>
            <a:pPr indent="0" marL="0">
              <a:lnSpc>
                <a:spcPct val="125000"/>
              </a:lnSpc>
              <a:spcAft>
                <a:spcPts val="800"/>
              </a:spcAft>
              <a:buNone/>
            </a:pPr>
            <a:r>
              <a:rPr lang="en-US" sz="1300" dirty="0" b="1">
                <a:solidFill>
                  <a:srgbClr val="D5E6CD"/>
                </a:solidFill>
                <a:latin typeface="Manrope" pitchFamily="34" charset="0"/>
                <a:ea typeface="Manrope" pitchFamily="34" charset="-122"/>
                <a:cs typeface="Manrope" pitchFamily="34" charset="-120"/>
              </a:rPr>
              <a:t>MCP assistant: </a:t>
            </a:r>
            <a:r>
              <a:rPr lang="en-US" sz="1300" dirty="0">
                <a:solidFill>
                  <a:srgbClr val="FFFFFF"/>
                </a:solidFill>
                <a:latin typeface="Manrope" pitchFamily="34" charset="0"/>
                <a:ea typeface="Manrope" pitchFamily="34" charset="-122"/>
                <a:cs typeface="Manrope" pitchFamily="34" charset="-120"/>
              </a:rPr>
              <a:t>2–3 MCP servers, memory, a scheduled background job, a dashboard of traces and evals.</a:t>
            </a:r>
            <a:endParaRPr lang="en-US" sz="1200" dirty="0"/>
          </a:p>
        </p:txBody>
      </p:sp>
      <p:sp>
        <p:nvSpPr>
          <p:cNvPr id="50" name="Shape 48"/>
          <p:cNvSpPr/>
          <p:nvPr/>
        </p:nvSpPr>
        <p:spPr>
          <a:xfrm>
            <a:off x="801014" y="3414370"/>
            <a:ext cx="2036369" cy="844906"/>
          </a:xfrm>
          <a:prstGeom prst="roundRect">
            <a:avLst>
              <a:gd name="adj" fmla="val 11817"/>
            </a:avLst>
          </a:prstGeom>
          <a:solidFill>
            <a:srgbClr val="FFFFFF">
              <a:alpha val="10000"/>
            </a:srgbClr>
          </a:solidFill>
          <a:ln w="2540">
            <a:solidFill>
              <a:srgbClr val="FFFFFF">
                <a:alpha val="40000"/>
              </a:srgbClr>
            </a:solidFill>
            <a:prstDash val="solid"/>
          </a:ln>
        </p:spPr>
      </p:sp>
      <p:sp>
        <p:nvSpPr>
          <p:cNvPr id="51" name="Text 49"/>
          <p:cNvSpPr/>
          <p:nvPr/>
        </p:nvSpPr>
        <p:spPr>
          <a:xfrm>
            <a:off x="1479499" y="3539642"/>
            <a:ext cx="1234440" cy="594360"/>
          </a:xfrm>
          <a:prstGeom prst="rect">
            <a:avLst/>
          </a:prstGeom>
          <a:noFill/>
          <a:ln/>
        </p:spPr>
        <p:txBody>
          <a:bodyPr wrap="square" lIns="0" tIns="0" rIns="0" bIns="0" rtlCol="0" anchor="t"/>
          <a:lstStyle/>
          <a:p>
            <a:pPr indent="0" marL="0">
              <a:lnSpc>
                <a:spcPct val="110000"/>
              </a:lnSpc>
              <a:spcAft>
                <a:spcPts val="600"/>
              </a:spcAft>
              <a:buNone/>
            </a:pPr>
            <a:r>
              <a:rPr lang="en-US" sz="1600" dirty="0">
                <a:solidFill>
                  <a:srgbClr val="D5E6CD"/>
                </a:solidFill>
                <a:latin typeface="Manrope" pitchFamily="34" charset="0"/>
                <a:ea typeface="Manrope" pitchFamily="34" charset="-122"/>
                <a:cs typeface="Manrope" pitchFamily="34" charset="-120"/>
              </a:rPr>
              <a:t>Support agent</a:t>
            </a:r>
            <a:endParaRPr lang="en-US" sz="1800" dirty="0"/>
          </a:p>
        </p:txBody>
      </p:sp>
      <p:sp>
        <p:nvSpPr>
          <p:cNvPr id="52" name="Shape 50"/>
          <p:cNvSpPr/>
          <p:nvPr/>
        </p:nvSpPr>
        <p:spPr>
          <a:xfrm>
            <a:off x="2329891" y="2335378"/>
            <a:ext cx="2278685" cy="844906"/>
          </a:xfrm>
          <a:prstGeom prst="roundRect">
            <a:avLst>
              <a:gd name="adj" fmla="val 11817"/>
            </a:avLst>
          </a:prstGeom>
          <a:solidFill>
            <a:srgbClr val="FFFFFF">
              <a:alpha val="10000"/>
            </a:srgbClr>
          </a:solidFill>
          <a:ln w="2540">
            <a:solidFill>
              <a:srgbClr val="FFFFFF">
                <a:alpha val="40000"/>
              </a:srgbClr>
            </a:solidFill>
            <a:prstDash val="solid"/>
          </a:ln>
        </p:spPr>
      </p:sp>
      <p:sp>
        <p:nvSpPr>
          <p:cNvPr id="53" name="Text 51"/>
          <p:cNvSpPr/>
          <p:nvPr/>
        </p:nvSpPr>
        <p:spPr>
          <a:xfrm>
            <a:off x="3008376" y="2460650"/>
            <a:ext cx="1372514" cy="594360"/>
          </a:xfrm>
          <a:prstGeom prst="rect">
            <a:avLst/>
          </a:prstGeom>
          <a:noFill/>
          <a:ln/>
        </p:spPr>
        <p:txBody>
          <a:bodyPr wrap="square" lIns="0" tIns="0" rIns="0" bIns="0" rtlCol="0" anchor="t"/>
          <a:lstStyle/>
          <a:p>
            <a:pPr indent="0" marL="0">
              <a:lnSpc>
                <a:spcPct val="110000"/>
              </a:lnSpc>
              <a:spcAft>
                <a:spcPts val="600"/>
              </a:spcAft>
              <a:buNone/>
            </a:pPr>
            <a:r>
              <a:rPr lang="en-US" sz="1600" dirty="0">
                <a:solidFill>
                  <a:srgbClr val="D5E6CD"/>
                </a:solidFill>
                <a:latin typeface="Manrope" pitchFamily="34" charset="0"/>
                <a:ea typeface="Manrope" pitchFamily="34" charset="-122"/>
                <a:cs typeface="Manrope" pitchFamily="34" charset="-120"/>
              </a:rPr>
              <a:t>Coding / ops agent</a:t>
            </a:r>
            <a:endParaRPr lang="en-US" sz="1800" dirty="0"/>
          </a:p>
        </p:txBody>
      </p:sp>
      <p:sp>
        <p:nvSpPr>
          <p:cNvPr id="54" name="Shape 52"/>
          <p:cNvSpPr/>
          <p:nvPr/>
        </p:nvSpPr>
        <p:spPr>
          <a:xfrm>
            <a:off x="4780483" y="1844345"/>
            <a:ext cx="2050999" cy="844906"/>
          </a:xfrm>
          <a:prstGeom prst="roundRect">
            <a:avLst>
              <a:gd name="adj" fmla="val 11817"/>
            </a:avLst>
          </a:prstGeom>
          <a:solidFill>
            <a:srgbClr val="FFFFFF">
              <a:alpha val="10000"/>
            </a:srgbClr>
          </a:solidFill>
          <a:ln w="2540">
            <a:solidFill>
              <a:srgbClr val="FFFFFF">
                <a:alpha val="40000"/>
              </a:srgbClr>
            </a:solidFill>
            <a:prstDash val="solid"/>
          </a:ln>
        </p:spPr>
      </p:sp>
      <p:sp>
        <p:nvSpPr>
          <p:cNvPr id="55" name="Text 53"/>
          <p:cNvSpPr/>
          <p:nvPr/>
        </p:nvSpPr>
        <p:spPr>
          <a:xfrm>
            <a:off x="5458968" y="1969618"/>
            <a:ext cx="1325880" cy="594360"/>
          </a:xfrm>
          <a:prstGeom prst="rect">
            <a:avLst/>
          </a:prstGeom>
          <a:noFill/>
          <a:ln/>
        </p:spPr>
        <p:txBody>
          <a:bodyPr wrap="square" lIns="0" tIns="0" rIns="0" bIns="0" rtlCol="0" anchor="t"/>
          <a:lstStyle/>
          <a:p>
            <a:pPr indent="0" marL="0">
              <a:lnSpc>
                <a:spcPct val="110000"/>
              </a:lnSpc>
              <a:spcAft>
                <a:spcPts val="600"/>
              </a:spcAft>
              <a:buNone/>
            </a:pPr>
            <a:r>
              <a:rPr lang="en-US" sz="1600" dirty="0">
                <a:solidFill>
                  <a:srgbClr val="D5E6CD"/>
                </a:solidFill>
                <a:latin typeface="Manrope" pitchFamily="34" charset="0"/>
                <a:ea typeface="Manrope" pitchFamily="34" charset="-122"/>
                <a:cs typeface="Manrope" pitchFamily="34" charset="-120"/>
              </a:rPr>
              <a:t>MCP assistant</a:t>
            </a:r>
            <a:endParaRPr lang="en-US" sz="1800" dirty="0"/>
          </a:p>
        </p:txBody>
      </p:sp>
      <p:sp>
        <p:nvSpPr>
          <p:cNvPr id="56" name="Shape 54"/>
          <p:cNvSpPr/>
          <p:nvPr/>
        </p:nvSpPr>
        <p:spPr>
          <a:xfrm>
            <a:off x="1030529" y="3664001"/>
            <a:ext cx="287122" cy="344729"/>
          </a:xfrm>
          <a:prstGeom prst="ellipse">
            <a:avLst/>
          </a:prstGeom>
          <a:ln w="15875">
            <a:solidFill>
              <a:srgbClr val="9FEF9C"/>
            </a:solidFill>
            <a:prstDash val="solid"/>
          </a:ln>
        </p:spPr>
      </p:sp>
      <p:sp>
        <p:nvSpPr>
          <p:cNvPr id="57" name="Shape 55"/>
          <p:cNvSpPr/>
          <p:nvPr/>
        </p:nvSpPr>
        <p:spPr>
          <a:xfrm>
            <a:off x="1125279" y="3777761"/>
            <a:ext cx="97621" cy="117208"/>
          </a:xfrm>
          <a:prstGeom prst="ellipse">
            <a:avLst/>
          </a:prstGeom>
          <a:solidFill>
            <a:srgbClr val="9FEF9C"/>
          </a:solidFill>
          <a:ln/>
        </p:spPr>
      </p:sp>
      <p:sp>
        <p:nvSpPr>
          <p:cNvPr id="58" name="Shape 56"/>
          <p:cNvSpPr/>
          <p:nvPr/>
        </p:nvSpPr>
        <p:spPr>
          <a:xfrm>
            <a:off x="2518258" y="2584094"/>
            <a:ext cx="347472" cy="347472"/>
          </a:xfrm>
          <a:prstGeom prst="ellipse">
            <a:avLst/>
          </a:prstGeom>
          <a:ln w="15875">
            <a:solidFill>
              <a:srgbClr val="9FEF9C"/>
            </a:solidFill>
            <a:prstDash val="solid"/>
          </a:ln>
        </p:spPr>
      </p:sp>
      <p:sp>
        <p:nvSpPr>
          <p:cNvPr id="59" name="Shape 57"/>
          <p:cNvSpPr/>
          <p:nvPr/>
        </p:nvSpPr>
        <p:spPr>
          <a:xfrm>
            <a:off x="2632923" y="2698760"/>
            <a:ext cx="118140" cy="118140"/>
          </a:xfrm>
          <a:prstGeom prst="ellipse">
            <a:avLst/>
          </a:prstGeom>
          <a:solidFill>
            <a:srgbClr val="9FEF9C"/>
          </a:solidFill>
          <a:ln/>
        </p:spPr>
      </p:sp>
      <p:sp>
        <p:nvSpPr>
          <p:cNvPr id="60" name="Shape 58"/>
          <p:cNvSpPr/>
          <p:nvPr/>
        </p:nvSpPr>
        <p:spPr>
          <a:xfrm>
            <a:off x="4969764" y="2103120"/>
            <a:ext cx="314554" cy="314554"/>
          </a:xfrm>
          <a:prstGeom prst="ellipse">
            <a:avLst/>
          </a:prstGeom>
          <a:ln w="15875">
            <a:solidFill>
              <a:srgbClr val="9FEF9C"/>
            </a:solidFill>
            <a:prstDash val="solid"/>
          </a:ln>
        </p:spPr>
      </p:sp>
      <p:sp>
        <p:nvSpPr>
          <p:cNvPr id="61" name="Shape 59"/>
          <p:cNvSpPr/>
          <p:nvPr/>
        </p:nvSpPr>
        <p:spPr>
          <a:xfrm>
            <a:off x="5073567" y="2206923"/>
            <a:ext cx="106948" cy="106948"/>
          </a:xfrm>
          <a:prstGeom prst="ellipse">
            <a:avLst/>
          </a:prstGeom>
          <a:solidFill>
            <a:srgbClr val="9FEF9C"/>
          </a:solidFill>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7">
    <p:bg>
      <p:bgPr>
        <a:solidFill>
          <a:srgbClr val="1D1D1D"/>
        </a:solidFill>
      </p:bgPr>
    </p:bg>
    <p:spTree>
      <p:nvGrpSpPr>
        <p:cNvPr id="1" name=""/>
        <p:cNvGrpSpPr/>
        <p:nvPr/>
      </p:nvGrpSpPr>
      <p:grpSpPr>
        <a:xfrm>
          <a:off x="0" y="0"/>
          <a:ext cx="0" cy="0"/>
          <a:chOff x="0" y="0"/>
          <a:chExt cx="0" cy="0"/>
        </a:xfrm>
      </p:grpSpPr>
      <p:sp>
        <p:nvSpPr>
          <p:cNvPr id="2" name="Shape 0"/>
          <p:cNvSpPr/>
          <p:nvPr/>
        </p:nvSpPr>
        <p:spPr>
          <a:xfrm>
            <a:off x="0" y="0"/>
            <a:ext cx="5729630" cy="6858000"/>
          </a:xfrm>
          <a:prstGeom prst="rect">
            <a:avLst/>
          </a:prstGeom>
          <a:solidFill>
            <a:srgbClr val="0C4441"/>
          </a:solidFill>
          <a:ln/>
        </p:spPr>
      </p:sp>
      <p:sp>
        <p:nvSpPr>
          <p:cNvPr id="3" name="Shape 1"/>
          <p:cNvSpPr/>
          <p:nvPr/>
        </p:nvSpPr>
        <p:spPr>
          <a:xfrm>
            <a:off x="626364" y="-74066"/>
            <a:ext cx="803758" cy="753809"/>
          </a:xfrm>
          <a:prstGeom prst="rect">
            <a:avLst/>
          </a:prstGeom>
          <a:solidFill>
            <a:srgbClr val="F8FE05">
              <a:alpha val="8250"/>
            </a:srgbClr>
          </a:solidFill>
          <a:ln/>
        </p:spPr>
      </p:sp>
      <p:sp>
        <p:nvSpPr>
          <p:cNvPr id="4" name="Shape 2"/>
          <p:cNvSpPr/>
          <p:nvPr/>
        </p:nvSpPr>
        <p:spPr>
          <a:xfrm>
            <a:off x="626364" y="670598"/>
            <a:ext cx="803758" cy="753809"/>
          </a:xfrm>
          <a:prstGeom prst="rect">
            <a:avLst/>
          </a:prstGeom>
          <a:solidFill>
            <a:srgbClr val="F8FE05">
              <a:alpha val="7219"/>
            </a:srgbClr>
          </a:solidFill>
          <a:ln/>
        </p:spPr>
      </p:sp>
      <p:sp>
        <p:nvSpPr>
          <p:cNvPr id="5" name="Shape 3"/>
          <p:cNvSpPr/>
          <p:nvPr/>
        </p:nvSpPr>
        <p:spPr>
          <a:xfrm>
            <a:off x="626364" y="1415263"/>
            <a:ext cx="803758" cy="753809"/>
          </a:xfrm>
          <a:prstGeom prst="rect">
            <a:avLst/>
          </a:prstGeom>
          <a:solidFill>
            <a:srgbClr val="F8FE05">
              <a:alpha val="6188"/>
            </a:srgbClr>
          </a:solidFill>
          <a:ln/>
        </p:spPr>
      </p:sp>
      <p:sp>
        <p:nvSpPr>
          <p:cNvPr id="6" name="Shape 4"/>
          <p:cNvSpPr/>
          <p:nvPr/>
        </p:nvSpPr>
        <p:spPr>
          <a:xfrm>
            <a:off x="626364" y="2159927"/>
            <a:ext cx="803758" cy="753809"/>
          </a:xfrm>
          <a:prstGeom prst="rect">
            <a:avLst/>
          </a:prstGeom>
          <a:solidFill>
            <a:srgbClr val="F8FE05">
              <a:alpha val="5156"/>
            </a:srgbClr>
          </a:solidFill>
          <a:ln/>
        </p:spPr>
      </p:sp>
      <p:sp>
        <p:nvSpPr>
          <p:cNvPr id="7" name="Shape 5"/>
          <p:cNvSpPr/>
          <p:nvPr/>
        </p:nvSpPr>
        <p:spPr>
          <a:xfrm>
            <a:off x="626364" y="2904592"/>
            <a:ext cx="803758" cy="753809"/>
          </a:xfrm>
          <a:prstGeom prst="rect">
            <a:avLst/>
          </a:prstGeom>
          <a:solidFill>
            <a:srgbClr val="F8FE05">
              <a:alpha val="4125"/>
            </a:srgbClr>
          </a:solidFill>
          <a:ln/>
        </p:spPr>
      </p:sp>
      <p:sp>
        <p:nvSpPr>
          <p:cNvPr id="8" name="Shape 6"/>
          <p:cNvSpPr/>
          <p:nvPr/>
        </p:nvSpPr>
        <p:spPr>
          <a:xfrm>
            <a:off x="626364" y="3649256"/>
            <a:ext cx="803758" cy="753809"/>
          </a:xfrm>
          <a:prstGeom prst="rect">
            <a:avLst/>
          </a:prstGeom>
          <a:solidFill>
            <a:srgbClr val="F8FE05">
              <a:alpha val="3094"/>
            </a:srgbClr>
          </a:solidFill>
          <a:ln/>
        </p:spPr>
      </p:sp>
      <p:sp>
        <p:nvSpPr>
          <p:cNvPr id="9" name="Shape 7"/>
          <p:cNvSpPr/>
          <p:nvPr/>
        </p:nvSpPr>
        <p:spPr>
          <a:xfrm>
            <a:off x="626364" y="4393921"/>
            <a:ext cx="803758" cy="753809"/>
          </a:xfrm>
          <a:prstGeom prst="rect">
            <a:avLst/>
          </a:prstGeom>
          <a:solidFill>
            <a:srgbClr val="F8FE05">
              <a:alpha val="2063"/>
            </a:srgbClr>
          </a:solidFill>
          <a:ln/>
        </p:spPr>
      </p:sp>
      <p:sp>
        <p:nvSpPr>
          <p:cNvPr id="10" name="Shape 8"/>
          <p:cNvSpPr/>
          <p:nvPr/>
        </p:nvSpPr>
        <p:spPr>
          <a:xfrm>
            <a:off x="626364" y="5138585"/>
            <a:ext cx="803758" cy="753809"/>
          </a:xfrm>
          <a:prstGeom prst="rect">
            <a:avLst/>
          </a:prstGeom>
          <a:solidFill>
            <a:srgbClr val="F8FE05">
              <a:alpha val="1031"/>
            </a:srgbClr>
          </a:solidFill>
          <a:ln/>
        </p:spPr>
      </p:sp>
      <p:sp>
        <p:nvSpPr>
          <p:cNvPr id="11" name="Shape 9"/>
          <p:cNvSpPr/>
          <p:nvPr/>
        </p:nvSpPr>
        <p:spPr>
          <a:xfrm>
            <a:off x="1997050" y="-74066"/>
            <a:ext cx="803758" cy="427825"/>
          </a:xfrm>
          <a:prstGeom prst="rect">
            <a:avLst/>
          </a:prstGeom>
          <a:solidFill>
            <a:srgbClr val="F8FE05">
              <a:alpha val="3850"/>
            </a:srgbClr>
          </a:solidFill>
          <a:ln/>
        </p:spPr>
      </p:sp>
      <p:sp>
        <p:nvSpPr>
          <p:cNvPr id="12" name="Shape 10"/>
          <p:cNvSpPr/>
          <p:nvPr/>
        </p:nvSpPr>
        <p:spPr>
          <a:xfrm>
            <a:off x="1997050" y="344614"/>
            <a:ext cx="803758" cy="427825"/>
          </a:xfrm>
          <a:prstGeom prst="rect">
            <a:avLst/>
          </a:prstGeom>
          <a:solidFill>
            <a:srgbClr val="F8FE05">
              <a:alpha val="3369"/>
            </a:srgbClr>
          </a:solidFill>
          <a:ln/>
        </p:spPr>
      </p:sp>
      <p:sp>
        <p:nvSpPr>
          <p:cNvPr id="13" name="Shape 11"/>
          <p:cNvSpPr/>
          <p:nvPr/>
        </p:nvSpPr>
        <p:spPr>
          <a:xfrm>
            <a:off x="1997050" y="763295"/>
            <a:ext cx="803758" cy="427825"/>
          </a:xfrm>
          <a:prstGeom prst="rect">
            <a:avLst/>
          </a:prstGeom>
          <a:solidFill>
            <a:srgbClr val="F8FE05">
              <a:alpha val="2888"/>
            </a:srgbClr>
          </a:solidFill>
          <a:ln/>
        </p:spPr>
      </p:sp>
      <p:sp>
        <p:nvSpPr>
          <p:cNvPr id="14" name="Shape 12"/>
          <p:cNvSpPr/>
          <p:nvPr/>
        </p:nvSpPr>
        <p:spPr>
          <a:xfrm>
            <a:off x="1997050" y="1181976"/>
            <a:ext cx="803758" cy="427825"/>
          </a:xfrm>
          <a:prstGeom prst="rect">
            <a:avLst/>
          </a:prstGeom>
          <a:solidFill>
            <a:srgbClr val="F8FE05">
              <a:alpha val="2406"/>
            </a:srgbClr>
          </a:solidFill>
          <a:ln/>
        </p:spPr>
      </p:sp>
      <p:sp>
        <p:nvSpPr>
          <p:cNvPr id="15" name="Shape 13"/>
          <p:cNvSpPr/>
          <p:nvPr/>
        </p:nvSpPr>
        <p:spPr>
          <a:xfrm>
            <a:off x="1997050" y="1600657"/>
            <a:ext cx="803758" cy="427825"/>
          </a:xfrm>
          <a:prstGeom prst="rect">
            <a:avLst/>
          </a:prstGeom>
          <a:solidFill>
            <a:srgbClr val="F8FE05">
              <a:alpha val="1925"/>
            </a:srgbClr>
          </a:solidFill>
          <a:ln/>
        </p:spPr>
      </p:sp>
      <p:sp>
        <p:nvSpPr>
          <p:cNvPr id="16" name="Shape 14"/>
          <p:cNvSpPr/>
          <p:nvPr/>
        </p:nvSpPr>
        <p:spPr>
          <a:xfrm>
            <a:off x="1997050" y="2019338"/>
            <a:ext cx="803758" cy="427825"/>
          </a:xfrm>
          <a:prstGeom prst="rect">
            <a:avLst/>
          </a:prstGeom>
          <a:solidFill>
            <a:srgbClr val="F8FE05">
              <a:alpha val="1444"/>
            </a:srgbClr>
          </a:solidFill>
          <a:ln/>
        </p:spPr>
      </p:sp>
      <p:sp>
        <p:nvSpPr>
          <p:cNvPr id="17" name="Shape 15"/>
          <p:cNvSpPr/>
          <p:nvPr/>
        </p:nvSpPr>
        <p:spPr>
          <a:xfrm>
            <a:off x="1997050" y="2438019"/>
            <a:ext cx="803758" cy="427825"/>
          </a:xfrm>
          <a:prstGeom prst="rect">
            <a:avLst/>
          </a:prstGeom>
          <a:solidFill>
            <a:srgbClr val="F8FE05">
              <a:alpha val="963"/>
            </a:srgbClr>
          </a:solidFill>
          <a:ln/>
        </p:spPr>
      </p:sp>
      <p:sp>
        <p:nvSpPr>
          <p:cNvPr id="18" name="Shape 16"/>
          <p:cNvSpPr/>
          <p:nvPr/>
        </p:nvSpPr>
        <p:spPr>
          <a:xfrm>
            <a:off x="1997050" y="2856700"/>
            <a:ext cx="803758" cy="427825"/>
          </a:xfrm>
          <a:prstGeom prst="rect">
            <a:avLst/>
          </a:prstGeom>
          <a:solidFill>
            <a:srgbClr val="F8FE05">
              <a:alpha val="481"/>
            </a:srgbClr>
          </a:solidFill>
          <a:ln/>
        </p:spPr>
      </p:sp>
      <p:sp>
        <p:nvSpPr>
          <p:cNvPr id="19" name="Shape 17"/>
          <p:cNvSpPr/>
          <p:nvPr/>
        </p:nvSpPr>
        <p:spPr>
          <a:xfrm>
            <a:off x="1306678" y="-48463"/>
            <a:ext cx="803758" cy="572300"/>
          </a:xfrm>
          <a:prstGeom prst="rect">
            <a:avLst/>
          </a:prstGeom>
          <a:solidFill>
            <a:srgbClr val="F8FE05">
              <a:alpha val="5500"/>
            </a:srgbClr>
          </a:solidFill>
          <a:ln/>
        </p:spPr>
      </p:sp>
      <p:sp>
        <p:nvSpPr>
          <p:cNvPr id="20" name="Shape 18"/>
          <p:cNvSpPr/>
          <p:nvPr/>
        </p:nvSpPr>
        <p:spPr>
          <a:xfrm>
            <a:off x="1306678" y="514693"/>
            <a:ext cx="803758" cy="572300"/>
          </a:xfrm>
          <a:prstGeom prst="rect">
            <a:avLst/>
          </a:prstGeom>
          <a:solidFill>
            <a:srgbClr val="F8FE05">
              <a:alpha val="4813"/>
            </a:srgbClr>
          </a:solidFill>
          <a:ln/>
        </p:spPr>
      </p:sp>
      <p:sp>
        <p:nvSpPr>
          <p:cNvPr id="21" name="Shape 19"/>
          <p:cNvSpPr/>
          <p:nvPr/>
        </p:nvSpPr>
        <p:spPr>
          <a:xfrm>
            <a:off x="1306678" y="1077849"/>
            <a:ext cx="803758" cy="572300"/>
          </a:xfrm>
          <a:prstGeom prst="rect">
            <a:avLst/>
          </a:prstGeom>
          <a:solidFill>
            <a:srgbClr val="F8FE05">
              <a:alpha val="4125"/>
            </a:srgbClr>
          </a:solidFill>
          <a:ln/>
        </p:spPr>
      </p:sp>
      <p:sp>
        <p:nvSpPr>
          <p:cNvPr id="22" name="Shape 20"/>
          <p:cNvSpPr/>
          <p:nvPr/>
        </p:nvSpPr>
        <p:spPr>
          <a:xfrm>
            <a:off x="1306678" y="1641005"/>
            <a:ext cx="803758" cy="572300"/>
          </a:xfrm>
          <a:prstGeom prst="rect">
            <a:avLst/>
          </a:prstGeom>
          <a:solidFill>
            <a:srgbClr val="F8FE05">
              <a:alpha val="3438"/>
            </a:srgbClr>
          </a:solidFill>
          <a:ln/>
        </p:spPr>
      </p:sp>
      <p:sp>
        <p:nvSpPr>
          <p:cNvPr id="23" name="Shape 21"/>
          <p:cNvSpPr/>
          <p:nvPr/>
        </p:nvSpPr>
        <p:spPr>
          <a:xfrm>
            <a:off x="1306678" y="2204161"/>
            <a:ext cx="803758" cy="572300"/>
          </a:xfrm>
          <a:prstGeom prst="rect">
            <a:avLst/>
          </a:prstGeom>
          <a:solidFill>
            <a:srgbClr val="F8FE05">
              <a:alpha val="2750"/>
            </a:srgbClr>
          </a:solidFill>
          <a:ln/>
        </p:spPr>
      </p:sp>
      <p:sp>
        <p:nvSpPr>
          <p:cNvPr id="24" name="Shape 22"/>
          <p:cNvSpPr/>
          <p:nvPr/>
        </p:nvSpPr>
        <p:spPr>
          <a:xfrm>
            <a:off x="1306678" y="2767317"/>
            <a:ext cx="803758" cy="572300"/>
          </a:xfrm>
          <a:prstGeom prst="rect">
            <a:avLst/>
          </a:prstGeom>
          <a:solidFill>
            <a:srgbClr val="F8FE05">
              <a:alpha val="2063"/>
            </a:srgbClr>
          </a:solidFill>
          <a:ln/>
        </p:spPr>
      </p:sp>
      <p:sp>
        <p:nvSpPr>
          <p:cNvPr id="25" name="Shape 23"/>
          <p:cNvSpPr/>
          <p:nvPr/>
        </p:nvSpPr>
        <p:spPr>
          <a:xfrm>
            <a:off x="1306678" y="3330473"/>
            <a:ext cx="803758" cy="572300"/>
          </a:xfrm>
          <a:prstGeom prst="rect">
            <a:avLst/>
          </a:prstGeom>
          <a:solidFill>
            <a:srgbClr val="F8FE05">
              <a:alpha val="1375"/>
            </a:srgbClr>
          </a:solidFill>
          <a:ln/>
        </p:spPr>
      </p:sp>
      <p:sp>
        <p:nvSpPr>
          <p:cNvPr id="26" name="Shape 24"/>
          <p:cNvSpPr/>
          <p:nvPr/>
        </p:nvSpPr>
        <p:spPr>
          <a:xfrm>
            <a:off x="1306678" y="3893629"/>
            <a:ext cx="803758" cy="572300"/>
          </a:xfrm>
          <a:prstGeom prst="rect">
            <a:avLst/>
          </a:prstGeom>
          <a:solidFill>
            <a:srgbClr val="F8FE05">
              <a:alpha val="688"/>
            </a:srgbClr>
          </a:solidFill>
          <a:ln/>
        </p:spPr>
      </p:sp>
      <p:sp>
        <p:nvSpPr>
          <p:cNvPr id="27" name="Shape 25"/>
          <p:cNvSpPr/>
          <p:nvPr/>
        </p:nvSpPr>
        <p:spPr>
          <a:xfrm>
            <a:off x="-60350" y="-48463"/>
            <a:ext cx="803758" cy="526009"/>
          </a:xfrm>
          <a:prstGeom prst="rect">
            <a:avLst/>
          </a:prstGeom>
          <a:solidFill>
            <a:srgbClr val="F8FE05">
              <a:alpha val="5500"/>
            </a:srgbClr>
          </a:solidFill>
          <a:ln/>
        </p:spPr>
      </p:sp>
      <p:sp>
        <p:nvSpPr>
          <p:cNvPr id="28" name="Shape 26"/>
          <p:cNvSpPr/>
          <p:nvPr/>
        </p:nvSpPr>
        <p:spPr>
          <a:xfrm>
            <a:off x="-60350" y="468401"/>
            <a:ext cx="803758" cy="526009"/>
          </a:xfrm>
          <a:prstGeom prst="rect">
            <a:avLst/>
          </a:prstGeom>
          <a:solidFill>
            <a:srgbClr val="F8FE05">
              <a:alpha val="4813"/>
            </a:srgbClr>
          </a:solidFill>
          <a:ln/>
        </p:spPr>
      </p:sp>
      <p:sp>
        <p:nvSpPr>
          <p:cNvPr id="29" name="Shape 27"/>
          <p:cNvSpPr/>
          <p:nvPr/>
        </p:nvSpPr>
        <p:spPr>
          <a:xfrm>
            <a:off x="-60350" y="985266"/>
            <a:ext cx="803758" cy="526009"/>
          </a:xfrm>
          <a:prstGeom prst="rect">
            <a:avLst/>
          </a:prstGeom>
          <a:solidFill>
            <a:srgbClr val="F8FE05">
              <a:alpha val="4125"/>
            </a:srgbClr>
          </a:solidFill>
          <a:ln/>
        </p:spPr>
      </p:sp>
      <p:sp>
        <p:nvSpPr>
          <p:cNvPr id="30" name="Shape 28"/>
          <p:cNvSpPr/>
          <p:nvPr/>
        </p:nvSpPr>
        <p:spPr>
          <a:xfrm>
            <a:off x="-60350" y="1502131"/>
            <a:ext cx="803758" cy="526009"/>
          </a:xfrm>
          <a:prstGeom prst="rect">
            <a:avLst/>
          </a:prstGeom>
          <a:solidFill>
            <a:srgbClr val="F8FE05">
              <a:alpha val="3438"/>
            </a:srgbClr>
          </a:solidFill>
          <a:ln/>
        </p:spPr>
      </p:sp>
      <p:sp>
        <p:nvSpPr>
          <p:cNvPr id="31" name="Shape 29"/>
          <p:cNvSpPr/>
          <p:nvPr/>
        </p:nvSpPr>
        <p:spPr>
          <a:xfrm>
            <a:off x="-60350" y="2018995"/>
            <a:ext cx="803758" cy="526009"/>
          </a:xfrm>
          <a:prstGeom prst="rect">
            <a:avLst/>
          </a:prstGeom>
          <a:solidFill>
            <a:srgbClr val="F8FE05">
              <a:alpha val="2750"/>
            </a:srgbClr>
          </a:solidFill>
          <a:ln/>
        </p:spPr>
      </p:sp>
      <p:sp>
        <p:nvSpPr>
          <p:cNvPr id="32" name="Shape 30"/>
          <p:cNvSpPr/>
          <p:nvPr/>
        </p:nvSpPr>
        <p:spPr>
          <a:xfrm>
            <a:off x="-60350" y="2535860"/>
            <a:ext cx="803758" cy="526009"/>
          </a:xfrm>
          <a:prstGeom prst="rect">
            <a:avLst/>
          </a:prstGeom>
          <a:solidFill>
            <a:srgbClr val="F8FE05">
              <a:alpha val="2063"/>
            </a:srgbClr>
          </a:solidFill>
          <a:ln/>
        </p:spPr>
      </p:sp>
      <p:sp>
        <p:nvSpPr>
          <p:cNvPr id="33" name="Shape 31"/>
          <p:cNvSpPr/>
          <p:nvPr/>
        </p:nvSpPr>
        <p:spPr>
          <a:xfrm>
            <a:off x="-60350" y="3052724"/>
            <a:ext cx="803758" cy="526009"/>
          </a:xfrm>
          <a:prstGeom prst="rect">
            <a:avLst/>
          </a:prstGeom>
          <a:solidFill>
            <a:srgbClr val="F8FE05">
              <a:alpha val="1375"/>
            </a:srgbClr>
          </a:solidFill>
          <a:ln/>
        </p:spPr>
      </p:sp>
      <p:sp>
        <p:nvSpPr>
          <p:cNvPr id="34" name="Shape 32"/>
          <p:cNvSpPr/>
          <p:nvPr/>
        </p:nvSpPr>
        <p:spPr>
          <a:xfrm>
            <a:off x="-60350" y="3569589"/>
            <a:ext cx="803758" cy="526009"/>
          </a:xfrm>
          <a:prstGeom prst="rect">
            <a:avLst/>
          </a:prstGeom>
          <a:solidFill>
            <a:srgbClr val="F8FE05">
              <a:alpha val="688"/>
            </a:srgbClr>
          </a:solidFill>
          <a:ln/>
        </p:spPr>
      </p:sp>
      <p:sp>
        <p:nvSpPr>
          <p:cNvPr id="35" name="Shape 33"/>
          <p:cNvSpPr/>
          <p:nvPr/>
        </p:nvSpPr>
        <p:spPr>
          <a:xfrm>
            <a:off x="4975250" y="-48463"/>
            <a:ext cx="803758" cy="750722"/>
          </a:xfrm>
          <a:prstGeom prst="rect">
            <a:avLst/>
          </a:prstGeom>
          <a:solidFill>
            <a:srgbClr val="F8FE05">
              <a:alpha val="8250"/>
            </a:srgbClr>
          </a:solidFill>
          <a:ln/>
        </p:spPr>
      </p:sp>
      <p:sp>
        <p:nvSpPr>
          <p:cNvPr id="36" name="Shape 34"/>
          <p:cNvSpPr/>
          <p:nvPr/>
        </p:nvSpPr>
        <p:spPr>
          <a:xfrm>
            <a:off x="4975250" y="693115"/>
            <a:ext cx="803758" cy="750722"/>
          </a:xfrm>
          <a:prstGeom prst="rect">
            <a:avLst/>
          </a:prstGeom>
          <a:solidFill>
            <a:srgbClr val="F8FE05">
              <a:alpha val="7219"/>
            </a:srgbClr>
          </a:solidFill>
          <a:ln/>
        </p:spPr>
      </p:sp>
      <p:sp>
        <p:nvSpPr>
          <p:cNvPr id="37" name="Shape 35"/>
          <p:cNvSpPr/>
          <p:nvPr/>
        </p:nvSpPr>
        <p:spPr>
          <a:xfrm>
            <a:off x="4975250" y="1434694"/>
            <a:ext cx="803758" cy="750722"/>
          </a:xfrm>
          <a:prstGeom prst="rect">
            <a:avLst/>
          </a:prstGeom>
          <a:solidFill>
            <a:srgbClr val="F8FE05">
              <a:alpha val="6188"/>
            </a:srgbClr>
          </a:solidFill>
          <a:ln/>
        </p:spPr>
      </p:sp>
      <p:sp>
        <p:nvSpPr>
          <p:cNvPr id="38" name="Shape 36"/>
          <p:cNvSpPr/>
          <p:nvPr/>
        </p:nvSpPr>
        <p:spPr>
          <a:xfrm>
            <a:off x="4975250" y="2176272"/>
            <a:ext cx="803758" cy="750722"/>
          </a:xfrm>
          <a:prstGeom prst="rect">
            <a:avLst/>
          </a:prstGeom>
          <a:solidFill>
            <a:srgbClr val="F8FE05">
              <a:alpha val="5156"/>
            </a:srgbClr>
          </a:solidFill>
          <a:ln/>
        </p:spPr>
      </p:sp>
      <p:sp>
        <p:nvSpPr>
          <p:cNvPr id="39" name="Shape 37"/>
          <p:cNvSpPr/>
          <p:nvPr/>
        </p:nvSpPr>
        <p:spPr>
          <a:xfrm>
            <a:off x="4975250" y="2917850"/>
            <a:ext cx="803758" cy="750722"/>
          </a:xfrm>
          <a:prstGeom prst="rect">
            <a:avLst/>
          </a:prstGeom>
          <a:solidFill>
            <a:srgbClr val="F8FE05">
              <a:alpha val="4125"/>
            </a:srgbClr>
          </a:solidFill>
          <a:ln/>
        </p:spPr>
      </p:sp>
      <p:sp>
        <p:nvSpPr>
          <p:cNvPr id="40" name="Shape 38"/>
          <p:cNvSpPr/>
          <p:nvPr/>
        </p:nvSpPr>
        <p:spPr>
          <a:xfrm>
            <a:off x="4975250" y="3659429"/>
            <a:ext cx="803758" cy="750722"/>
          </a:xfrm>
          <a:prstGeom prst="rect">
            <a:avLst/>
          </a:prstGeom>
          <a:solidFill>
            <a:srgbClr val="F8FE05">
              <a:alpha val="3094"/>
            </a:srgbClr>
          </a:solidFill>
          <a:ln/>
        </p:spPr>
      </p:sp>
      <p:sp>
        <p:nvSpPr>
          <p:cNvPr id="41" name="Shape 39"/>
          <p:cNvSpPr/>
          <p:nvPr/>
        </p:nvSpPr>
        <p:spPr>
          <a:xfrm>
            <a:off x="4975250" y="4401007"/>
            <a:ext cx="803758" cy="750722"/>
          </a:xfrm>
          <a:prstGeom prst="rect">
            <a:avLst/>
          </a:prstGeom>
          <a:solidFill>
            <a:srgbClr val="F8FE05">
              <a:alpha val="2063"/>
            </a:srgbClr>
          </a:solidFill>
          <a:ln/>
        </p:spPr>
      </p:sp>
      <p:sp>
        <p:nvSpPr>
          <p:cNvPr id="42" name="Shape 40"/>
          <p:cNvSpPr/>
          <p:nvPr/>
        </p:nvSpPr>
        <p:spPr>
          <a:xfrm>
            <a:off x="4975250" y="5142586"/>
            <a:ext cx="803758" cy="750722"/>
          </a:xfrm>
          <a:prstGeom prst="rect">
            <a:avLst/>
          </a:prstGeom>
          <a:solidFill>
            <a:srgbClr val="F8FE05">
              <a:alpha val="1031"/>
            </a:srgbClr>
          </a:solidFill>
          <a:ln/>
        </p:spPr>
      </p:sp>
      <p:sp>
        <p:nvSpPr>
          <p:cNvPr id="43" name="Shape 41"/>
          <p:cNvSpPr/>
          <p:nvPr/>
        </p:nvSpPr>
        <p:spPr>
          <a:xfrm>
            <a:off x="4288536" y="-74066"/>
            <a:ext cx="803758" cy="529209"/>
          </a:xfrm>
          <a:prstGeom prst="rect">
            <a:avLst/>
          </a:prstGeom>
          <a:solidFill>
            <a:srgbClr val="F8FE05">
              <a:alpha val="5500"/>
            </a:srgbClr>
          </a:solidFill>
          <a:ln/>
        </p:spPr>
      </p:sp>
      <p:sp>
        <p:nvSpPr>
          <p:cNvPr id="44" name="Shape 42"/>
          <p:cNvSpPr/>
          <p:nvPr/>
        </p:nvSpPr>
        <p:spPr>
          <a:xfrm>
            <a:off x="4288536" y="445999"/>
            <a:ext cx="803758" cy="529209"/>
          </a:xfrm>
          <a:prstGeom prst="rect">
            <a:avLst/>
          </a:prstGeom>
          <a:solidFill>
            <a:srgbClr val="F8FE05">
              <a:alpha val="4813"/>
            </a:srgbClr>
          </a:solidFill>
          <a:ln/>
        </p:spPr>
      </p:sp>
      <p:sp>
        <p:nvSpPr>
          <p:cNvPr id="45" name="Shape 43"/>
          <p:cNvSpPr/>
          <p:nvPr/>
        </p:nvSpPr>
        <p:spPr>
          <a:xfrm>
            <a:off x="4288536" y="966064"/>
            <a:ext cx="803758" cy="529209"/>
          </a:xfrm>
          <a:prstGeom prst="rect">
            <a:avLst/>
          </a:prstGeom>
          <a:solidFill>
            <a:srgbClr val="F8FE05">
              <a:alpha val="4125"/>
            </a:srgbClr>
          </a:solidFill>
          <a:ln/>
        </p:spPr>
      </p:sp>
      <p:sp>
        <p:nvSpPr>
          <p:cNvPr id="46" name="Shape 44"/>
          <p:cNvSpPr/>
          <p:nvPr/>
        </p:nvSpPr>
        <p:spPr>
          <a:xfrm>
            <a:off x="4288536" y="1486129"/>
            <a:ext cx="803758" cy="529209"/>
          </a:xfrm>
          <a:prstGeom prst="rect">
            <a:avLst/>
          </a:prstGeom>
          <a:solidFill>
            <a:srgbClr val="F8FE05">
              <a:alpha val="3438"/>
            </a:srgbClr>
          </a:solidFill>
          <a:ln/>
        </p:spPr>
      </p:sp>
      <p:sp>
        <p:nvSpPr>
          <p:cNvPr id="47" name="Shape 45"/>
          <p:cNvSpPr/>
          <p:nvPr/>
        </p:nvSpPr>
        <p:spPr>
          <a:xfrm>
            <a:off x="4288536" y="2006194"/>
            <a:ext cx="803758" cy="529209"/>
          </a:xfrm>
          <a:prstGeom prst="rect">
            <a:avLst/>
          </a:prstGeom>
          <a:solidFill>
            <a:srgbClr val="F8FE05">
              <a:alpha val="2750"/>
            </a:srgbClr>
          </a:solidFill>
          <a:ln/>
        </p:spPr>
      </p:sp>
      <p:sp>
        <p:nvSpPr>
          <p:cNvPr id="48" name="Shape 46"/>
          <p:cNvSpPr/>
          <p:nvPr/>
        </p:nvSpPr>
        <p:spPr>
          <a:xfrm>
            <a:off x="4288536" y="2526259"/>
            <a:ext cx="803758" cy="529209"/>
          </a:xfrm>
          <a:prstGeom prst="rect">
            <a:avLst/>
          </a:prstGeom>
          <a:solidFill>
            <a:srgbClr val="F8FE05">
              <a:alpha val="2063"/>
            </a:srgbClr>
          </a:solidFill>
          <a:ln/>
        </p:spPr>
      </p:sp>
      <p:sp>
        <p:nvSpPr>
          <p:cNvPr id="49" name="Shape 47"/>
          <p:cNvSpPr/>
          <p:nvPr/>
        </p:nvSpPr>
        <p:spPr>
          <a:xfrm>
            <a:off x="4288536" y="3046324"/>
            <a:ext cx="803758" cy="529209"/>
          </a:xfrm>
          <a:prstGeom prst="rect">
            <a:avLst/>
          </a:prstGeom>
          <a:solidFill>
            <a:srgbClr val="F8FE05">
              <a:alpha val="1375"/>
            </a:srgbClr>
          </a:solidFill>
          <a:ln/>
        </p:spPr>
      </p:sp>
      <p:sp>
        <p:nvSpPr>
          <p:cNvPr id="50" name="Shape 48"/>
          <p:cNvSpPr/>
          <p:nvPr/>
        </p:nvSpPr>
        <p:spPr>
          <a:xfrm>
            <a:off x="4288536" y="3566389"/>
            <a:ext cx="803758" cy="529209"/>
          </a:xfrm>
          <a:prstGeom prst="rect">
            <a:avLst/>
          </a:prstGeom>
          <a:solidFill>
            <a:srgbClr val="F8FE05">
              <a:alpha val="688"/>
            </a:srgbClr>
          </a:solidFill>
          <a:ln/>
        </p:spPr>
      </p:sp>
      <p:sp>
        <p:nvSpPr>
          <p:cNvPr id="51" name="Shape 49"/>
          <p:cNvSpPr/>
          <p:nvPr/>
        </p:nvSpPr>
        <p:spPr>
          <a:xfrm>
            <a:off x="3597250" y="-48463"/>
            <a:ext cx="803758" cy="296380"/>
          </a:xfrm>
          <a:prstGeom prst="rect">
            <a:avLst/>
          </a:prstGeom>
          <a:solidFill>
            <a:srgbClr val="F8FE05">
              <a:alpha val="3850"/>
            </a:srgbClr>
          </a:solidFill>
          <a:ln/>
        </p:spPr>
      </p:sp>
      <p:sp>
        <p:nvSpPr>
          <p:cNvPr id="52" name="Shape 50"/>
          <p:cNvSpPr/>
          <p:nvPr/>
        </p:nvSpPr>
        <p:spPr>
          <a:xfrm>
            <a:off x="3597250" y="238773"/>
            <a:ext cx="803758" cy="296380"/>
          </a:xfrm>
          <a:prstGeom prst="rect">
            <a:avLst/>
          </a:prstGeom>
          <a:solidFill>
            <a:srgbClr val="F8FE05">
              <a:alpha val="3369"/>
            </a:srgbClr>
          </a:solidFill>
          <a:ln/>
        </p:spPr>
      </p:sp>
      <p:sp>
        <p:nvSpPr>
          <p:cNvPr id="53" name="Shape 51"/>
          <p:cNvSpPr/>
          <p:nvPr/>
        </p:nvSpPr>
        <p:spPr>
          <a:xfrm>
            <a:off x="3597250" y="526009"/>
            <a:ext cx="803758" cy="296380"/>
          </a:xfrm>
          <a:prstGeom prst="rect">
            <a:avLst/>
          </a:prstGeom>
          <a:solidFill>
            <a:srgbClr val="F8FE05">
              <a:alpha val="2888"/>
            </a:srgbClr>
          </a:solidFill>
          <a:ln/>
        </p:spPr>
      </p:sp>
      <p:sp>
        <p:nvSpPr>
          <p:cNvPr id="54" name="Shape 52"/>
          <p:cNvSpPr/>
          <p:nvPr/>
        </p:nvSpPr>
        <p:spPr>
          <a:xfrm>
            <a:off x="3597250" y="813244"/>
            <a:ext cx="803758" cy="296380"/>
          </a:xfrm>
          <a:prstGeom prst="rect">
            <a:avLst/>
          </a:prstGeom>
          <a:solidFill>
            <a:srgbClr val="F8FE05">
              <a:alpha val="2406"/>
            </a:srgbClr>
          </a:solidFill>
          <a:ln/>
        </p:spPr>
      </p:sp>
      <p:sp>
        <p:nvSpPr>
          <p:cNvPr id="55" name="Shape 53"/>
          <p:cNvSpPr/>
          <p:nvPr/>
        </p:nvSpPr>
        <p:spPr>
          <a:xfrm>
            <a:off x="3597250" y="1100480"/>
            <a:ext cx="803758" cy="296380"/>
          </a:xfrm>
          <a:prstGeom prst="rect">
            <a:avLst/>
          </a:prstGeom>
          <a:solidFill>
            <a:srgbClr val="F8FE05">
              <a:alpha val="1925"/>
            </a:srgbClr>
          </a:solidFill>
          <a:ln/>
        </p:spPr>
      </p:sp>
      <p:sp>
        <p:nvSpPr>
          <p:cNvPr id="56" name="Shape 54"/>
          <p:cNvSpPr/>
          <p:nvPr/>
        </p:nvSpPr>
        <p:spPr>
          <a:xfrm>
            <a:off x="3597250" y="1387716"/>
            <a:ext cx="803758" cy="296380"/>
          </a:xfrm>
          <a:prstGeom prst="rect">
            <a:avLst/>
          </a:prstGeom>
          <a:solidFill>
            <a:srgbClr val="F8FE05">
              <a:alpha val="1444"/>
            </a:srgbClr>
          </a:solidFill>
          <a:ln/>
        </p:spPr>
      </p:sp>
      <p:sp>
        <p:nvSpPr>
          <p:cNvPr id="57" name="Shape 55"/>
          <p:cNvSpPr/>
          <p:nvPr/>
        </p:nvSpPr>
        <p:spPr>
          <a:xfrm>
            <a:off x="3597250" y="1674952"/>
            <a:ext cx="803758" cy="296380"/>
          </a:xfrm>
          <a:prstGeom prst="rect">
            <a:avLst/>
          </a:prstGeom>
          <a:solidFill>
            <a:srgbClr val="F8FE05">
              <a:alpha val="963"/>
            </a:srgbClr>
          </a:solidFill>
          <a:ln/>
        </p:spPr>
      </p:sp>
      <p:sp>
        <p:nvSpPr>
          <p:cNvPr id="58" name="Shape 56"/>
          <p:cNvSpPr/>
          <p:nvPr/>
        </p:nvSpPr>
        <p:spPr>
          <a:xfrm>
            <a:off x="3597250" y="1962188"/>
            <a:ext cx="803758" cy="296380"/>
          </a:xfrm>
          <a:prstGeom prst="rect">
            <a:avLst/>
          </a:prstGeom>
          <a:solidFill>
            <a:srgbClr val="F8FE05">
              <a:alpha val="481"/>
            </a:srgbClr>
          </a:solidFill>
          <a:ln/>
        </p:spPr>
      </p:sp>
      <p:sp>
        <p:nvSpPr>
          <p:cNvPr id="59" name="Shape 57"/>
          <p:cNvSpPr/>
          <p:nvPr/>
        </p:nvSpPr>
        <p:spPr>
          <a:xfrm>
            <a:off x="2787091" y="849478"/>
            <a:ext cx="803758" cy="769468"/>
          </a:xfrm>
          <a:prstGeom prst="rect">
            <a:avLst/>
          </a:prstGeom>
          <a:solidFill>
            <a:srgbClr val="FFFFFF">
              <a:alpha val="688"/>
            </a:srgbClr>
          </a:solidFill>
          <a:ln/>
        </p:spPr>
      </p:sp>
      <p:sp>
        <p:nvSpPr>
          <p:cNvPr id="60" name="Shape 58"/>
          <p:cNvSpPr/>
          <p:nvPr/>
        </p:nvSpPr>
        <p:spPr>
          <a:xfrm>
            <a:off x="2787091" y="1609801"/>
            <a:ext cx="803758" cy="769468"/>
          </a:xfrm>
          <a:prstGeom prst="rect">
            <a:avLst/>
          </a:prstGeom>
          <a:solidFill>
            <a:srgbClr val="FFFFFF">
              <a:alpha val="1375"/>
            </a:srgbClr>
          </a:solidFill>
          <a:ln/>
        </p:spPr>
      </p:sp>
      <p:sp>
        <p:nvSpPr>
          <p:cNvPr id="61" name="Shape 59"/>
          <p:cNvSpPr/>
          <p:nvPr/>
        </p:nvSpPr>
        <p:spPr>
          <a:xfrm>
            <a:off x="2787091" y="2370125"/>
            <a:ext cx="803758" cy="769468"/>
          </a:xfrm>
          <a:prstGeom prst="rect">
            <a:avLst/>
          </a:prstGeom>
          <a:solidFill>
            <a:srgbClr val="FFFFFF">
              <a:alpha val="2063"/>
            </a:srgbClr>
          </a:solidFill>
          <a:ln/>
        </p:spPr>
      </p:sp>
      <p:sp>
        <p:nvSpPr>
          <p:cNvPr id="62" name="Shape 60"/>
          <p:cNvSpPr/>
          <p:nvPr/>
        </p:nvSpPr>
        <p:spPr>
          <a:xfrm>
            <a:off x="2787091" y="3130448"/>
            <a:ext cx="803758" cy="769468"/>
          </a:xfrm>
          <a:prstGeom prst="rect">
            <a:avLst/>
          </a:prstGeom>
          <a:solidFill>
            <a:srgbClr val="FFFFFF">
              <a:alpha val="2750"/>
            </a:srgbClr>
          </a:solidFill>
          <a:ln/>
        </p:spPr>
      </p:sp>
      <p:sp>
        <p:nvSpPr>
          <p:cNvPr id="63" name="Shape 61"/>
          <p:cNvSpPr/>
          <p:nvPr/>
        </p:nvSpPr>
        <p:spPr>
          <a:xfrm>
            <a:off x="2787091" y="3890772"/>
            <a:ext cx="803758" cy="769468"/>
          </a:xfrm>
          <a:prstGeom prst="rect">
            <a:avLst/>
          </a:prstGeom>
          <a:solidFill>
            <a:srgbClr val="FFFFFF">
              <a:alpha val="3438"/>
            </a:srgbClr>
          </a:solidFill>
          <a:ln/>
        </p:spPr>
      </p:sp>
      <p:sp>
        <p:nvSpPr>
          <p:cNvPr id="64" name="Shape 62"/>
          <p:cNvSpPr/>
          <p:nvPr/>
        </p:nvSpPr>
        <p:spPr>
          <a:xfrm>
            <a:off x="2787091" y="4651096"/>
            <a:ext cx="803758" cy="769468"/>
          </a:xfrm>
          <a:prstGeom prst="rect">
            <a:avLst/>
          </a:prstGeom>
          <a:solidFill>
            <a:srgbClr val="FFFFFF">
              <a:alpha val="4125"/>
            </a:srgbClr>
          </a:solidFill>
          <a:ln/>
        </p:spPr>
      </p:sp>
      <p:sp>
        <p:nvSpPr>
          <p:cNvPr id="65" name="Shape 63"/>
          <p:cNvSpPr/>
          <p:nvPr/>
        </p:nvSpPr>
        <p:spPr>
          <a:xfrm>
            <a:off x="2787091" y="5411419"/>
            <a:ext cx="803758" cy="769468"/>
          </a:xfrm>
          <a:prstGeom prst="rect">
            <a:avLst/>
          </a:prstGeom>
          <a:solidFill>
            <a:srgbClr val="FFFFFF">
              <a:alpha val="4813"/>
            </a:srgbClr>
          </a:solidFill>
          <a:ln/>
        </p:spPr>
      </p:sp>
      <p:sp>
        <p:nvSpPr>
          <p:cNvPr id="66" name="Shape 64"/>
          <p:cNvSpPr/>
          <p:nvPr/>
        </p:nvSpPr>
        <p:spPr>
          <a:xfrm>
            <a:off x="2787091" y="6171743"/>
            <a:ext cx="803758" cy="769468"/>
          </a:xfrm>
          <a:prstGeom prst="rect">
            <a:avLst/>
          </a:prstGeom>
          <a:solidFill>
            <a:srgbClr val="FFFFFF">
              <a:alpha val="5500"/>
            </a:srgbClr>
          </a:solidFill>
          <a:ln/>
        </p:spPr>
      </p:sp>
      <p:sp>
        <p:nvSpPr>
          <p:cNvPr id="67" name="Shape 65"/>
          <p:cNvSpPr/>
          <p:nvPr/>
        </p:nvSpPr>
        <p:spPr>
          <a:xfrm>
            <a:off x="1417320" y="3457346"/>
            <a:ext cx="803758" cy="443484"/>
          </a:xfrm>
          <a:prstGeom prst="rect">
            <a:avLst/>
          </a:prstGeom>
          <a:solidFill>
            <a:srgbClr val="FFFFFF">
              <a:alpha val="138"/>
            </a:srgbClr>
          </a:solidFill>
          <a:ln/>
        </p:spPr>
      </p:sp>
      <p:sp>
        <p:nvSpPr>
          <p:cNvPr id="68" name="Shape 66"/>
          <p:cNvSpPr/>
          <p:nvPr/>
        </p:nvSpPr>
        <p:spPr>
          <a:xfrm>
            <a:off x="1417320" y="3891686"/>
            <a:ext cx="803758" cy="443484"/>
          </a:xfrm>
          <a:prstGeom prst="rect">
            <a:avLst/>
          </a:prstGeom>
          <a:solidFill>
            <a:srgbClr val="FFFFFF">
              <a:alpha val="275"/>
            </a:srgbClr>
          </a:solidFill>
          <a:ln/>
        </p:spPr>
      </p:sp>
      <p:sp>
        <p:nvSpPr>
          <p:cNvPr id="69" name="Shape 67"/>
          <p:cNvSpPr/>
          <p:nvPr/>
        </p:nvSpPr>
        <p:spPr>
          <a:xfrm>
            <a:off x="1417320" y="4326026"/>
            <a:ext cx="803758" cy="443484"/>
          </a:xfrm>
          <a:prstGeom prst="rect">
            <a:avLst/>
          </a:prstGeom>
          <a:solidFill>
            <a:srgbClr val="FFFFFF">
              <a:alpha val="412"/>
            </a:srgbClr>
          </a:solidFill>
          <a:ln/>
        </p:spPr>
      </p:sp>
      <p:sp>
        <p:nvSpPr>
          <p:cNvPr id="70" name="Shape 68"/>
          <p:cNvSpPr/>
          <p:nvPr/>
        </p:nvSpPr>
        <p:spPr>
          <a:xfrm>
            <a:off x="1417320" y="4760366"/>
            <a:ext cx="803758" cy="443484"/>
          </a:xfrm>
          <a:prstGeom prst="rect">
            <a:avLst/>
          </a:prstGeom>
          <a:solidFill>
            <a:srgbClr val="FFFFFF">
              <a:alpha val="550"/>
            </a:srgbClr>
          </a:solidFill>
          <a:ln/>
        </p:spPr>
      </p:sp>
      <p:sp>
        <p:nvSpPr>
          <p:cNvPr id="71" name="Shape 69"/>
          <p:cNvSpPr/>
          <p:nvPr/>
        </p:nvSpPr>
        <p:spPr>
          <a:xfrm>
            <a:off x="1417320" y="5194706"/>
            <a:ext cx="803758" cy="443484"/>
          </a:xfrm>
          <a:prstGeom prst="rect">
            <a:avLst/>
          </a:prstGeom>
          <a:solidFill>
            <a:srgbClr val="FFFFFF">
              <a:alpha val="688"/>
            </a:srgbClr>
          </a:solidFill>
          <a:ln/>
        </p:spPr>
      </p:sp>
      <p:sp>
        <p:nvSpPr>
          <p:cNvPr id="72" name="Shape 70"/>
          <p:cNvSpPr/>
          <p:nvPr/>
        </p:nvSpPr>
        <p:spPr>
          <a:xfrm>
            <a:off x="1417320" y="5629046"/>
            <a:ext cx="803758" cy="443484"/>
          </a:xfrm>
          <a:prstGeom prst="rect">
            <a:avLst/>
          </a:prstGeom>
          <a:solidFill>
            <a:srgbClr val="FFFFFF">
              <a:alpha val="825"/>
            </a:srgbClr>
          </a:solidFill>
          <a:ln/>
        </p:spPr>
      </p:sp>
      <p:sp>
        <p:nvSpPr>
          <p:cNvPr id="73" name="Shape 71"/>
          <p:cNvSpPr/>
          <p:nvPr/>
        </p:nvSpPr>
        <p:spPr>
          <a:xfrm>
            <a:off x="1417320" y="6063386"/>
            <a:ext cx="803758" cy="443484"/>
          </a:xfrm>
          <a:prstGeom prst="rect">
            <a:avLst/>
          </a:prstGeom>
          <a:solidFill>
            <a:srgbClr val="FFFFFF">
              <a:alpha val="963"/>
            </a:srgbClr>
          </a:solidFill>
          <a:ln/>
        </p:spPr>
      </p:sp>
      <p:sp>
        <p:nvSpPr>
          <p:cNvPr id="74" name="Shape 72"/>
          <p:cNvSpPr/>
          <p:nvPr/>
        </p:nvSpPr>
        <p:spPr>
          <a:xfrm>
            <a:off x="1417320" y="6497726"/>
            <a:ext cx="803758" cy="443484"/>
          </a:xfrm>
          <a:prstGeom prst="rect">
            <a:avLst/>
          </a:prstGeom>
          <a:solidFill>
            <a:srgbClr val="FFFFFF">
              <a:alpha val="1100"/>
            </a:srgbClr>
          </a:solidFill>
          <a:ln/>
        </p:spPr>
      </p:sp>
      <p:sp>
        <p:nvSpPr>
          <p:cNvPr id="75" name="Shape 73"/>
          <p:cNvSpPr/>
          <p:nvPr/>
        </p:nvSpPr>
        <p:spPr>
          <a:xfrm>
            <a:off x="2106778" y="2276856"/>
            <a:ext cx="803758" cy="587959"/>
          </a:xfrm>
          <a:prstGeom prst="rect">
            <a:avLst/>
          </a:prstGeom>
          <a:solidFill>
            <a:srgbClr val="FFFFFF">
              <a:alpha val="344"/>
            </a:srgbClr>
          </a:solidFill>
          <a:ln/>
        </p:spPr>
      </p:sp>
      <p:sp>
        <p:nvSpPr>
          <p:cNvPr id="76" name="Shape 74"/>
          <p:cNvSpPr/>
          <p:nvPr/>
        </p:nvSpPr>
        <p:spPr>
          <a:xfrm>
            <a:off x="2106778" y="2855671"/>
            <a:ext cx="803758" cy="587959"/>
          </a:xfrm>
          <a:prstGeom prst="rect">
            <a:avLst/>
          </a:prstGeom>
          <a:solidFill>
            <a:srgbClr val="FFFFFF">
              <a:alpha val="688"/>
            </a:srgbClr>
          </a:solidFill>
          <a:ln/>
        </p:spPr>
      </p:sp>
      <p:sp>
        <p:nvSpPr>
          <p:cNvPr id="77" name="Shape 75"/>
          <p:cNvSpPr/>
          <p:nvPr/>
        </p:nvSpPr>
        <p:spPr>
          <a:xfrm>
            <a:off x="2106778" y="3434486"/>
            <a:ext cx="803758" cy="587959"/>
          </a:xfrm>
          <a:prstGeom prst="rect">
            <a:avLst/>
          </a:prstGeom>
          <a:solidFill>
            <a:srgbClr val="FFFFFF">
              <a:alpha val="1031"/>
            </a:srgbClr>
          </a:solidFill>
          <a:ln/>
        </p:spPr>
      </p:sp>
      <p:sp>
        <p:nvSpPr>
          <p:cNvPr id="78" name="Shape 76"/>
          <p:cNvSpPr/>
          <p:nvPr/>
        </p:nvSpPr>
        <p:spPr>
          <a:xfrm>
            <a:off x="2106778" y="4013302"/>
            <a:ext cx="803758" cy="587959"/>
          </a:xfrm>
          <a:prstGeom prst="rect">
            <a:avLst/>
          </a:prstGeom>
          <a:solidFill>
            <a:srgbClr val="FFFFFF">
              <a:alpha val="1375"/>
            </a:srgbClr>
          </a:solidFill>
          <a:ln/>
        </p:spPr>
      </p:sp>
      <p:sp>
        <p:nvSpPr>
          <p:cNvPr id="79" name="Shape 77"/>
          <p:cNvSpPr/>
          <p:nvPr/>
        </p:nvSpPr>
        <p:spPr>
          <a:xfrm>
            <a:off x="2106778" y="4592117"/>
            <a:ext cx="803758" cy="587959"/>
          </a:xfrm>
          <a:prstGeom prst="rect">
            <a:avLst/>
          </a:prstGeom>
          <a:solidFill>
            <a:srgbClr val="FFFFFF">
              <a:alpha val="1719"/>
            </a:srgbClr>
          </a:solidFill>
          <a:ln/>
        </p:spPr>
      </p:sp>
      <p:sp>
        <p:nvSpPr>
          <p:cNvPr id="80" name="Shape 78"/>
          <p:cNvSpPr/>
          <p:nvPr/>
        </p:nvSpPr>
        <p:spPr>
          <a:xfrm>
            <a:off x="2106778" y="5170932"/>
            <a:ext cx="803758" cy="587959"/>
          </a:xfrm>
          <a:prstGeom prst="rect">
            <a:avLst/>
          </a:prstGeom>
          <a:solidFill>
            <a:srgbClr val="FFFFFF">
              <a:alpha val="2063"/>
            </a:srgbClr>
          </a:solidFill>
          <a:ln/>
        </p:spPr>
      </p:sp>
      <p:sp>
        <p:nvSpPr>
          <p:cNvPr id="81" name="Shape 79"/>
          <p:cNvSpPr/>
          <p:nvPr/>
        </p:nvSpPr>
        <p:spPr>
          <a:xfrm>
            <a:off x="2106778" y="5749747"/>
            <a:ext cx="803758" cy="587959"/>
          </a:xfrm>
          <a:prstGeom prst="rect">
            <a:avLst/>
          </a:prstGeom>
          <a:solidFill>
            <a:srgbClr val="FFFFFF">
              <a:alpha val="2406"/>
            </a:srgbClr>
          </a:solidFill>
          <a:ln/>
        </p:spPr>
      </p:sp>
      <p:sp>
        <p:nvSpPr>
          <p:cNvPr id="82" name="Shape 80"/>
          <p:cNvSpPr/>
          <p:nvPr/>
        </p:nvSpPr>
        <p:spPr>
          <a:xfrm>
            <a:off x="2106778" y="6328562"/>
            <a:ext cx="803758" cy="587959"/>
          </a:xfrm>
          <a:prstGeom prst="rect">
            <a:avLst/>
          </a:prstGeom>
          <a:solidFill>
            <a:srgbClr val="FFFFFF">
              <a:alpha val="2750"/>
            </a:srgbClr>
          </a:solidFill>
          <a:ln/>
        </p:spPr>
      </p:sp>
      <p:sp>
        <p:nvSpPr>
          <p:cNvPr id="83" name="Shape 81"/>
          <p:cNvSpPr/>
          <p:nvPr/>
        </p:nvSpPr>
        <p:spPr>
          <a:xfrm>
            <a:off x="3459175" y="2646274"/>
            <a:ext cx="803758" cy="547840"/>
          </a:xfrm>
          <a:prstGeom prst="rect">
            <a:avLst/>
          </a:prstGeom>
          <a:solidFill>
            <a:srgbClr val="FFFFFF">
              <a:alpha val="344"/>
            </a:srgbClr>
          </a:solidFill>
          <a:ln/>
        </p:spPr>
      </p:sp>
      <p:sp>
        <p:nvSpPr>
          <p:cNvPr id="84" name="Shape 82"/>
          <p:cNvSpPr/>
          <p:nvPr/>
        </p:nvSpPr>
        <p:spPr>
          <a:xfrm>
            <a:off x="3459175" y="3184970"/>
            <a:ext cx="803758" cy="547840"/>
          </a:xfrm>
          <a:prstGeom prst="rect">
            <a:avLst/>
          </a:prstGeom>
          <a:solidFill>
            <a:srgbClr val="FFFFFF">
              <a:alpha val="688"/>
            </a:srgbClr>
          </a:solidFill>
          <a:ln/>
        </p:spPr>
      </p:sp>
      <p:sp>
        <p:nvSpPr>
          <p:cNvPr id="85" name="Shape 83"/>
          <p:cNvSpPr/>
          <p:nvPr/>
        </p:nvSpPr>
        <p:spPr>
          <a:xfrm>
            <a:off x="3459175" y="3723665"/>
            <a:ext cx="803758" cy="547840"/>
          </a:xfrm>
          <a:prstGeom prst="rect">
            <a:avLst/>
          </a:prstGeom>
          <a:solidFill>
            <a:srgbClr val="FFFFFF">
              <a:alpha val="1031"/>
            </a:srgbClr>
          </a:solidFill>
          <a:ln/>
        </p:spPr>
      </p:sp>
      <p:sp>
        <p:nvSpPr>
          <p:cNvPr id="86" name="Shape 84"/>
          <p:cNvSpPr/>
          <p:nvPr/>
        </p:nvSpPr>
        <p:spPr>
          <a:xfrm>
            <a:off x="3459175" y="4262361"/>
            <a:ext cx="803758" cy="547840"/>
          </a:xfrm>
          <a:prstGeom prst="rect">
            <a:avLst/>
          </a:prstGeom>
          <a:solidFill>
            <a:srgbClr val="FFFFFF">
              <a:alpha val="1375"/>
            </a:srgbClr>
          </a:solidFill>
          <a:ln/>
        </p:spPr>
      </p:sp>
      <p:sp>
        <p:nvSpPr>
          <p:cNvPr id="87" name="Shape 85"/>
          <p:cNvSpPr/>
          <p:nvPr/>
        </p:nvSpPr>
        <p:spPr>
          <a:xfrm>
            <a:off x="3459175" y="4801057"/>
            <a:ext cx="803758" cy="547840"/>
          </a:xfrm>
          <a:prstGeom prst="rect">
            <a:avLst/>
          </a:prstGeom>
          <a:solidFill>
            <a:srgbClr val="FFFFFF">
              <a:alpha val="1719"/>
            </a:srgbClr>
          </a:solidFill>
          <a:ln/>
        </p:spPr>
      </p:sp>
      <p:sp>
        <p:nvSpPr>
          <p:cNvPr id="88" name="Shape 86"/>
          <p:cNvSpPr/>
          <p:nvPr/>
        </p:nvSpPr>
        <p:spPr>
          <a:xfrm>
            <a:off x="3459175" y="5339753"/>
            <a:ext cx="803758" cy="547840"/>
          </a:xfrm>
          <a:prstGeom prst="rect">
            <a:avLst/>
          </a:prstGeom>
          <a:solidFill>
            <a:srgbClr val="FFFFFF">
              <a:alpha val="2063"/>
            </a:srgbClr>
          </a:solidFill>
          <a:ln/>
        </p:spPr>
      </p:sp>
      <p:sp>
        <p:nvSpPr>
          <p:cNvPr id="89" name="Shape 87"/>
          <p:cNvSpPr/>
          <p:nvPr/>
        </p:nvSpPr>
        <p:spPr>
          <a:xfrm>
            <a:off x="3459175" y="5878449"/>
            <a:ext cx="803758" cy="547840"/>
          </a:xfrm>
          <a:prstGeom prst="rect">
            <a:avLst/>
          </a:prstGeom>
          <a:solidFill>
            <a:srgbClr val="FFFFFF">
              <a:alpha val="2406"/>
            </a:srgbClr>
          </a:solidFill>
          <a:ln/>
        </p:spPr>
      </p:sp>
      <p:sp>
        <p:nvSpPr>
          <p:cNvPr id="90" name="Shape 88"/>
          <p:cNvSpPr/>
          <p:nvPr/>
        </p:nvSpPr>
        <p:spPr>
          <a:xfrm>
            <a:off x="3459175" y="6417145"/>
            <a:ext cx="803758" cy="547840"/>
          </a:xfrm>
          <a:prstGeom prst="rect">
            <a:avLst/>
          </a:prstGeom>
          <a:solidFill>
            <a:srgbClr val="FFFFFF">
              <a:alpha val="2750"/>
            </a:srgbClr>
          </a:solidFill>
          <a:ln/>
        </p:spPr>
      </p:sp>
      <p:sp>
        <p:nvSpPr>
          <p:cNvPr id="91" name="Shape 89"/>
          <p:cNvSpPr/>
          <p:nvPr/>
        </p:nvSpPr>
        <p:spPr>
          <a:xfrm>
            <a:off x="4151376" y="4484218"/>
            <a:ext cx="803758" cy="319126"/>
          </a:xfrm>
          <a:prstGeom prst="rect">
            <a:avLst/>
          </a:prstGeom>
          <a:solidFill>
            <a:srgbClr val="FFFFFF">
              <a:alpha val="138"/>
            </a:srgbClr>
          </a:solidFill>
          <a:ln/>
        </p:spPr>
      </p:sp>
      <p:sp>
        <p:nvSpPr>
          <p:cNvPr id="92" name="Shape 90"/>
          <p:cNvSpPr/>
          <p:nvPr/>
        </p:nvSpPr>
        <p:spPr>
          <a:xfrm>
            <a:off x="4151376" y="4794199"/>
            <a:ext cx="803758" cy="319126"/>
          </a:xfrm>
          <a:prstGeom prst="rect">
            <a:avLst/>
          </a:prstGeom>
          <a:solidFill>
            <a:srgbClr val="FFFFFF">
              <a:alpha val="275"/>
            </a:srgbClr>
          </a:solidFill>
          <a:ln/>
        </p:spPr>
      </p:sp>
      <p:sp>
        <p:nvSpPr>
          <p:cNvPr id="93" name="Shape 91"/>
          <p:cNvSpPr/>
          <p:nvPr/>
        </p:nvSpPr>
        <p:spPr>
          <a:xfrm>
            <a:off x="4151376" y="5104181"/>
            <a:ext cx="803758" cy="319126"/>
          </a:xfrm>
          <a:prstGeom prst="rect">
            <a:avLst/>
          </a:prstGeom>
          <a:solidFill>
            <a:srgbClr val="FFFFFF">
              <a:alpha val="412"/>
            </a:srgbClr>
          </a:solidFill>
          <a:ln/>
        </p:spPr>
      </p:sp>
      <p:sp>
        <p:nvSpPr>
          <p:cNvPr id="94" name="Shape 92"/>
          <p:cNvSpPr/>
          <p:nvPr/>
        </p:nvSpPr>
        <p:spPr>
          <a:xfrm>
            <a:off x="4151376" y="5414162"/>
            <a:ext cx="803758" cy="319126"/>
          </a:xfrm>
          <a:prstGeom prst="rect">
            <a:avLst/>
          </a:prstGeom>
          <a:solidFill>
            <a:srgbClr val="FFFFFF">
              <a:alpha val="550"/>
            </a:srgbClr>
          </a:solidFill>
          <a:ln/>
        </p:spPr>
      </p:sp>
      <p:sp>
        <p:nvSpPr>
          <p:cNvPr id="95" name="Shape 93"/>
          <p:cNvSpPr/>
          <p:nvPr/>
        </p:nvSpPr>
        <p:spPr>
          <a:xfrm>
            <a:off x="4151376" y="5724144"/>
            <a:ext cx="803758" cy="319126"/>
          </a:xfrm>
          <a:prstGeom prst="rect">
            <a:avLst/>
          </a:prstGeom>
          <a:solidFill>
            <a:srgbClr val="FFFFFF">
              <a:alpha val="688"/>
            </a:srgbClr>
          </a:solidFill>
          <a:ln/>
        </p:spPr>
      </p:sp>
      <p:sp>
        <p:nvSpPr>
          <p:cNvPr id="96" name="Shape 94"/>
          <p:cNvSpPr/>
          <p:nvPr/>
        </p:nvSpPr>
        <p:spPr>
          <a:xfrm>
            <a:off x="4151376" y="6034126"/>
            <a:ext cx="803758" cy="319126"/>
          </a:xfrm>
          <a:prstGeom prst="rect">
            <a:avLst/>
          </a:prstGeom>
          <a:solidFill>
            <a:srgbClr val="FFFFFF">
              <a:alpha val="825"/>
            </a:srgbClr>
          </a:solidFill>
          <a:ln/>
        </p:spPr>
      </p:sp>
      <p:sp>
        <p:nvSpPr>
          <p:cNvPr id="97" name="Shape 95"/>
          <p:cNvSpPr/>
          <p:nvPr/>
        </p:nvSpPr>
        <p:spPr>
          <a:xfrm>
            <a:off x="4151376" y="6344107"/>
            <a:ext cx="803758" cy="319126"/>
          </a:xfrm>
          <a:prstGeom prst="rect">
            <a:avLst/>
          </a:prstGeom>
          <a:solidFill>
            <a:srgbClr val="FFFFFF">
              <a:alpha val="963"/>
            </a:srgbClr>
          </a:solidFill>
          <a:ln/>
        </p:spPr>
      </p:sp>
      <p:sp>
        <p:nvSpPr>
          <p:cNvPr id="98" name="Shape 96"/>
          <p:cNvSpPr/>
          <p:nvPr/>
        </p:nvSpPr>
        <p:spPr>
          <a:xfrm>
            <a:off x="4151376" y="6654089"/>
            <a:ext cx="803758" cy="319126"/>
          </a:xfrm>
          <a:prstGeom prst="rect">
            <a:avLst/>
          </a:prstGeom>
          <a:solidFill>
            <a:srgbClr val="FFFFFF">
              <a:alpha val="1100"/>
            </a:srgbClr>
          </a:solidFill>
          <a:ln/>
        </p:spPr>
      </p:sp>
      <p:sp>
        <p:nvSpPr>
          <p:cNvPr id="101" name="Shape 99"/>
          <p:cNvSpPr/>
          <p:nvPr/>
        </p:nvSpPr>
        <p:spPr>
          <a:xfrm>
            <a:off x="0" y="873252"/>
            <a:ext cx="12191695" cy="0"/>
          </a:xfrm>
          <a:prstGeom prst="line">
            <a:avLst/>
          </a:prstGeom>
          <a:noFill/>
          <a:ln w="2540">
            <a:solidFill>
              <a:srgbClr val="D0CFCF">
                <a:alpha val="60000"/>
              </a:srgbClr>
            </a:solidFill>
            <a:prstDash val="solid"/>
          </a:ln>
        </p:spPr>
      </p:sp>
      <p:sp>
        <p:nvSpPr>
          <p:cNvPr id="104" name="Text 102"/>
          <p:cNvSpPr/>
          <p:nvPr/>
        </p:nvSpPr>
        <p:spPr>
          <a:xfrm>
            <a:off x="6214262" y="1051560"/>
            <a:ext cx="5577840" cy="1371600"/>
          </a:xfrm>
          <a:prstGeom prst="rect">
            <a:avLst/>
          </a:prstGeom>
          <a:noFill/>
          <a:ln/>
        </p:spPr>
        <p:txBody>
          <a:bodyPr wrap="square" rtlCol="0" anchor="t"/>
          <a:lstStyle/>
          <a:p>
            <a:pPr indent="0" marL="0">
              <a:lnSpc>
                <a:spcPct val="90000"/>
              </a:lnSpc>
              <a:buNone/>
            </a:pPr>
            <a:r>
              <a:rPr lang="en-US" sz="3600" spc="-150" kern="0" dirty="0">
                <a:solidFill>
                  <a:srgbClr val="FFFFFF"/>
                </a:solidFill>
                <a:latin typeface="Manrope" pitchFamily="34" charset="0"/>
                <a:ea typeface="Manrope" pitchFamily="34" charset="-122"/>
                <a:cs typeface="Manrope" pitchFamily="34" charset="-120"/>
              </a:rPr>
              <a:t>Summary: five phases </a:t>
            </a:r>
            <a:r>
              <a:rPr lang="en-US" sz="3600" spc="-150" kern="0" dirty="0">
                <a:solidFill>
                  <a:srgbClr val="D5E6CD"/>
                </a:solidFill>
                <a:latin typeface="Manrope" pitchFamily="34" charset="0"/>
                <a:ea typeface="Manrope" pitchFamily="34" charset="-122"/>
                <a:cs typeface="Manrope" pitchFamily="34" charset="-120"/>
              </a:rPr>
              <a:t>from foundations to production</a:t>
            </a:r>
            <a:endParaRPr lang="en-US" sz="4400" dirty="0"/>
          </a:p>
        </p:txBody>
      </p:sp>
      <p:sp>
        <p:nvSpPr>
          <p:cNvPr id="105" name="Shape 103"/>
          <p:cNvSpPr/>
          <p:nvPr/>
        </p:nvSpPr>
        <p:spPr>
          <a:xfrm>
            <a:off x="11835994" y="1750162"/>
            <a:ext cx="803758" cy="657454"/>
          </a:xfrm>
          <a:prstGeom prst="rect">
            <a:avLst/>
          </a:prstGeom>
          <a:solidFill>
            <a:srgbClr val="FFFFFF">
              <a:alpha val="688"/>
            </a:srgbClr>
          </a:solidFill>
          <a:ln/>
        </p:spPr>
      </p:sp>
      <p:sp>
        <p:nvSpPr>
          <p:cNvPr id="106" name="Shape 104"/>
          <p:cNvSpPr/>
          <p:nvPr/>
        </p:nvSpPr>
        <p:spPr>
          <a:xfrm>
            <a:off x="11835994" y="2398471"/>
            <a:ext cx="803758" cy="657454"/>
          </a:xfrm>
          <a:prstGeom prst="rect">
            <a:avLst/>
          </a:prstGeom>
          <a:solidFill>
            <a:srgbClr val="FFFFFF">
              <a:alpha val="1375"/>
            </a:srgbClr>
          </a:solidFill>
          <a:ln/>
        </p:spPr>
      </p:sp>
      <p:sp>
        <p:nvSpPr>
          <p:cNvPr id="107" name="Shape 105"/>
          <p:cNvSpPr/>
          <p:nvPr/>
        </p:nvSpPr>
        <p:spPr>
          <a:xfrm>
            <a:off x="11835994" y="3046781"/>
            <a:ext cx="803758" cy="657454"/>
          </a:xfrm>
          <a:prstGeom prst="rect">
            <a:avLst/>
          </a:prstGeom>
          <a:solidFill>
            <a:srgbClr val="FFFFFF">
              <a:alpha val="2063"/>
            </a:srgbClr>
          </a:solidFill>
          <a:ln/>
        </p:spPr>
      </p:sp>
      <p:sp>
        <p:nvSpPr>
          <p:cNvPr id="108" name="Shape 106"/>
          <p:cNvSpPr/>
          <p:nvPr/>
        </p:nvSpPr>
        <p:spPr>
          <a:xfrm>
            <a:off x="11835994" y="3695090"/>
            <a:ext cx="803758" cy="657454"/>
          </a:xfrm>
          <a:prstGeom prst="rect">
            <a:avLst/>
          </a:prstGeom>
          <a:solidFill>
            <a:srgbClr val="FFFFFF">
              <a:alpha val="2750"/>
            </a:srgbClr>
          </a:solidFill>
          <a:ln/>
        </p:spPr>
      </p:sp>
      <p:sp>
        <p:nvSpPr>
          <p:cNvPr id="109" name="Shape 107"/>
          <p:cNvSpPr/>
          <p:nvPr/>
        </p:nvSpPr>
        <p:spPr>
          <a:xfrm>
            <a:off x="11835994" y="4343400"/>
            <a:ext cx="803758" cy="657454"/>
          </a:xfrm>
          <a:prstGeom prst="rect">
            <a:avLst/>
          </a:prstGeom>
          <a:solidFill>
            <a:srgbClr val="FFFFFF">
              <a:alpha val="3438"/>
            </a:srgbClr>
          </a:solidFill>
          <a:ln/>
        </p:spPr>
      </p:sp>
      <p:sp>
        <p:nvSpPr>
          <p:cNvPr id="110" name="Shape 108"/>
          <p:cNvSpPr/>
          <p:nvPr/>
        </p:nvSpPr>
        <p:spPr>
          <a:xfrm>
            <a:off x="11835994" y="4991710"/>
            <a:ext cx="803758" cy="657454"/>
          </a:xfrm>
          <a:prstGeom prst="rect">
            <a:avLst/>
          </a:prstGeom>
          <a:solidFill>
            <a:srgbClr val="FFFFFF">
              <a:alpha val="4125"/>
            </a:srgbClr>
          </a:solidFill>
          <a:ln/>
        </p:spPr>
      </p:sp>
      <p:sp>
        <p:nvSpPr>
          <p:cNvPr id="111" name="Shape 109"/>
          <p:cNvSpPr/>
          <p:nvPr/>
        </p:nvSpPr>
        <p:spPr>
          <a:xfrm>
            <a:off x="11835994" y="5640019"/>
            <a:ext cx="803758" cy="657454"/>
          </a:xfrm>
          <a:prstGeom prst="rect">
            <a:avLst/>
          </a:prstGeom>
          <a:solidFill>
            <a:srgbClr val="FFFFFF">
              <a:alpha val="4813"/>
            </a:srgbClr>
          </a:solidFill>
          <a:ln/>
        </p:spPr>
      </p:sp>
      <p:sp>
        <p:nvSpPr>
          <p:cNvPr id="112" name="Shape 110"/>
          <p:cNvSpPr/>
          <p:nvPr/>
        </p:nvSpPr>
        <p:spPr>
          <a:xfrm>
            <a:off x="11835994" y="6288329"/>
            <a:ext cx="803758" cy="657454"/>
          </a:xfrm>
          <a:prstGeom prst="rect">
            <a:avLst/>
          </a:prstGeom>
          <a:solidFill>
            <a:srgbClr val="FFFFFF">
              <a:alpha val="5500"/>
            </a:srgbClr>
          </a:solidFill>
          <a:ln/>
        </p:spPr>
      </p:sp>
      <p:sp>
        <p:nvSpPr>
          <p:cNvPr id="113" name="Shape 111"/>
          <p:cNvSpPr/>
          <p:nvPr/>
        </p:nvSpPr>
        <p:spPr>
          <a:xfrm>
            <a:off x="10465308" y="4358030"/>
            <a:ext cx="803758" cy="331356"/>
          </a:xfrm>
          <a:prstGeom prst="rect">
            <a:avLst/>
          </a:prstGeom>
          <a:solidFill>
            <a:srgbClr val="FFFFFF">
              <a:alpha val="138"/>
            </a:srgbClr>
          </a:solidFill>
          <a:ln/>
        </p:spPr>
      </p:sp>
      <p:sp>
        <p:nvSpPr>
          <p:cNvPr id="114" name="Shape 112"/>
          <p:cNvSpPr/>
          <p:nvPr/>
        </p:nvSpPr>
        <p:spPr>
          <a:xfrm>
            <a:off x="10465308" y="4680242"/>
            <a:ext cx="803758" cy="331356"/>
          </a:xfrm>
          <a:prstGeom prst="rect">
            <a:avLst/>
          </a:prstGeom>
          <a:solidFill>
            <a:srgbClr val="FFFFFF">
              <a:alpha val="275"/>
            </a:srgbClr>
          </a:solidFill>
          <a:ln/>
        </p:spPr>
      </p:sp>
      <p:sp>
        <p:nvSpPr>
          <p:cNvPr id="115" name="Shape 113"/>
          <p:cNvSpPr/>
          <p:nvPr/>
        </p:nvSpPr>
        <p:spPr>
          <a:xfrm>
            <a:off x="10465308" y="5002454"/>
            <a:ext cx="803758" cy="331356"/>
          </a:xfrm>
          <a:prstGeom prst="rect">
            <a:avLst/>
          </a:prstGeom>
          <a:solidFill>
            <a:srgbClr val="FFFFFF">
              <a:alpha val="412"/>
            </a:srgbClr>
          </a:solidFill>
          <a:ln/>
        </p:spPr>
      </p:sp>
      <p:sp>
        <p:nvSpPr>
          <p:cNvPr id="116" name="Shape 114"/>
          <p:cNvSpPr/>
          <p:nvPr/>
        </p:nvSpPr>
        <p:spPr>
          <a:xfrm>
            <a:off x="10465308" y="5324666"/>
            <a:ext cx="803758" cy="331356"/>
          </a:xfrm>
          <a:prstGeom prst="rect">
            <a:avLst/>
          </a:prstGeom>
          <a:solidFill>
            <a:srgbClr val="FFFFFF">
              <a:alpha val="550"/>
            </a:srgbClr>
          </a:solidFill>
          <a:ln/>
        </p:spPr>
      </p:sp>
      <p:sp>
        <p:nvSpPr>
          <p:cNvPr id="117" name="Shape 115"/>
          <p:cNvSpPr/>
          <p:nvPr/>
        </p:nvSpPr>
        <p:spPr>
          <a:xfrm>
            <a:off x="10465308" y="5646877"/>
            <a:ext cx="803758" cy="331356"/>
          </a:xfrm>
          <a:prstGeom prst="rect">
            <a:avLst/>
          </a:prstGeom>
          <a:solidFill>
            <a:srgbClr val="FFFFFF">
              <a:alpha val="688"/>
            </a:srgbClr>
          </a:solidFill>
          <a:ln/>
        </p:spPr>
      </p:sp>
      <p:sp>
        <p:nvSpPr>
          <p:cNvPr id="118" name="Shape 116"/>
          <p:cNvSpPr/>
          <p:nvPr/>
        </p:nvSpPr>
        <p:spPr>
          <a:xfrm>
            <a:off x="10465308" y="5969089"/>
            <a:ext cx="803758" cy="331356"/>
          </a:xfrm>
          <a:prstGeom prst="rect">
            <a:avLst/>
          </a:prstGeom>
          <a:solidFill>
            <a:srgbClr val="FFFFFF">
              <a:alpha val="825"/>
            </a:srgbClr>
          </a:solidFill>
          <a:ln/>
        </p:spPr>
      </p:sp>
      <p:sp>
        <p:nvSpPr>
          <p:cNvPr id="119" name="Shape 117"/>
          <p:cNvSpPr/>
          <p:nvPr/>
        </p:nvSpPr>
        <p:spPr>
          <a:xfrm>
            <a:off x="10465308" y="6291301"/>
            <a:ext cx="803758" cy="331356"/>
          </a:xfrm>
          <a:prstGeom prst="rect">
            <a:avLst/>
          </a:prstGeom>
          <a:solidFill>
            <a:srgbClr val="FFFFFF">
              <a:alpha val="963"/>
            </a:srgbClr>
          </a:solidFill>
          <a:ln/>
        </p:spPr>
      </p:sp>
      <p:sp>
        <p:nvSpPr>
          <p:cNvPr id="120" name="Shape 118"/>
          <p:cNvSpPr/>
          <p:nvPr/>
        </p:nvSpPr>
        <p:spPr>
          <a:xfrm>
            <a:off x="10465308" y="6613512"/>
            <a:ext cx="803758" cy="331356"/>
          </a:xfrm>
          <a:prstGeom prst="rect">
            <a:avLst/>
          </a:prstGeom>
          <a:solidFill>
            <a:srgbClr val="FFFFFF">
              <a:alpha val="1100"/>
            </a:srgbClr>
          </a:solidFill>
          <a:ln/>
        </p:spPr>
      </p:sp>
      <p:sp>
        <p:nvSpPr>
          <p:cNvPr id="121" name="Shape 119"/>
          <p:cNvSpPr/>
          <p:nvPr/>
        </p:nvSpPr>
        <p:spPr>
          <a:xfrm>
            <a:off x="11155680" y="3177540"/>
            <a:ext cx="803758" cy="482117"/>
          </a:xfrm>
          <a:prstGeom prst="rect">
            <a:avLst/>
          </a:prstGeom>
          <a:solidFill>
            <a:srgbClr val="FFFFFF">
              <a:alpha val="344"/>
            </a:srgbClr>
          </a:solidFill>
          <a:ln/>
        </p:spPr>
      </p:sp>
      <p:sp>
        <p:nvSpPr>
          <p:cNvPr id="122" name="Shape 120"/>
          <p:cNvSpPr/>
          <p:nvPr/>
        </p:nvSpPr>
        <p:spPr>
          <a:xfrm>
            <a:off x="11155680" y="3650513"/>
            <a:ext cx="803758" cy="482117"/>
          </a:xfrm>
          <a:prstGeom prst="rect">
            <a:avLst/>
          </a:prstGeom>
          <a:solidFill>
            <a:srgbClr val="FFFFFF">
              <a:alpha val="688"/>
            </a:srgbClr>
          </a:solidFill>
          <a:ln/>
        </p:spPr>
      </p:sp>
      <p:sp>
        <p:nvSpPr>
          <p:cNvPr id="123" name="Shape 121"/>
          <p:cNvSpPr/>
          <p:nvPr/>
        </p:nvSpPr>
        <p:spPr>
          <a:xfrm>
            <a:off x="11155680" y="4123487"/>
            <a:ext cx="803758" cy="482117"/>
          </a:xfrm>
          <a:prstGeom prst="rect">
            <a:avLst/>
          </a:prstGeom>
          <a:solidFill>
            <a:srgbClr val="FFFFFF">
              <a:alpha val="1031"/>
            </a:srgbClr>
          </a:solidFill>
          <a:ln/>
        </p:spPr>
      </p:sp>
      <p:sp>
        <p:nvSpPr>
          <p:cNvPr id="124" name="Shape 122"/>
          <p:cNvSpPr/>
          <p:nvPr/>
        </p:nvSpPr>
        <p:spPr>
          <a:xfrm>
            <a:off x="11155680" y="4596460"/>
            <a:ext cx="803758" cy="482117"/>
          </a:xfrm>
          <a:prstGeom prst="rect">
            <a:avLst/>
          </a:prstGeom>
          <a:solidFill>
            <a:srgbClr val="FFFFFF">
              <a:alpha val="1375"/>
            </a:srgbClr>
          </a:solidFill>
          <a:ln/>
        </p:spPr>
      </p:sp>
      <p:sp>
        <p:nvSpPr>
          <p:cNvPr id="125" name="Shape 123"/>
          <p:cNvSpPr/>
          <p:nvPr/>
        </p:nvSpPr>
        <p:spPr>
          <a:xfrm>
            <a:off x="11155680" y="5069434"/>
            <a:ext cx="803758" cy="482117"/>
          </a:xfrm>
          <a:prstGeom prst="rect">
            <a:avLst/>
          </a:prstGeom>
          <a:solidFill>
            <a:srgbClr val="FFFFFF">
              <a:alpha val="1719"/>
            </a:srgbClr>
          </a:solidFill>
          <a:ln/>
        </p:spPr>
      </p:sp>
      <p:sp>
        <p:nvSpPr>
          <p:cNvPr id="126" name="Shape 124"/>
          <p:cNvSpPr/>
          <p:nvPr/>
        </p:nvSpPr>
        <p:spPr>
          <a:xfrm>
            <a:off x="11155680" y="5542407"/>
            <a:ext cx="803758" cy="482117"/>
          </a:xfrm>
          <a:prstGeom prst="rect">
            <a:avLst/>
          </a:prstGeom>
          <a:solidFill>
            <a:srgbClr val="FFFFFF">
              <a:alpha val="2063"/>
            </a:srgbClr>
          </a:solidFill>
          <a:ln/>
        </p:spPr>
      </p:sp>
      <p:sp>
        <p:nvSpPr>
          <p:cNvPr id="127" name="Shape 125"/>
          <p:cNvSpPr/>
          <p:nvPr/>
        </p:nvSpPr>
        <p:spPr>
          <a:xfrm>
            <a:off x="11155680" y="6015380"/>
            <a:ext cx="803758" cy="482117"/>
          </a:xfrm>
          <a:prstGeom prst="rect">
            <a:avLst/>
          </a:prstGeom>
          <a:solidFill>
            <a:srgbClr val="FFFFFF">
              <a:alpha val="2406"/>
            </a:srgbClr>
          </a:solidFill>
          <a:ln/>
        </p:spPr>
      </p:sp>
      <p:sp>
        <p:nvSpPr>
          <p:cNvPr id="128" name="Shape 126"/>
          <p:cNvSpPr/>
          <p:nvPr/>
        </p:nvSpPr>
        <p:spPr>
          <a:xfrm>
            <a:off x="11155680" y="6488354"/>
            <a:ext cx="803758" cy="482117"/>
          </a:xfrm>
          <a:prstGeom prst="rect">
            <a:avLst/>
          </a:prstGeom>
          <a:solidFill>
            <a:srgbClr val="FFFFFF">
              <a:alpha val="2750"/>
            </a:srgbClr>
          </a:solidFill>
          <a:ln/>
        </p:spPr>
      </p:sp>
      <p:sp>
        <p:nvSpPr>
          <p:cNvPr id="129" name="Text 127"/>
          <p:cNvSpPr/>
          <p:nvPr/>
        </p:nvSpPr>
        <p:spPr>
          <a:xfrm>
            <a:off x="7291426" y="2921508"/>
            <a:ext cx="4480560" cy="339242"/>
          </a:xfrm>
          <a:prstGeom prst="rect">
            <a:avLst/>
          </a:prstGeom>
          <a:noFill/>
          <a:ln/>
        </p:spPr>
        <p:txBody>
          <a:bodyPr wrap="square" rtlCol="0" anchor="t"/>
          <a:lstStyle/>
          <a:p>
            <a:pPr indent="0" marL="0">
              <a:lnSpc>
                <a:spcPct val="125000"/>
              </a:lnSpc>
              <a:spcAft>
                <a:spcPts val="600"/>
              </a:spcAft>
              <a:buNone/>
            </a:pPr>
            <a:r>
              <a:rPr lang="en-US" sz="1800" dirty="0">
                <a:solidFill>
                  <a:srgbClr val="D5E6CD"/>
                </a:solidFill>
                <a:latin typeface="Manrope" pitchFamily="34" charset="0"/>
                <a:ea typeface="Manrope" pitchFamily="34" charset="-122"/>
                <a:cs typeface="Manrope" pitchFamily="34" charset="-120"/>
              </a:rPr>
              <a:t>Start building early</a:t>
            </a:r>
            <a:endParaRPr lang="en-US" sz="1800" dirty="0"/>
          </a:p>
        </p:txBody>
      </p:sp>
      <p:sp>
        <p:nvSpPr>
          <p:cNvPr id="130" name="Text 128"/>
          <p:cNvSpPr/>
          <p:nvPr/>
        </p:nvSpPr>
        <p:spPr>
          <a:xfrm>
            <a:off x="7291426" y="3265322"/>
            <a:ext cx="4480560" cy="777240"/>
          </a:xfrm>
          <a:prstGeom prst="rect">
            <a:avLst/>
          </a:prstGeom>
          <a:noFill/>
          <a:ln/>
        </p:spPr>
        <p:txBody>
          <a:bodyPr wrap="square" rtlCol="0" anchor="t"/>
          <a:lstStyle/>
          <a:p>
            <a:pPr indent="0" marL="0">
              <a:lnSpc>
                <a:spcPct val="125000"/>
              </a:lnSpc>
              <a:spcAft>
                <a:spcPts val="600"/>
              </a:spcAft>
              <a:buNone/>
            </a:pPr>
            <a:r>
              <a:rPr lang="en-US" sz="1400" dirty="0">
                <a:solidFill>
                  <a:srgbClr val="FFFFFF"/>
                </a:solidFill>
                <a:latin typeface="Manrope" pitchFamily="34" charset="0"/>
                <a:ea typeface="Manrope" pitchFamily="34" charset="-122"/>
                <a:cs typeface="Manrope" pitchFamily="34" charset="-120"/>
              </a:rPr>
              <a:t>Stages 4–10 overlap heavily in practice, so build small agents early instead of waiting for “mastery”.</a:t>
            </a:r>
            <a:endParaRPr lang="en-US" sz="1200" dirty="0"/>
          </a:p>
        </p:txBody>
      </p:sp>
      <p:sp>
        <p:nvSpPr>
          <p:cNvPr id="131" name="Shape 129"/>
          <p:cNvSpPr/>
          <p:nvPr/>
        </p:nvSpPr>
        <p:spPr>
          <a:xfrm>
            <a:off x="6630314" y="2984602"/>
            <a:ext cx="559613" cy="373075"/>
          </a:xfrm>
          <a:prstGeom prst="ellipse">
            <a:avLst/>
          </a:prstGeom>
          <a:ln w="15875">
            <a:solidFill>
              <a:srgbClr val="9FEF9C"/>
            </a:solidFill>
            <a:prstDash val="solid"/>
          </a:ln>
        </p:spPr>
      </p:sp>
      <p:sp>
        <p:nvSpPr>
          <p:cNvPr id="132" name="Shape 130"/>
          <p:cNvSpPr/>
          <p:nvPr/>
        </p:nvSpPr>
        <p:spPr>
          <a:xfrm>
            <a:off x="6814987" y="3107716"/>
            <a:ext cx="190268" cy="126846"/>
          </a:xfrm>
          <a:prstGeom prst="ellipse">
            <a:avLst/>
          </a:prstGeom>
          <a:solidFill>
            <a:srgbClr val="9FEF9C"/>
          </a:solidFill>
          <a:ln/>
        </p:spPr>
      </p:sp>
      <p:sp>
        <p:nvSpPr>
          <p:cNvPr id="137" name="Text 135"/>
          <p:cNvSpPr/>
          <p:nvPr/>
        </p:nvSpPr>
        <p:spPr>
          <a:xfrm>
            <a:off x="7291426" y="4340657"/>
            <a:ext cx="4480560" cy="339242"/>
          </a:xfrm>
          <a:prstGeom prst="rect">
            <a:avLst/>
          </a:prstGeom>
          <a:noFill/>
          <a:ln/>
        </p:spPr>
        <p:txBody>
          <a:bodyPr wrap="square" rtlCol="0" anchor="t"/>
          <a:lstStyle/>
          <a:p>
            <a:pPr indent="0" marL="0">
              <a:lnSpc>
                <a:spcPct val="125000"/>
              </a:lnSpc>
              <a:spcAft>
                <a:spcPts val="600"/>
              </a:spcAft>
              <a:buNone/>
            </a:pPr>
            <a:r>
              <a:rPr lang="en-US" sz="1800" dirty="0">
                <a:solidFill>
                  <a:srgbClr val="D5E6CD"/>
                </a:solidFill>
                <a:latin typeface="Manrope" pitchFamily="34" charset="0"/>
                <a:ea typeface="Manrope" pitchFamily="34" charset="-122"/>
                <a:cs typeface="Manrope" pitchFamily="34" charset="-120"/>
              </a:rPr>
              <a:t>Keep it simple</a:t>
            </a:r>
            <a:endParaRPr lang="en-US" sz="1800" dirty="0"/>
          </a:p>
        </p:txBody>
      </p:sp>
      <p:sp>
        <p:nvSpPr>
          <p:cNvPr id="138" name="Text 136"/>
          <p:cNvSpPr/>
          <p:nvPr/>
        </p:nvSpPr>
        <p:spPr>
          <a:xfrm>
            <a:off x="7291426" y="4684471"/>
            <a:ext cx="4480560" cy="777240"/>
          </a:xfrm>
          <a:prstGeom prst="rect">
            <a:avLst/>
          </a:prstGeom>
          <a:noFill/>
          <a:ln/>
        </p:spPr>
        <p:txBody>
          <a:bodyPr wrap="square" rtlCol="0" anchor="t"/>
          <a:lstStyle/>
          <a:p>
            <a:pPr indent="0" marL="0">
              <a:lnSpc>
                <a:spcPct val="125000"/>
              </a:lnSpc>
              <a:spcAft>
                <a:spcPts val="600"/>
              </a:spcAft>
              <a:buNone/>
            </a:pPr>
            <a:r>
              <a:rPr lang="en-US" sz="1400" dirty="0">
                <a:solidFill>
                  <a:srgbClr val="FFFFFF"/>
                </a:solidFill>
                <a:latin typeface="Manrope" pitchFamily="34" charset="0"/>
                <a:ea typeface="Manrope" pitchFamily="34" charset="-122"/>
                <a:cs typeface="Manrope" pitchFamily="34" charset="-120"/>
              </a:rPr>
              <a:t>Use the simplest solution that works, and add complexity only when needed.</a:t>
            </a:r>
            <a:endParaRPr lang="en-US" sz="1200" dirty="0"/>
          </a:p>
        </p:txBody>
      </p:sp>
      <p:sp>
        <p:nvSpPr>
          <p:cNvPr id="139" name="Shape 137"/>
          <p:cNvSpPr/>
          <p:nvPr/>
        </p:nvSpPr>
        <p:spPr>
          <a:xfrm>
            <a:off x="6725412" y="4341571"/>
            <a:ext cx="410566" cy="410566"/>
          </a:xfrm>
          <a:prstGeom prst="ellipse">
            <a:avLst/>
          </a:prstGeom>
          <a:ln w="15875">
            <a:solidFill>
              <a:srgbClr val="9FEF9C"/>
            </a:solidFill>
            <a:prstDash val="solid"/>
          </a:ln>
        </p:spPr>
      </p:sp>
      <p:sp>
        <p:nvSpPr>
          <p:cNvPr id="140" name="Shape 138"/>
          <p:cNvSpPr/>
          <p:nvPr/>
        </p:nvSpPr>
        <p:spPr>
          <a:xfrm>
            <a:off x="6860899" y="4477058"/>
            <a:ext cx="139592" cy="139592"/>
          </a:xfrm>
          <a:prstGeom prst="ellipse">
            <a:avLst/>
          </a:prstGeom>
          <a:solidFill>
            <a:srgbClr val="9FEF9C"/>
          </a:solidFill>
          <a:ln/>
        </p:spPr>
      </p:sp>
      <p:sp>
        <p:nvSpPr>
          <p:cNvPr id="2001" name="g1 text 2001"/>
          <p:cNvSpPr txBox="1"/>
          <p:nvPr/>
        </p:nvSpPr>
        <p:spPr>
          <a:xfrm>
            <a:off x="548640" y="1188720"/>
            <a:ext cx="4846320" cy="365760"/>
          </a:xfrm>
          <a:prstGeom prst="rect">
            <a:avLst/>
          </a:prstGeom>
          <a:noFill/>
        </p:spPr>
        <p:txBody>
          <a:bodyPr wrap="square" lIns="0" tIns="0" rIns="0" bIns="0" anchor="t">
            <a:noAutofit/>
          </a:bodyPr>
          <a:lstStyle/>
          <a:p>
            <a:pPr algn="l">
              <a:lnSpc>
                <a:spcPct val="100000"/>
              </a:lnSpc>
              <a:buNone/>
            </a:pPr>
            <a:r>
              <a:rPr lang="en-US" sz="1600" b="1" dirty="0">
                <a:solidFill>
                  <a:srgbClr val="D5E6CD"/>
                </a:solidFill>
                <a:latin typeface="Manrope"/>
                <a:ea typeface="Manrope"/>
                <a:cs typeface="Manrope"/>
              </a:rPr>
              <a:t>Stage 0 on-ramp, then:</a:t>
            </a:r>
          </a:p>
        </p:txBody>
      </p:sp>
      <p:sp>
        <p:nvSpPr>
          <p:cNvPr id="2002" name="g1 text 2002"/>
          <p:cNvSpPr txBox="1"/>
          <p:nvPr/>
        </p:nvSpPr>
        <p:spPr>
          <a:xfrm>
            <a:off x="548640" y="1737360"/>
            <a:ext cx="1280160" cy="731520"/>
          </a:xfrm>
          <a:prstGeom prst="rect">
            <a:avLst/>
          </a:prstGeom>
          <a:noFill/>
        </p:spPr>
        <p:txBody>
          <a:bodyPr wrap="square" lIns="0" tIns="0" rIns="0" bIns="0" anchor="ctr">
            <a:noAutofit/>
          </a:bodyPr>
          <a:lstStyle/>
          <a:p>
            <a:pPr algn="l">
              <a:lnSpc>
                <a:spcPct val="100000"/>
              </a:lnSpc>
              <a:buNone/>
            </a:pPr>
            <a:r>
              <a:rPr lang="en-US" sz="3000" b="0" dirty="0">
                <a:solidFill>
                  <a:srgbClr val="FCFF9B"/>
                </a:solidFill>
                <a:latin typeface="Manrope"/>
                <a:ea typeface="Manrope"/>
                <a:cs typeface="Manrope"/>
              </a:rPr>
              <a:t>1–3</a:t>
            </a:r>
          </a:p>
        </p:txBody>
      </p:sp>
      <p:sp>
        <p:nvSpPr>
          <p:cNvPr id="2003" name="g1 text 2003"/>
          <p:cNvSpPr txBox="1"/>
          <p:nvPr/>
        </p:nvSpPr>
        <p:spPr>
          <a:xfrm>
            <a:off x="1874520" y="1783080"/>
            <a:ext cx="3566160" cy="320040"/>
          </a:xfrm>
          <a:prstGeom prst="rect">
            <a:avLst/>
          </a:prstGeom>
          <a:noFill/>
        </p:spPr>
        <p:txBody>
          <a:bodyPr wrap="square" lIns="0" tIns="0" rIns="0" bIns="0" anchor="t">
            <a:noAutofit/>
          </a:bodyPr>
          <a:lstStyle/>
          <a:p>
            <a:pPr algn="l">
              <a:lnSpc>
                <a:spcPct val="100000"/>
              </a:lnSpc>
              <a:buNone/>
            </a:pPr>
            <a:r>
              <a:rPr lang="en-US" sz="1600" b="1" dirty="0">
                <a:solidFill>
                  <a:srgbClr val="FFFFFF"/>
                </a:solidFill>
                <a:latin typeface="Manrope"/>
                <a:ea typeface="Manrope"/>
                <a:cs typeface="Manrope"/>
              </a:rPr>
              <a:t>Foundations</a:t>
            </a:r>
          </a:p>
        </p:txBody>
      </p:sp>
      <p:sp>
        <p:nvSpPr>
          <p:cNvPr id="2004" name="g1 text 2004"/>
          <p:cNvSpPr txBox="1"/>
          <p:nvPr/>
        </p:nvSpPr>
        <p:spPr>
          <a:xfrm>
            <a:off x="1874520" y="2103120"/>
            <a:ext cx="3566160" cy="411480"/>
          </a:xfrm>
          <a:prstGeom prst="rect">
            <a:avLst/>
          </a:prstGeom>
          <a:noFill/>
        </p:spPr>
        <p:txBody>
          <a:bodyPr wrap="square" lIns="0" tIns="0" rIns="0" bIns="0" anchor="t">
            <a:noAutofit/>
          </a:bodyPr>
          <a:lstStyle/>
          <a:p>
            <a:pPr algn="l">
              <a:lnSpc>
                <a:spcPct val="100000"/>
              </a:lnSpc>
              <a:buNone/>
            </a:pPr>
            <a:r>
              <a:rPr lang="en-US" sz="1300" b="0" dirty="0">
                <a:solidFill>
                  <a:srgbClr val="FFFFFF"/>
                </a:solidFill>
                <a:latin typeface="Manrope"/>
                <a:ea typeface="Manrope"/>
                <a:cs typeface="Manrope"/>
              </a:rPr>
              <a:t>Math, deep learning, and the LLM as the agent’s “brain”</a:t>
            </a:r>
          </a:p>
        </p:txBody>
      </p:sp>
      <p:sp>
        <p:nvSpPr>
          <p:cNvPr id="2005" name="g1 shape 2005"/>
          <p:cNvSpPr/>
          <p:nvPr/>
        </p:nvSpPr>
        <p:spPr>
          <a:xfrm>
            <a:off x="548640" y="2542032"/>
            <a:ext cx="4663440" cy="0"/>
          </a:xfrm>
          <a:prstGeom prst="line">
            <a:avLst/>
          </a:prstGeom>
          <a:noFill/>
          <a:ln w="6350">
            <a:solidFill>
              <a:srgbClr val="D5E6CD"/>
            </a:solidFill>
          </a:ln>
        </p:spPr>
      </p:sp>
      <p:sp>
        <p:nvSpPr>
          <p:cNvPr id="2006" name="g1 text 2006"/>
          <p:cNvSpPr txBox="1"/>
          <p:nvPr/>
        </p:nvSpPr>
        <p:spPr>
          <a:xfrm>
            <a:off x="548640" y="2651760"/>
            <a:ext cx="1280160" cy="731520"/>
          </a:xfrm>
          <a:prstGeom prst="rect">
            <a:avLst/>
          </a:prstGeom>
          <a:noFill/>
        </p:spPr>
        <p:txBody>
          <a:bodyPr wrap="square" lIns="0" tIns="0" rIns="0" bIns="0" anchor="ctr">
            <a:noAutofit/>
          </a:bodyPr>
          <a:lstStyle/>
          <a:p>
            <a:pPr algn="l">
              <a:lnSpc>
                <a:spcPct val="100000"/>
              </a:lnSpc>
              <a:buNone/>
            </a:pPr>
            <a:r>
              <a:rPr lang="en-US" sz="3000" b="0" dirty="0">
                <a:solidFill>
                  <a:srgbClr val="FCFF9B"/>
                </a:solidFill>
                <a:latin typeface="Manrope"/>
                <a:ea typeface="Manrope"/>
                <a:cs typeface="Manrope"/>
              </a:rPr>
              <a:t>4–5</a:t>
            </a:r>
          </a:p>
        </p:txBody>
      </p:sp>
      <p:sp>
        <p:nvSpPr>
          <p:cNvPr id="2007" name="g1 text 2007"/>
          <p:cNvSpPr txBox="1"/>
          <p:nvPr/>
        </p:nvSpPr>
        <p:spPr>
          <a:xfrm>
            <a:off x="1874520" y="2697480"/>
            <a:ext cx="3566160" cy="320040"/>
          </a:xfrm>
          <a:prstGeom prst="rect">
            <a:avLst/>
          </a:prstGeom>
          <a:noFill/>
        </p:spPr>
        <p:txBody>
          <a:bodyPr wrap="square" lIns="0" tIns="0" rIns="0" bIns="0" anchor="t">
            <a:noAutofit/>
          </a:bodyPr>
          <a:lstStyle/>
          <a:p>
            <a:pPr algn="l">
              <a:lnSpc>
                <a:spcPct val="100000"/>
              </a:lnSpc>
              <a:buNone/>
            </a:pPr>
            <a:r>
              <a:rPr lang="en-US" sz="1600" b="1" dirty="0">
                <a:solidFill>
                  <a:srgbClr val="FFFFFF"/>
                </a:solidFill>
                <a:latin typeface="Manrope"/>
                <a:ea typeface="Manrope"/>
                <a:cs typeface="Manrope"/>
              </a:rPr>
              <a:t>Steer and ground</a:t>
            </a:r>
          </a:p>
        </p:txBody>
      </p:sp>
      <p:sp>
        <p:nvSpPr>
          <p:cNvPr id="2008" name="g1 text 2008"/>
          <p:cNvSpPr txBox="1"/>
          <p:nvPr/>
        </p:nvSpPr>
        <p:spPr>
          <a:xfrm>
            <a:off x="1874520" y="3017520"/>
            <a:ext cx="3566160" cy="411480"/>
          </a:xfrm>
          <a:prstGeom prst="rect">
            <a:avLst/>
          </a:prstGeom>
          <a:noFill/>
        </p:spPr>
        <p:txBody>
          <a:bodyPr wrap="square" lIns="0" tIns="0" rIns="0" bIns="0" anchor="t">
            <a:noAutofit/>
          </a:bodyPr>
          <a:lstStyle/>
          <a:p>
            <a:pPr algn="l">
              <a:lnSpc>
                <a:spcPct val="100000"/>
              </a:lnSpc>
              <a:buNone/>
            </a:pPr>
            <a:r>
              <a:rPr lang="en-US" sz="1300" b="0" dirty="0">
                <a:solidFill>
                  <a:srgbClr val="FFFFFF"/>
                </a:solidFill>
                <a:latin typeface="Manrope"/>
                <a:ea typeface="Manrope"/>
                <a:cs typeface="Manrope"/>
              </a:rPr>
              <a:t>Prompts are the program; RAG adds fresh knowledge</a:t>
            </a:r>
          </a:p>
        </p:txBody>
      </p:sp>
      <p:sp>
        <p:nvSpPr>
          <p:cNvPr id="2009" name="g1 shape 2009"/>
          <p:cNvSpPr/>
          <p:nvPr/>
        </p:nvSpPr>
        <p:spPr>
          <a:xfrm>
            <a:off x="548640" y="3456432"/>
            <a:ext cx="4663440" cy="0"/>
          </a:xfrm>
          <a:prstGeom prst="line">
            <a:avLst/>
          </a:prstGeom>
          <a:noFill/>
          <a:ln w="6350">
            <a:solidFill>
              <a:srgbClr val="D5E6CD"/>
            </a:solidFill>
          </a:ln>
        </p:spPr>
      </p:sp>
      <p:sp>
        <p:nvSpPr>
          <p:cNvPr id="2010" name="g1 text 2010"/>
          <p:cNvSpPr txBox="1"/>
          <p:nvPr/>
        </p:nvSpPr>
        <p:spPr>
          <a:xfrm>
            <a:off x="548640" y="3566160"/>
            <a:ext cx="1280160" cy="731520"/>
          </a:xfrm>
          <a:prstGeom prst="rect">
            <a:avLst/>
          </a:prstGeom>
          <a:noFill/>
        </p:spPr>
        <p:txBody>
          <a:bodyPr wrap="square" lIns="0" tIns="0" rIns="0" bIns="0" anchor="ctr">
            <a:noAutofit/>
          </a:bodyPr>
          <a:lstStyle/>
          <a:p>
            <a:pPr algn="l">
              <a:lnSpc>
                <a:spcPct val="100000"/>
              </a:lnSpc>
              <a:buNone/>
            </a:pPr>
            <a:r>
              <a:rPr lang="en-US" sz="3000" b="0" dirty="0">
                <a:solidFill>
                  <a:srgbClr val="FCFF9B"/>
                </a:solidFill>
                <a:latin typeface="Manrope"/>
                <a:ea typeface="Manrope"/>
                <a:cs typeface="Manrope"/>
              </a:rPr>
              <a:t>6–7</a:t>
            </a:r>
          </a:p>
        </p:txBody>
      </p:sp>
      <p:sp>
        <p:nvSpPr>
          <p:cNvPr id="2011" name="g1 text 2011"/>
          <p:cNvSpPr txBox="1"/>
          <p:nvPr/>
        </p:nvSpPr>
        <p:spPr>
          <a:xfrm>
            <a:off x="1874520" y="3611880"/>
            <a:ext cx="3566160" cy="320040"/>
          </a:xfrm>
          <a:prstGeom prst="rect">
            <a:avLst/>
          </a:prstGeom>
          <a:noFill/>
        </p:spPr>
        <p:txBody>
          <a:bodyPr wrap="square" lIns="0" tIns="0" rIns="0" bIns="0" anchor="t">
            <a:noAutofit/>
          </a:bodyPr>
          <a:lstStyle/>
          <a:p>
            <a:pPr algn="l">
              <a:lnSpc>
                <a:spcPct val="100000"/>
              </a:lnSpc>
              <a:buNone/>
            </a:pPr>
            <a:r>
              <a:rPr lang="en-US" sz="1600" b="1" dirty="0">
                <a:solidFill>
                  <a:srgbClr val="FFFFFF"/>
                </a:solidFill>
                <a:latin typeface="Manrope"/>
                <a:ea typeface="Manrope"/>
                <a:cs typeface="Manrope"/>
              </a:rPr>
              <a:t>Act</a:t>
            </a:r>
          </a:p>
        </p:txBody>
      </p:sp>
      <p:sp>
        <p:nvSpPr>
          <p:cNvPr id="2012" name="g1 text 2012"/>
          <p:cNvSpPr txBox="1"/>
          <p:nvPr/>
        </p:nvSpPr>
        <p:spPr>
          <a:xfrm>
            <a:off x="1874520" y="3931920"/>
            <a:ext cx="3566160" cy="411480"/>
          </a:xfrm>
          <a:prstGeom prst="rect">
            <a:avLst/>
          </a:prstGeom>
          <a:noFill/>
        </p:spPr>
        <p:txBody>
          <a:bodyPr wrap="square" lIns="0" tIns="0" rIns="0" bIns="0" anchor="t">
            <a:noAutofit/>
          </a:bodyPr>
          <a:lstStyle/>
          <a:p>
            <a:pPr algn="l">
              <a:lnSpc>
                <a:spcPct val="100000"/>
              </a:lnSpc>
              <a:buNone/>
            </a:pPr>
            <a:r>
              <a:rPr lang="en-US" sz="1300" b="0" dirty="0">
                <a:solidFill>
                  <a:srgbClr val="FFFFFF"/>
                </a:solidFill>
                <a:latin typeface="Manrope"/>
                <a:ea typeface="Manrope"/>
                <a:cs typeface="Manrope"/>
              </a:rPr>
              <a:t>Tool calling and agent architectures, simplest first</a:t>
            </a:r>
          </a:p>
        </p:txBody>
      </p:sp>
      <p:sp>
        <p:nvSpPr>
          <p:cNvPr id="2013" name="g1 shape 2013"/>
          <p:cNvSpPr/>
          <p:nvPr/>
        </p:nvSpPr>
        <p:spPr>
          <a:xfrm>
            <a:off x="548640" y="4370832"/>
            <a:ext cx="4663440" cy="0"/>
          </a:xfrm>
          <a:prstGeom prst="line">
            <a:avLst/>
          </a:prstGeom>
          <a:noFill/>
          <a:ln w="6350">
            <a:solidFill>
              <a:srgbClr val="D5E6CD"/>
            </a:solidFill>
          </a:ln>
        </p:spPr>
      </p:sp>
      <p:sp>
        <p:nvSpPr>
          <p:cNvPr id="2014" name="g1 text 2014"/>
          <p:cNvSpPr txBox="1"/>
          <p:nvPr/>
        </p:nvSpPr>
        <p:spPr>
          <a:xfrm>
            <a:off x="548640" y="4480560"/>
            <a:ext cx="1280160" cy="731520"/>
          </a:xfrm>
          <a:prstGeom prst="rect">
            <a:avLst/>
          </a:prstGeom>
          <a:noFill/>
        </p:spPr>
        <p:txBody>
          <a:bodyPr wrap="square" lIns="0" tIns="0" rIns="0" bIns="0" anchor="ctr">
            <a:noAutofit/>
          </a:bodyPr>
          <a:lstStyle/>
          <a:p>
            <a:pPr algn="l">
              <a:lnSpc>
                <a:spcPct val="100000"/>
              </a:lnSpc>
              <a:buNone/>
            </a:pPr>
            <a:r>
              <a:rPr lang="en-US" sz="3000" b="0" dirty="0">
                <a:solidFill>
                  <a:srgbClr val="FCFF9B"/>
                </a:solidFill>
                <a:latin typeface="Manrope"/>
                <a:ea typeface="Manrope"/>
                <a:cs typeface="Manrope"/>
              </a:rPr>
              <a:t>8</a:t>
            </a:r>
          </a:p>
        </p:txBody>
      </p:sp>
      <p:sp>
        <p:nvSpPr>
          <p:cNvPr id="2015" name="g1 text 2015"/>
          <p:cNvSpPr txBox="1"/>
          <p:nvPr/>
        </p:nvSpPr>
        <p:spPr>
          <a:xfrm>
            <a:off x="1874520" y="4526280"/>
            <a:ext cx="3566160" cy="320040"/>
          </a:xfrm>
          <a:prstGeom prst="rect">
            <a:avLst/>
          </a:prstGeom>
          <a:noFill/>
        </p:spPr>
        <p:txBody>
          <a:bodyPr wrap="square" lIns="0" tIns="0" rIns="0" bIns="0" anchor="t">
            <a:noAutofit/>
          </a:bodyPr>
          <a:lstStyle/>
          <a:p>
            <a:pPr algn="l">
              <a:lnSpc>
                <a:spcPct val="100000"/>
              </a:lnSpc>
              <a:buNone/>
            </a:pPr>
            <a:r>
              <a:rPr lang="en-US" sz="1600" b="1" dirty="0">
                <a:solidFill>
                  <a:srgbClr val="FFFFFF"/>
                </a:solidFill>
                <a:latin typeface="Manrope"/>
                <a:ea typeface="Manrope"/>
                <a:cs typeface="Manrope"/>
              </a:rPr>
              <a:t>Build with leverage</a:t>
            </a:r>
          </a:p>
        </p:txBody>
      </p:sp>
      <p:sp>
        <p:nvSpPr>
          <p:cNvPr id="2016" name="g1 text 2016"/>
          <p:cNvSpPr txBox="1"/>
          <p:nvPr/>
        </p:nvSpPr>
        <p:spPr>
          <a:xfrm>
            <a:off x="1874520" y="4846320"/>
            <a:ext cx="3566160" cy="411480"/>
          </a:xfrm>
          <a:prstGeom prst="rect">
            <a:avLst/>
          </a:prstGeom>
          <a:noFill/>
        </p:spPr>
        <p:txBody>
          <a:bodyPr wrap="square" lIns="0" tIns="0" rIns="0" bIns="0" anchor="t">
            <a:noAutofit/>
          </a:bodyPr>
          <a:lstStyle/>
          <a:p>
            <a:pPr algn="l">
              <a:lnSpc>
                <a:spcPct val="100000"/>
              </a:lnSpc>
              <a:buNone/>
            </a:pPr>
            <a:r>
              <a:rPr lang="en-US" sz="1300" b="0" dirty="0">
                <a:solidFill>
                  <a:srgbClr val="FFFFFF"/>
                </a:solidFill>
                <a:latin typeface="Manrope"/>
                <a:ea typeface="Manrope"/>
                <a:cs typeface="Manrope"/>
              </a:rPr>
              <a:t>One framework deeply, plus MCP</a:t>
            </a:r>
          </a:p>
        </p:txBody>
      </p:sp>
      <p:sp>
        <p:nvSpPr>
          <p:cNvPr id="2017" name="g1 shape 2017"/>
          <p:cNvSpPr/>
          <p:nvPr/>
        </p:nvSpPr>
        <p:spPr>
          <a:xfrm>
            <a:off x="548640" y="5285232"/>
            <a:ext cx="4663440" cy="0"/>
          </a:xfrm>
          <a:prstGeom prst="line">
            <a:avLst/>
          </a:prstGeom>
          <a:noFill/>
          <a:ln w="6350">
            <a:solidFill>
              <a:srgbClr val="D5E6CD"/>
            </a:solidFill>
          </a:ln>
        </p:spPr>
      </p:sp>
      <p:sp>
        <p:nvSpPr>
          <p:cNvPr id="2018" name="g1 text 2018"/>
          <p:cNvSpPr txBox="1"/>
          <p:nvPr/>
        </p:nvSpPr>
        <p:spPr>
          <a:xfrm>
            <a:off x="548640" y="5394960"/>
            <a:ext cx="1280160" cy="731520"/>
          </a:xfrm>
          <a:prstGeom prst="rect">
            <a:avLst/>
          </a:prstGeom>
          <a:noFill/>
        </p:spPr>
        <p:txBody>
          <a:bodyPr wrap="square" lIns="0" tIns="0" rIns="0" bIns="0" anchor="ctr">
            <a:noAutofit/>
          </a:bodyPr>
          <a:lstStyle/>
          <a:p>
            <a:pPr algn="l">
              <a:lnSpc>
                <a:spcPct val="100000"/>
              </a:lnSpc>
              <a:buNone/>
            </a:pPr>
            <a:r>
              <a:rPr lang="en-US" sz="3000" b="0" dirty="0">
                <a:solidFill>
                  <a:srgbClr val="FCFF9B"/>
                </a:solidFill>
                <a:latin typeface="Manrope"/>
                <a:ea typeface="Manrope"/>
                <a:cs typeface="Manrope"/>
              </a:rPr>
              <a:t>9–10</a:t>
            </a:r>
          </a:p>
        </p:txBody>
      </p:sp>
      <p:sp>
        <p:nvSpPr>
          <p:cNvPr id="2019" name="g1 text 2019"/>
          <p:cNvSpPr txBox="1"/>
          <p:nvPr/>
        </p:nvSpPr>
        <p:spPr>
          <a:xfrm>
            <a:off x="1874520" y="5440680"/>
            <a:ext cx="3566160" cy="320040"/>
          </a:xfrm>
          <a:prstGeom prst="rect">
            <a:avLst/>
          </a:prstGeom>
          <a:noFill/>
        </p:spPr>
        <p:txBody>
          <a:bodyPr wrap="square" lIns="0" tIns="0" rIns="0" bIns="0" anchor="t">
            <a:noAutofit/>
          </a:bodyPr>
          <a:lstStyle/>
          <a:p>
            <a:pPr algn="l">
              <a:lnSpc>
                <a:spcPct val="100000"/>
              </a:lnSpc>
              <a:buNone/>
            </a:pPr>
            <a:r>
              <a:rPr lang="en-US" sz="1600" b="1" dirty="0">
                <a:solidFill>
                  <a:srgbClr val="FFFFFF"/>
                </a:solidFill>
                <a:latin typeface="Manrope"/>
                <a:ea typeface="Manrope"/>
                <a:cs typeface="Manrope"/>
              </a:rPr>
              <a:t>Make it trustworthy and real</a:t>
            </a:r>
          </a:p>
        </p:txBody>
      </p:sp>
      <p:sp>
        <p:nvSpPr>
          <p:cNvPr id="2020" name="g1 text 2020"/>
          <p:cNvSpPr txBox="1"/>
          <p:nvPr/>
        </p:nvSpPr>
        <p:spPr>
          <a:xfrm>
            <a:off x="1874520" y="5760720"/>
            <a:ext cx="3566160" cy="411480"/>
          </a:xfrm>
          <a:prstGeom prst="rect">
            <a:avLst/>
          </a:prstGeom>
          <a:noFill/>
        </p:spPr>
        <p:txBody>
          <a:bodyPr wrap="square" lIns="0" tIns="0" rIns="0" bIns="0" anchor="t">
            <a:noAutofit/>
          </a:bodyPr>
          <a:lstStyle/>
          <a:p>
            <a:pPr algn="l">
              <a:lnSpc>
                <a:spcPct val="100000"/>
              </a:lnSpc>
              <a:buNone/>
            </a:pPr>
            <a:r>
              <a:rPr lang="en-US" sz="1300" b="0" dirty="0">
                <a:solidFill>
                  <a:srgbClr val="FFFFFF"/>
                </a:solidFill>
                <a:latin typeface="Manrope"/>
                <a:ea typeface="Manrope"/>
                <a:cs typeface="Manrope"/>
              </a:rPr>
              <a:t>Evals, OWASP, least privilege, then production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6">
    <p:bg>
      <p:bgPr>
        <a:solidFill>
          <a:srgbClr val="1D1D1D"/>
        </a:solidFill>
      </p:bgPr>
    </p:bg>
    <p:spTree>
      <p:nvGrpSpPr>
        <p:cNvPr id="1" name=""/>
        <p:cNvGrpSpPr/>
        <p:nvPr/>
      </p:nvGrpSpPr>
      <p:grpSpPr>
        <a:xfrm>
          <a:off x="0" y="0"/>
          <a:ext cx="0" cy="0"/>
          <a:chOff x="0" y="0"/>
          <a:chExt cx="0" cy="0"/>
        </a:xfrm>
      </p:grpSpPr>
      <p:sp>
        <p:nvSpPr>
          <p:cNvPr id="2" name="Shape 0"/>
          <p:cNvSpPr/>
          <p:nvPr/>
        </p:nvSpPr>
        <p:spPr>
          <a:xfrm>
            <a:off x="6462065" y="0"/>
            <a:ext cx="5729630" cy="6858000"/>
          </a:xfrm>
          <a:prstGeom prst="rect">
            <a:avLst/>
          </a:prstGeom>
          <a:solidFill>
            <a:srgbClr val="0C4441"/>
          </a:solidFill>
          <a:ln/>
        </p:spPr>
      </p:sp>
      <p:sp>
        <p:nvSpPr>
          <p:cNvPr id="3" name="Shape 1"/>
          <p:cNvSpPr/>
          <p:nvPr/>
        </p:nvSpPr>
        <p:spPr>
          <a:xfrm>
            <a:off x="7088429" y="-74066"/>
            <a:ext cx="803758" cy="753809"/>
          </a:xfrm>
          <a:prstGeom prst="rect">
            <a:avLst/>
          </a:prstGeom>
          <a:solidFill>
            <a:srgbClr val="F8FE05">
              <a:alpha val="8250"/>
            </a:srgbClr>
          </a:solidFill>
          <a:ln/>
        </p:spPr>
      </p:sp>
      <p:sp>
        <p:nvSpPr>
          <p:cNvPr id="4" name="Shape 2"/>
          <p:cNvSpPr/>
          <p:nvPr/>
        </p:nvSpPr>
        <p:spPr>
          <a:xfrm>
            <a:off x="7088429" y="670598"/>
            <a:ext cx="803758" cy="753809"/>
          </a:xfrm>
          <a:prstGeom prst="rect">
            <a:avLst/>
          </a:prstGeom>
          <a:solidFill>
            <a:srgbClr val="F8FE05">
              <a:alpha val="7219"/>
            </a:srgbClr>
          </a:solidFill>
          <a:ln/>
        </p:spPr>
      </p:sp>
      <p:sp>
        <p:nvSpPr>
          <p:cNvPr id="5" name="Shape 3"/>
          <p:cNvSpPr/>
          <p:nvPr/>
        </p:nvSpPr>
        <p:spPr>
          <a:xfrm>
            <a:off x="7088429" y="1415263"/>
            <a:ext cx="803758" cy="753809"/>
          </a:xfrm>
          <a:prstGeom prst="rect">
            <a:avLst/>
          </a:prstGeom>
          <a:solidFill>
            <a:srgbClr val="F8FE05">
              <a:alpha val="6188"/>
            </a:srgbClr>
          </a:solidFill>
          <a:ln/>
        </p:spPr>
      </p:sp>
      <p:sp>
        <p:nvSpPr>
          <p:cNvPr id="6" name="Shape 4"/>
          <p:cNvSpPr/>
          <p:nvPr/>
        </p:nvSpPr>
        <p:spPr>
          <a:xfrm>
            <a:off x="7088429" y="2159927"/>
            <a:ext cx="803758" cy="753809"/>
          </a:xfrm>
          <a:prstGeom prst="rect">
            <a:avLst/>
          </a:prstGeom>
          <a:solidFill>
            <a:srgbClr val="F8FE05">
              <a:alpha val="5156"/>
            </a:srgbClr>
          </a:solidFill>
          <a:ln/>
        </p:spPr>
      </p:sp>
      <p:sp>
        <p:nvSpPr>
          <p:cNvPr id="7" name="Shape 5"/>
          <p:cNvSpPr/>
          <p:nvPr/>
        </p:nvSpPr>
        <p:spPr>
          <a:xfrm>
            <a:off x="7088429" y="2904592"/>
            <a:ext cx="803758" cy="753809"/>
          </a:xfrm>
          <a:prstGeom prst="rect">
            <a:avLst/>
          </a:prstGeom>
          <a:solidFill>
            <a:srgbClr val="F8FE05">
              <a:alpha val="4125"/>
            </a:srgbClr>
          </a:solidFill>
          <a:ln/>
        </p:spPr>
      </p:sp>
      <p:sp>
        <p:nvSpPr>
          <p:cNvPr id="8" name="Shape 6"/>
          <p:cNvSpPr/>
          <p:nvPr/>
        </p:nvSpPr>
        <p:spPr>
          <a:xfrm>
            <a:off x="7088429" y="3649256"/>
            <a:ext cx="803758" cy="753809"/>
          </a:xfrm>
          <a:prstGeom prst="rect">
            <a:avLst/>
          </a:prstGeom>
          <a:solidFill>
            <a:srgbClr val="F8FE05">
              <a:alpha val="3094"/>
            </a:srgbClr>
          </a:solidFill>
          <a:ln/>
        </p:spPr>
      </p:sp>
      <p:sp>
        <p:nvSpPr>
          <p:cNvPr id="9" name="Shape 7"/>
          <p:cNvSpPr/>
          <p:nvPr/>
        </p:nvSpPr>
        <p:spPr>
          <a:xfrm>
            <a:off x="7088429" y="4393921"/>
            <a:ext cx="803758" cy="753809"/>
          </a:xfrm>
          <a:prstGeom prst="rect">
            <a:avLst/>
          </a:prstGeom>
          <a:solidFill>
            <a:srgbClr val="F8FE05">
              <a:alpha val="2063"/>
            </a:srgbClr>
          </a:solidFill>
          <a:ln/>
        </p:spPr>
      </p:sp>
      <p:sp>
        <p:nvSpPr>
          <p:cNvPr id="10" name="Shape 8"/>
          <p:cNvSpPr/>
          <p:nvPr/>
        </p:nvSpPr>
        <p:spPr>
          <a:xfrm>
            <a:off x="7088429" y="5138585"/>
            <a:ext cx="803758" cy="753809"/>
          </a:xfrm>
          <a:prstGeom prst="rect">
            <a:avLst/>
          </a:prstGeom>
          <a:solidFill>
            <a:srgbClr val="F8FE05">
              <a:alpha val="1031"/>
            </a:srgbClr>
          </a:solidFill>
          <a:ln/>
        </p:spPr>
      </p:sp>
      <p:sp>
        <p:nvSpPr>
          <p:cNvPr id="11" name="Shape 9"/>
          <p:cNvSpPr/>
          <p:nvPr/>
        </p:nvSpPr>
        <p:spPr>
          <a:xfrm>
            <a:off x="8459114" y="-74066"/>
            <a:ext cx="803758" cy="427825"/>
          </a:xfrm>
          <a:prstGeom prst="rect">
            <a:avLst/>
          </a:prstGeom>
          <a:solidFill>
            <a:srgbClr val="F8FE05">
              <a:alpha val="3850"/>
            </a:srgbClr>
          </a:solidFill>
          <a:ln/>
        </p:spPr>
      </p:sp>
      <p:sp>
        <p:nvSpPr>
          <p:cNvPr id="12" name="Shape 10"/>
          <p:cNvSpPr/>
          <p:nvPr/>
        </p:nvSpPr>
        <p:spPr>
          <a:xfrm>
            <a:off x="8459114" y="344614"/>
            <a:ext cx="803758" cy="427825"/>
          </a:xfrm>
          <a:prstGeom prst="rect">
            <a:avLst/>
          </a:prstGeom>
          <a:solidFill>
            <a:srgbClr val="F8FE05">
              <a:alpha val="3369"/>
            </a:srgbClr>
          </a:solidFill>
          <a:ln/>
        </p:spPr>
      </p:sp>
      <p:sp>
        <p:nvSpPr>
          <p:cNvPr id="13" name="Shape 11"/>
          <p:cNvSpPr/>
          <p:nvPr/>
        </p:nvSpPr>
        <p:spPr>
          <a:xfrm>
            <a:off x="8459114" y="763295"/>
            <a:ext cx="803758" cy="427825"/>
          </a:xfrm>
          <a:prstGeom prst="rect">
            <a:avLst/>
          </a:prstGeom>
          <a:solidFill>
            <a:srgbClr val="F8FE05">
              <a:alpha val="2888"/>
            </a:srgbClr>
          </a:solidFill>
          <a:ln/>
        </p:spPr>
      </p:sp>
      <p:sp>
        <p:nvSpPr>
          <p:cNvPr id="14" name="Shape 12"/>
          <p:cNvSpPr/>
          <p:nvPr/>
        </p:nvSpPr>
        <p:spPr>
          <a:xfrm>
            <a:off x="8459114" y="1181976"/>
            <a:ext cx="803758" cy="427825"/>
          </a:xfrm>
          <a:prstGeom prst="rect">
            <a:avLst/>
          </a:prstGeom>
          <a:solidFill>
            <a:srgbClr val="F8FE05">
              <a:alpha val="2406"/>
            </a:srgbClr>
          </a:solidFill>
          <a:ln/>
        </p:spPr>
      </p:sp>
      <p:sp>
        <p:nvSpPr>
          <p:cNvPr id="15" name="Shape 13"/>
          <p:cNvSpPr/>
          <p:nvPr/>
        </p:nvSpPr>
        <p:spPr>
          <a:xfrm>
            <a:off x="8459114" y="1600657"/>
            <a:ext cx="803758" cy="427825"/>
          </a:xfrm>
          <a:prstGeom prst="rect">
            <a:avLst/>
          </a:prstGeom>
          <a:solidFill>
            <a:srgbClr val="F8FE05">
              <a:alpha val="1925"/>
            </a:srgbClr>
          </a:solidFill>
          <a:ln/>
        </p:spPr>
      </p:sp>
      <p:sp>
        <p:nvSpPr>
          <p:cNvPr id="16" name="Shape 14"/>
          <p:cNvSpPr/>
          <p:nvPr/>
        </p:nvSpPr>
        <p:spPr>
          <a:xfrm>
            <a:off x="8459114" y="2019338"/>
            <a:ext cx="803758" cy="427825"/>
          </a:xfrm>
          <a:prstGeom prst="rect">
            <a:avLst/>
          </a:prstGeom>
          <a:solidFill>
            <a:srgbClr val="F8FE05">
              <a:alpha val="1444"/>
            </a:srgbClr>
          </a:solidFill>
          <a:ln/>
        </p:spPr>
      </p:sp>
      <p:sp>
        <p:nvSpPr>
          <p:cNvPr id="17" name="Shape 15"/>
          <p:cNvSpPr/>
          <p:nvPr/>
        </p:nvSpPr>
        <p:spPr>
          <a:xfrm>
            <a:off x="8459114" y="2438019"/>
            <a:ext cx="803758" cy="427825"/>
          </a:xfrm>
          <a:prstGeom prst="rect">
            <a:avLst/>
          </a:prstGeom>
          <a:solidFill>
            <a:srgbClr val="F8FE05">
              <a:alpha val="963"/>
            </a:srgbClr>
          </a:solidFill>
          <a:ln/>
        </p:spPr>
      </p:sp>
      <p:sp>
        <p:nvSpPr>
          <p:cNvPr id="18" name="Shape 16"/>
          <p:cNvSpPr/>
          <p:nvPr/>
        </p:nvSpPr>
        <p:spPr>
          <a:xfrm>
            <a:off x="8459114" y="2856700"/>
            <a:ext cx="803758" cy="427825"/>
          </a:xfrm>
          <a:prstGeom prst="rect">
            <a:avLst/>
          </a:prstGeom>
          <a:solidFill>
            <a:srgbClr val="F8FE05">
              <a:alpha val="481"/>
            </a:srgbClr>
          </a:solidFill>
          <a:ln/>
        </p:spPr>
      </p:sp>
      <p:sp>
        <p:nvSpPr>
          <p:cNvPr id="19" name="Shape 17"/>
          <p:cNvSpPr/>
          <p:nvPr/>
        </p:nvSpPr>
        <p:spPr>
          <a:xfrm>
            <a:off x="7768742" y="-48463"/>
            <a:ext cx="803758" cy="572300"/>
          </a:xfrm>
          <a:prstGeom prst="rect">
            <a:avLst/>
          </a:prstGeom>
          <a:solidFill>
            <a:srgbClr val="F8FE05">
              <a:alpha val="5500"/>
            </a:srgbClr>
          </a:solidFill>
          <a:ln/>
        </p:spPr>
      </p:sp>
      <p:sp>
        <p:nvSpPr>
          <p:cNvPr id="20" name="Shape 18"/>
          <p:cNvSpPr/>
          <p:nvPr/>
        </p:nvSpPr>
        <p:spPr>
          <a:xfrm>
            <a:off x="7768742" y="514693"/>
            <a:ext cx="803758" cy="572300"/>
          </a:xfrm>
          <a:prstGeom prst="rect">
            <a:avLst/>
          </a:prstGeom>
          <a:solidFill>
            <a:srgbClr val="F8FE05">
              <a:alpha val="4813"/>
            </a:srgbClr>
          </a:solidFill>
          <a:ln/>
        </p:spPr>
      </p:sp>
      <p:sp>
        <p:nvSpPr>
          <p:cNvPr id="21" name="Shape 19"/>
          <p:cNvSpPr/>
          <p:nvPr/>
        </p:nvSpPr>
        <p:spPr>
          <a:xfrm>
            <a:off x="7768742" y="1077849"/>
            <a:ext cx="803758" cy="572300"/>
          </a:xfrm>
          <a:prstGeom prst="rect">
            <a:avLst/>
          </a:prstGeom>
          <a:solidFill>
            <a:srgbClr val="F8FE05">
              <a:alpha val="4125"/>
            </a:srgbClr>
          </a:solidFill>
          <a:ln/>
        </p:spPr>
      </p:sp>
      <p:sp>
        <p:nvSpPr>
          <p:cNvPr id="22" name="Shape 20"/>
          <p:cNvSpPr/>
          <p:nvPr/>
        </p:nvSpPr>
        <p:spPr>
          <a:xfrm>
            <a:off x="7768742" y="1641005"/>
            <a:ext cx="803758" cy="572300"/>
          </a:xfrm>
          <a:prstGeom prst="rect">
            <a:avLst/>
          </a:prstGeom>
          <a:solidFill>
            <a:srgbClr val="F8FE05">
              <a:alpha val="3438"/>
            </a:srgbClr>
          </a:solidFill>
          <a:ln/>
        </p:spPr>
      </p:sp>
      <p:sp>
        <p:nvSpPr>
          <p:cNvPr id="23" name="Shape 21"/>
          <p:cNvSpPr/>
          <p:nvPr/>
        </p:nvSpPr>
        <p:spPr>
          <a:xfrm>
            <a:off x="7768742" y="2204161"/>
            <a:ext cx="803758" cy="572300"/>
          </a:xfrm>
          <a:prstGeom prst="rect">
            <a:avLst/>
          </a:prstGeom>
          <a:solidFill>
            <a:srgbClr val="F8FE05">
              <a:alpha val="2750"/>
            </a:srgbClr>
          </a:solidFill>
          <a:ln/>
        </p:spPr>
      </p:sp>
      <p:sp>
        <p:nvSpPr>
          <p:cNvPr id="24" name="Shape 22"/>
          <p:cNvSpPr/>
          <p:nvPr/>
        </p:nvSpPr>
        <p:spPr>
          <a:xfrm>
            <a:off x="7768742" y="2767317"/>
            <a:ext cx="803758" cy="572300"/>
          </a:xfrm>
          <a:prstGeom prst="rect">
            <a:avLst/>
          </a:prstGeom>
          <a:solidFill>
            <a:srgbClr val="F8FE05">
              <a:alpha val="2063"/>
            </a:srgbClr>
          </a:solidFill>
          <a:ln/>
        </p:spPr>
      </p:sp>
      <p:sp>
        <p:nvSpPr>
          <p:cNvPr id="25" name="Shape 23"/>
          <p:cNvSpPr/>
          <p:nvPr/>
        </p:nvSpPr>
        <p:spPr>
          <a:xfrm>
            <a:off x="7768742" y="3330473"/>
            <a:ext cx="803758" cy="572300"/>
          </a:xfrm>
          <a:prstGeom prst="rect">
            <a:avLst/>
          </a:prstGeom>
          <a:solidFill>
            <a:srgbClr val="F8FE05">
              <a:alpha val="1375"/>
            </a:srgbClr>
          </a:solidFill>
          <a:ln/>
        </p:spPr>
      </p:sp>
      <p:sp>
        <p:nvSpPr>
          <p:cNvPr id="26" name="Shape 24"/>
          <p:cNvSpPr/>
          <p:nvPr/>
        </p:nvSpPr>
        <p:spPr>
          <a:xfrm>
            <a:off x="7768742" y="3893629"/>
            <a:ext cx="803758" cy="572300"/>
          </a:xfrm>
          <a:prstGeom prst="rect">
            <a:avLst/>
          </a:prstGeom>
          <a:solidFill>
            <a:srgbClr val="F8FE05">
              <a:alpha val="688"/>
            </a:srgbClr>
          </a:solidFill>
          <a:ln/>
        </p:spPr>
      </p:sp>
      <p:sp>
        <p:nvSpPr>
          <p:cNvPr id="27" name="Shape 25"/>
          <p:cNvSpPr/>
          <p:nvPr/>
        </p:nvSpPr>
        <p:spPr>
          <a:xfrm>
            <a:off x="6401714" y="-48463"/>
            <a:ext cx="803758" cy="526009"/>
          </a:xfrm>
          <a:prstGeom prst="rect">
            <a:avLst/>
          </a:prstGeom>
          <a:solidFill>
            <a:srgbClr val="F8FE05">
              <a:alpha val="5500"/>
            </a:srgbClr>
          </a:solidFill>
          <a:ln/>
        </p:spPr>
      </p:sp>
      <p:sp>
        <p:nvSpPr>
          <p:cNvPr id="28" name="Shape 26"/>
          <p:cNvSpPr/>
          <p:nvPr/>
        </p:nvSpPr>
        <p:spPr>
          <a:xfrm>
            <a:off x="6401714" y="468401"/>
            <a:ext cx="803758" cy="526009"/>
          </a:xfrm>
          <a:prstGeom prst="rect">
            <a:avLst/>
          </a:prstGeom>
          <a:solidFill>
            <a:srgbClr val="F8FE05">
              <a:alpha val="4813"/>
            </a:srgbClr>
          </a:solidFill>
          <a:ln/>
        </p:spPr>
      </p:sp>
      <p:sp>
        <p:nvSpPr>
          <p:cNvPr id="29" name="Shape 27"/>
          <p:cNvSpPr/>
          <p:nvPr/>
        </p:nvSpPr>
        <p:spPr>
          <a:xfrm>
            <a:off x="6401714" y="985266"/>
            <a:ext cx="803758" cy="526009"/>
          </a:xfrm>
          <a:prstGeom prst="rect">
            <a:avLst/>
          </a:prstGeom>
          <a:solidFill>
            <a:srgbClr val="F8FE05">
              <a:alpha val="4125"/>
            </a:srgbClr>
          </a:solidFill>
          <a:ln/>
        </p:spPr>
      </p:sp>
      <p:sp>
        <p:nvSpPr>
          <p:cNvPr id="30" name="Shape 28"/>
          <p:cNvSpPr/>
          <p:nvPr/>
        </p:nvSpPr>
        <p:spPr>
          <a:xfrm>
            <a:off x="6401714" y="1502131"/>
            <a:ext cx="803758" cy="526009"/>
          </a:xfrm>
          <a:prstGeom prst="rect">
            <a:avLst/>
          </a:prstGeom>
          <a:solidFill>
            <a:srgbClr val="F8FE05">
              <a:alpha val="3438"/>
            </a:srgbClr>
          </a:solidFill>
          <a:ln/>
        </p:spPr>
      </p:sp>
      <p:sp>
        <p:nvSpPr>
          <p:cNvPr id="31" name="Shape 29"/>
          <p:cNvSpPr/>
          <p:nvPr/>
        </p:nvSpPr>
        <p:spPr>
          <a:xfrm>
            <a:off x="6401714" y="2018995"/>
            <a:ext cx="803758" cy="526009"/>
          </a:xfrm>
          <a:prstGeom prst="rect">
            <a:avLst/>
          </a:prstGeom>
          <a:solidFill>
            <a:srgbClr val="F8FE05">
              <a:alpha val="2750"/>
            </a:srgbClr>
          </a:solidFill>
          <a:ln/>
        </p:spPr>
      </p:sp>
      <p:sp>
        <p:nvSpPr>
          <p:cNvPr id="32" name="Shape 30"/>
          <p:cNvSpPr/>
          <p:nvPr/>
        </p:nvSpPr>
        <p:spPr>
          <a:xfrm>
            <a:off x="6401714" y="2535860"/>
            <a:ext cx="803758" cy="526009"/>
          </a:xfrm>
          <a:prstGeom prst="rect">
            <a:avLst/>
          </a:prstGeom>
          <a:solidFill>
            <a:srgbClr val="F8FE05">
              <a:alpha val="2063"/>
            </a:srgbClr>
          </a:solidFill>
          <a:ln/>
        </p:spPr>
      </p:sp>
      <p:sp>
        <p:nvSpPr>
          <p:cNvPr id="33" name="Shape 31"/>
          <p:cNvSpPr/>
          <p:nvPr/>
        </p:nvSpPr>
        <p:spPr>
          <a:xfrm>
            <a:off x="6401714" y="3052724"/>
            <a:ext cx="803758" cy="526009"/>
          </a:xfrm>
          <a:prstGeom prst="rect">
            <a:avLst/>
          </a:prstGeom>
          <a:solidFill>
            <a:srgbClr val="F8FE05">
              <a:alpha val="1375"/>
            </a:srgbClr>
          </a:solidFill>
          <a:ln/>
        </p:spPr>
      </p:sp>
      <p:sp>
        <p:nvSpPr>
          <p:cNvPr id="34" name="Shape 32"/>
          <p:cNvSpPr/>
          <p:nvPr/>
        </p:nvSpPr>
        <p:spPr>
          <a:xfrm>
            <a:off x="6401714" y="3569589"/>
            <a:ext cx="803758" cy="526009"/>
          </a:xfrm>
          <a:prstGeom prst="rect">
            <a:avLst/>
          </a:prstGeom>
          <a:solidFill>
            <a:srgbClr val="F8FE05">
              <a:alpha val="688"/>
            </a:srgbClr>
          </a:solidFill>
          <a:ln/>
        </p:spPr>
      </p:sp>
      <p:sp>
        <p:nvSpPr>
          <p:cNvPr id="35" name="Shape 33"/>
          <p:cNvSpPr/>
          <p:nvPr/>
        </p:nvSpPr>
        <p:spPr>
          <a:xfrm>
            <a:off x="11437315" y="-48463"/>
            <a:ext cx="803758" cy="750722"/>
          </a:xfrm>
          <a:prstGeom prst="rect">
            <a:avLst/>
          </a:prstGeom>
          <a:solidFill>
            <a:srgbClr val="F8FE05">
              <a:alpha val="8250"/>
            </a:srgbClr>
          </a:solidFill>
          <a:ln/>
        </p:spPr>
      </p:sp>
      <p:sp>
        <p:nvSpPr>
          <p:cNvPr id="36" name="Shape 34"/>
          <p:cNvSpPr/>
          <p:nvPr/>
        </p:nvSpPr>
        <p:spPr>
          <a:xfrm>
            <a:off x="11437315" y="693115"/>
            <a:ext cx="803758" cy="750722"/>
          </a:xfrm>
          <a:prstGeom prst="rect">
            <a:avLst/>
          </a:prstGeom>
          <a:solidFill>
            <a:srgbClr val="F8FE05">
              <a:alpha val="7219"/>
            </a:srgbClr>
          </a:solidFill>
          <a:ln/>
        </p:spPr>
      </p:sp>
      <p:sp>
        <p:nvSpPr>
          <p:cNvPr id="37" name="Shape 35"/>
          <p:cNvSpPr/>
          <p:nvPr/>
        </p:nvSpPr>
        <p:spPr>
          <a:xfrm>
            <a:off x="11437315" y="1434694"/>
            <a:ext cx="803758" cy="750722"/>
          </a:xfrm>
          <a:prstGeom prst="rect">
            <a:avLst/>
          </a:prstGeom>
          <a:solidFill>
            <a:srgbClr val="F8FE05">
              <a:alpha val="6188"/>
            </a:srgbClr>
          </a:solidFill>
          <a:ln/>
        </p:spPr>
      </p:sp>
      <p:sp>
        <p:nvSpPr>
          <p:cNvPr id="38" name="Shape 36"/>
          <p:cNvSpPr/>
          <p:nvPr/>
        </p:nvSpPr>
        <p:spPr>
          <a:xfrm>
            <a:off x="11437315" y="2176272"/>
            <a:ext cx="803758" cy="750722"/>
          </a:xfrm>
          <a:prstGeom prst="rect">
            <a:avLst/>
          </a:prstGeom>
          <a:solidFill>
            <a:srgbClr val="F8FE05">
              <a:alpha val="5156"/>
            </a:srgbClr>
          </a:solidFill>
          <a:ln/>
        </p:spPr>
      </p:sp>
      <p:sp>
        <p:nvSpPr>
          <p:cNvPr id="39" name="Shape 37"/>
          <p:cNvSpPr/>
          <p:nvPr/>
        </p:nvSpPr>
        <p:spPr>
          <a:xfrm>
            <a:off x="11437315" y="2917850"/>
            <a:ext cx="803758" cy="750722"/>
          </a:xfrm>
          <a:prstGeom prst="rect">
            <a:avLst/>
          </a:prstGeom>
          <a:solidFill>
            <a:srgbClr val="F8FE05">
              <a:alpha val="4125"/>
            </a:srgbClr>
          </a:solidFill>
          <a:ln/>
        </p:spPr>
      </p:sp>
      <p:sp>
        <p:nvSpPr>
          <p:cNvPr id="40" name="Shape 38"/>
          <p:cNvSpPr/>
          <p:nvPr/>
        </p:nvSpPr>
        <p:spPr>
          <a:xfrm>
            <a:off x="11437315" y="3659429"/>
            <a:ext cx="803758" cy="750722"/>
          </a:xfrm>
          <a:prstGeom prst="rect">
            <a:avLst/>
          </a:prstGeom>
          <a:solidFill>
            <a:srgbClr val="F8FE05">
              <a:alpha val="3094"/>
            </a:srgbClr>
          </a:solidFill>
          <a:ln/>
        </p:spPr>
      </p:sp>
      <p:sp>
        <p:nvSpPr>
          <p:cNvPr id="41" name="Shape 39"/>
          <p:cNvSpPr/>
          <p:nvPr/>
        </p:nvSpPr>
        <p:spPr>
          <a:xfrm>
            <a:off x="11437315" y="4401007"/>
            <a:ext cx="803758" cy="750722"/>
          </a:xfrm>
          <a:prstGeom prst="rect">
            <a:avLst/>
          </a:prstGeom>
          <a:solidFill>
            <a:srgbClr val="F8FE05">
              <a:alpha val="2063"/>
            </a:srgbClr>
          </a:solidFill>
          <a:ln/>
        </p:spPr>
      </p:sp>
      <p:sp>
        <p:nvSpPr>
          <p:cNvPr id="42" name="Shape 40"/>
          <p:cNvSpPr/>
          <p:nvPr/>
        </p:nvSpPr>
        <p:spPr>
          <a:xfrm>
            <a:off x="11437315" y="5142586"/>
            <a:ext cx="803758" cy="750722"/>
          </a:xfrm>
          <a:prstGeom prst="rect">
            <a:avLst/>
          </a:prstGeom>
          <a:solidFill>
            <a:srgbClr val="F8FE05">
              <a:alpha val="1031"/>
            </a:srgbClr>
          </a:solidFill>
          <a:ln/>
        </p:spPr>
      </p:sp>
      <p:sp>
        <p:nvSpPr>
          <p:cNvPr id="43" name="Shape 41"/>
          <p:cNvSpPr/>
          <p:nvPr/>
        </p:nvSpPr>
        <p:spPr>
          <a:xfrm>
            <a:off x="10750601" y="-74066"/>
            <a:ext cx="803758" cy="529209"/>
          </a:xfrm>
          <a:prstGeom prst="rect">
            <a:avLst/>
          </a:prstGeom>
          <a:solidFill>
            <a:srgbClr val="F8FE05">
              <a:alpha val="5500"/>
            </a:srgbClr>
          </a:solidFill>
          <a:ln/>
        </p:spPr>
      </p:sp>
      <p:sp>
        <p:nvSpPr>
          <p:cNvPr id="44" name="Shape 42"/>
          <p:cNvSpPr/>
          <p:nvPr/>
        </p:nvSpPr>
        <p:spPr>
          <a:xfrm>
            <a:off x="10750601" y="445999"/>
            <a:ext cx="803758" cy="529209"/>
          </a:xfrm>
          <a:prstGeom prst="rect">
            <a:avLst/>
          </a:prstGeom>
          <a:solidFill>
            <a:srgbClr val="F8FE05">
              <a:alpha val="4813"/>
            </a:srgbClr>
          </a:solidFill>
          <a:ln/>
        </p:spPr>
      </p:sp>
      <p:sp>
        <p:nvSpPr>
          <p:cNvPr id="45" name="Shape 43"/>
          <p:cNvSpPr/>
          <p:nvPr/>
        </p:nvSpPr>
        <p:spPr>
          <a:xfrm>
            <a:off x="10750601" y="966064"/>
            <a:ext cx="803758" cy="529209"/>
          </a:xfrm>
          <a:prstGeom prst="rect">
            <a:avLst/>
          </a:prstGeom>
          <a:solidFill>
            <a:srgbClr val="F8FE05">
              <a:alpha val="4125"/>
            </a:srgbClr>
          </a:solidFill>
          <a:ln/>
        </p:spPr>
      </p:sp>
      <p:sp>
        <p:nvSpPr>
          <p:cNvPr id="46" name="Shape 44"/>
          <p:cNvSpPr/>
          <p:nvPr/>
        </p:nvSpPr>
        <p:spPr>
          <a:xfrm>
            <a:off x="10750601" y="1486129"/>
            <a:ext cx="803758" cy="529209"/>
          </a:xfrm>
          <a:prstGeom prst="rect">
            <a:avLst/>
          </a:prstGeom>
          <a:solidFill>
            <a:srgbClr val="F8FE05">
              <a:alpha val="3438"/>
            </a:srgbClr>
          </a:solidFill>
          <a:ln/>
        </p:spPr>
      </p:sp>
      <p:sp>
        <p:nvSpPr>
          <p:cNvPr id="47" name="Shape 45"/>
          <p:cNvSpPr/>
          <p:nvPr/>
        </p:nvSpPr>
        <p:spPr>
          <a:xfrm>
            <a:off x="10750601" y="2006194"/>
            <a:ext cx="803758" cy="529209"/>
          </a:xfrm>
          <a:prstGeom prst="rect">
            <a:avLst/>
          </a:prstGeom>
          <a:solidFill>
            <a:srgbClr val="F8FE05">
              <a:alpha val="2750"/>
            </a:srgbClr>
          </a:solidFill>
          <a:ln/>
        </p:spPr>
      </p:sp>
      <p:sp>
        <p:nvSpPr>
          <p:cNvPr id="48" name="Shape 46"/>
          <p:cNvSpPr/>
          <p:nvPr/>
        </p:nvSpPr>
        <p:spPr>
          <a:xfrm>
            <a:off x="10750601" y="2526259"/>
            <a:ext cx="803758" cy="529209"/>
          </a:xfrm>
          <a:prstGeom prst="rect">
            <a:avLst/>
          </a:prstGeom>
          <a:solidFill>
            <a:srgbClr val="F8FE05">
              <a:alpha val="2063"/>
            </a:srgbClr>
          </a:solidFill>
          <a:ln/>
        </p:spPr>
      </p:sp>
      <p:sp>
        <p:nvSpPr>
          <p:cNvPr id="49" name="Shape 47"/>
          <p:cNvSpPr/>
          <p:nvPr/>
        </p:nvSpPr>
        <p:spPr>
          <a:xfrm>
            <a:off x="10750601" y="3046324"/>
            <a:ext cx="803758" cy="529209"/>
          </a:xfrm>
          <a:prstGeom prst="rect">
            <a:avLst/>
          </a:prstGeom>
          <a:solidFill>
            <a:srgbClr val="F8FE05">
              <a:alpha val="1375"/>
            </a:srgbClr>
          </a:solidFill>
          <a:ln/>
        </p:spPr>
      </p:sp>
      <p:sp>
        <p:nvSpPr>
          <p:cNvPr id="50" name="Shape 48"/>
          <p:cNvSpPr/>
          <p:nvPr/>
        </p:nvSpPr>
        <p:spPr>
          <a:xfrm>
            <a:off x="10750601" y="3566389"/>
            <a:ext cx="803758" cy="529209"/>
          </a:xfrm>
          <a:prstGeom prst="rect">
            <a:avLst/>
          </a:prstGeom>
          <a:solidFill>
            <a:srgbClr val="F8FE05">
              <a:alpha val="688"/>
            </a:srgbClr>
          </a:solidFill>
          <a:ln/>
        </p:spPr>
      </p:sp>
      <p:sp>
        <p:nvSpPr>
          <p:cNvPr id="51" name="Shape 49"/>
          <p:cNvSpPr/>
          <p:nvPr/>
        </p:nvSpPr>
        <p:spPr>
          <a:xfrm>
            <a:off x="10059314" y="-48463"/>
            <a:ext cx="803758" cy="296380"/>
          </a:xfrm>
          <a:prstGeom prst="rect">
            <a:avLst/>
          </a:prstGeom>
          <a:solidFill>
            <a:srgbClr val="F8FE05">
              <a:alpha val="3850"/>
            </a:srgbClr>
          </a:solidFill>
          <a:ln/>
        </p:spPr>
      </p:sp>
      <p:sp>
        <p:nvSpPr>
          <p:cNvPr id="52" name="Shape 50"/>
          <p:cNvSpPr/>
          <p:nvPr/>
        </p:nvSpPr>
        <p:spPr>
          <a:xfrm>
            <a:off x="10059314" y="238773"/>
            <a:ext cx="803758" cy="296380"/>
          </a:xfrm>
          <a:prstGeom prst="rect">
            <a:avLst/>
          </a:prstGeom>
          <a:solidFill>
            <a:srgbClr val="F8FE05">
              <a:alpha val="3369"/>
            </a:srgbClr>
          </a:solidFill>
          <a:ln/>
        </p:spPr>
      </p:sp>
      <p:sp>
        <p:nvSpPr>
          <p:cNvPr id="53" name="Shape 51"/>
          <p:cNvSpPr/>
          <p:nvPr/>
        </p:nvSpPr>
        <p:spPr>
          <a:xfrm>
            <a:off x="10059314" y="526009"/>
            <a:ext cx="803758" cy="296380"/>
          </a:xfrm>
          <a:prstGeom prst="rect">
            <a:avLst/>
          </a:prstGeom>
          <a:solidFill>
            <a:srgbClr val="F8FE05">
              <a:alpha val="2888"/>
            </a:srgbClr>
          </a:solidFill>
          <a:ln/>
        </p:spPr>
      </p:sp>
      <p:sp>
        <p:nvSpPr>
          <p:cNvPr id="54" name="Shape 52"/>
          <p:cNvSpPr/>
          <p:nvPr/>
        </p:nvSpPr>
        <p:spPr>
          <a:xfrm>
            <a:off x="10059314" y="813244"/>
            <a:ext cx="803758" cy="296380"/>
          </a:xfrm>
          <a:prstGeom prst="rect">
            <a:avLst/>
          </a:prstGeom>
          <a:solidFill>
            <a:srgbClr val="F8FE05">
              <a:alpha val="2406"/>
            </a:srgbClr>
          </a:solidFill>
          <a:ln/>
        </p:spPr>
      </p:sp>
      <p:sp>
        <p:nvSpPr>
          <p:cNvPr id="55" name="Shape 53"/>
          <p:cNvSpPr/>
          <p:nvPr/>
        </p:nvSpPr>
        <p:spPr>
          <a:xfrm>
            <a:off x="10059314" y="1100480"/>
            <a:ext cx="803758" cy="296380"/>
          </a:xfrm>
          <a:prstGeom prst="rect">
            <a:avLst/>
          </a:prstGeom>
          <a:solidFill>
            <a:srgbClr val="F8FE05">
              <a:alpha val="1925"/>
            </a:srgbClr>
          </a:solidFill>
          <a:ln/>
        </p:spPr>
      </p:sp>
      <p:sp>
        <p:nvSpPr>
          <p:cNvPr id="56" name="Shape 54"/>
          <p:cNvSpPr/>
          <p:nvPr/>
        </p:nvSpPr>
        <p:spPr>
          <a:xfrm>
            <a:off x="10059314" y="1387716"/>
            <a:ext cx="803758" cy="296380"/>
          </a:xfrm>
          <a:prstGeom prst="rect">
            <a:avLst/>
          </a:prstGeom>
          <a:solidFill>
            <a:srgbClr val="F8FE05">
              <a:alpha val="1444"/>
            </a:srgbClr>
          </a:solidFill>
          <a:ln/>
        </p:spPr>
      </p:sp>
      <p:sp>
        <p:nvSpPr>
          <p:cNvPr id="57" name="Shape 55"/>
          <p:cNvSpPr/>
          <p:nvPr/>
        </p:nvSpPr>
        <p:spPr>
          <a:xfrm>
            <a:off x="10059314" y="1674952"/>
            <a:ext cx="803758" cy="296380"/>
          </a:xfrm>
          <a:prstGeom prst="rect">
            <a:avLst/>
          </a:prstGeom>
          <a:solidFill>
            <a:srgbClr val="F8FE05">
              <a:alpha val="963"/>
            </a:srgbClr>
          </a:solidFill>
          <a:ln/>
        </p:spPr>
      </p:sp>
      <p:sp>
        <p:nvSpPr>
          <p:cNvPr id="58" name="Shape 56"/>
          <p:cNvSpPr/>
          <p:nvPr/>
        </p:nvSpPr>
        <p:spPr>
          <a:xfrm>
            <a:off x="10059314" y="1962188"/>
            <a:ext cx="803758" cy="296380"/>
          </a:xfrm>
          <a:prstGeom prst="rect">
            <a:avLst/>
          </a:prstGeom>
          <a:solidFill>
            <a:srgbClr val="F8FE05">
              <a:alpha val="481"/>
            </a:srgbClr>
          </a:solidFill>
          <a:ln/>
        </p:spPr>
      </p:sp>
      <p:sp>
        <p:nvSpPr>
          <p:cNvPr id="59" name="Shape 57"/>
          <p:cNvSpPr/>
          <p:nvPr/>
        </p:nvSpPr>
        <p:spPr>
          <a:xfrm>
            <a:off x="9249156" y="849478"/>
            <a:ext cx="803758" cy="769468"/>
          </a:xfrm>
          <a:prstGeom prst="rect">
            <a:avLst/>
          </a:prstGeom>
          <a:solidFill>
            <a:srgbClr val="FFFFFF">
              <a:alpha val="688"/>
            </a:srgbClr>
          </a:solidFill>
          <a:ln/>
        </p:spPr>
      </p:sp>
      <p:sp>
        <p:nvSpPr>
          <p:cNvPr id="60" name="Shape 58"/>
          <p:cNvSpPr/>
          <p:nvPr/>
        </p:nvSpPr>
        <p:spPr>
          <a:xfrm>
            <a:off x="9249156" y="1609801"/>
            <a:ext cx="803758" cy="769468"/>
          </a:xfrm>
          <a:prstGeom prst="rect">
            <a:avLst/>
          </a:prstGeom>
          <a:solidFill>
            <a:srgbClr val="FFFFFF">
              <a:alpha val="1375"/>
            </a:srgbClr>
          </a:solidFill>
          <a:ln/>
        </p:spPr>
      </p:sp>
      <p:sp>
        <p:nvSpPr>
          <p:cNvPr id="61" name="Shape 59"/>
          <p:cNvSpPr/>
          <p:nvPr/>
        </p:nvSpPr>
        <p:spPr>
          <a:xfrm>
            <a:off x="9249156" y="2370125"/>
            <a:ext cx="803758" cy="769468"/>
          </a:xfrm>
          <a:prstGeom prst="rect">
            <a:avLst/>
          </a:prstGeom>
          <a:solidFill>
            <a:srgbClr val="FFFFFF">
              <a:alpha val="2063"/>
            </a:srgbClr>
          </a:solidFill>
          <a:ln/>
        </p:spPr>
      </p:sp>
      <p:sp>
        <p:nvSpPr>
          <p:cNvPr id="62" name="Shape 60"/>
          <p:cNvSpPr/>
          <p:nvPr/>
        </p:nvSpPr>
        <p:spPr>
          <a:xfrm>
            <a:off x="9249156" y="3130448"/>
            <a:ext cx="803758" cy="769468"/>
          </a:xfrm>
          <a:prstGeom prst="rect">
            <a:avLst/>
          </a:prstGeom>
          <a:solidFill>
            <a:srgbClr val="FFFFFF">
              <a:alpha val="2750"/>
            </a:srgbClr>
          </a:solidFill>
          <a:ln/>
        </p:spPr>
      </p:sp>
      <p:sp>
        <p:nvSpPr>
          <p:cNvPr id="63" name="Shape 61"/>
          <p:cNvSpPr/>
          <p:nvPr/>
        </p:nvSpPr>
        <p:spPr>
          <a:xfrm>
            <a:off x="9249156" y="3890772"/>
            <a:ext cx="803758" cy="769468"/>
          </a:xfrm>
          <a:prstGeom prst="rect">
            <a:avLst/>
          </a:prstGeom>
          <a:solidFill>
            <a:srgbClr val="FFFFFF">
              <a:alpha val="3438"/>
            </a:srgbClr>
          </a:solidFill>
          <a:ln/>
        </p:spPr>
      </p:sp>
      <p:sp>
        <p:nvSpPr>
          <p:cNvPr id="64" name="Shape 62"/>
          <p:cNvSpPr/>
          <p:nvPr/>
        </p:nvSpPr>
        <p:spPr>
          <a:xfrm>
            <a:off x="9249156" y="4651096"/>
            <a:ext cx="803758" cy="769468"/>
          </a:xfrm>
          <a:prstGeom prst="rect">
            <a:avLst/>
          </a:prstGeom>
          <a:solidFill>
            <a:srgbClr val="FFFFFF">
              <a:alpha val="4125"/>
            </a:srgbClr>
          </a:solidFill>
          <a:ln/>
        </p:spPr>
      </p:sp>
      <p:sp>
        <p:nvSpPr>
          <p:cNvPr id="65" name="Shape 63"/>
          <p:cNvSpPr/>
          <p:nvPr/>
        </p:nvSpPr>
        <p:spPr>
          <a:xfrm>
            <a:off x="9249156" y="5411419"/>
            <a:ext cx="803758" cy="769468"/>
          </a:xfrm>
          <a:prstGeom prst="rect">
            <a:avLst/>
          </a:prstGeom>
          <a:solidFill>
            <a:srgbClr val="FFFFFF">
              <a:alpha val="4813"/>
            </a:srgbClr>
          </a:solidFill>
          <a:ln/>
        </p:spPr>
      </p:sp>
      <p:sp>
        <p:nvSpPr>
          <p:cNvPr id="66" name="Shape 64"/>
          <p:cNvSpPr/>
          <p:nvPr/>
        </p:nvSpPr>
        <p:spPr>
          <a:xfrm>
            <a:off x="9249156" y="6171743"/>
            <a:ext cx="803758" cy="769468"/>
          </a:xfrm>
          <a:prstGeom prst="rect">
            <a:avLst/>
          </a:prstGeom>
          <a:solidFill>
            <a:srgbClr val="FFFFFF">
              <a:alpha val="5500"/>
            </a:srgbClr>
          </a:solidFill>
          <a:ln/>
        </p:spPr>
      </p:sp>
      <p:sp>
        <p:nvSpPr>
          <p:cNvPr id="67" name="Shape 65"/>
          <p:cNvSpPr/>
          <p:nvPr/>
        </p:nvSpPr>
        <p:spPr>
          <a:xfrm>
            <a:off x="7879385" y="3457346"/>
            <a:ext cx="803758" cy="443484"/>
          </a:xfrm>
          <a:prstGeom prst="rect">
            <a:avLst/>
          </a:prstGeom>
          <a:solidFill>
            <a:srgbClr val="FFFFFF">
              <a:alpha val="138"/>
            </a:srgbClr>
          </a:solidFill>
          <a:ln/>
        </p:spPr>
      </p:sp>
      <p:sp>
        <p:nvSpPr>
          <p:cNvPr id="68" name="Shape 66"/>
          <p:cNvSpPr/>
          <p:nvPr/>
        </p:nvSpPr>
        <p:spPr>
          <a:xfrm>
            <a:off x="7879385" y="3891686"/>
            <a:ext cx="803758" cy="443484"/>
          </a:xfrm>
          <a:prstGeom prst="rect">
            <a:avLst/>
          </a:prstGeom>
          <a:solidFill>
            <a:srgbClr val="FFFFFF">
              <a:alpha val="275"/>
            </a:srgbClr>
          </a:solidFill>
          <a:ln/>
        </p:spPr>
      </p:sp>
      <p:sp>
        <p:nvSpPr>
          <p:cNvPr id="69" name="Shape 67"/>
          <p:cNvSpPr/>
          <p:nvPr/>
        </p:nvSpPr>
        <p:spPr>
          <a:xfrm>
            <a:off x="7879385" y="4326026"/>
            <a:ext cx="803758" cy="443484"/>
          </a:xfrm>
          <a:prstGeom prst="rect">
            <a:avLst/>
          </a:prstGeom>
          <a:solidFill>
            <a:srgbClr val="FFFFFF">
              <a:alpha val="412"/>
            </a:srgbClr>
          </a:solidFill>
          <a:ln/>
        </p:spPr>
      </p:sp>
      <p:sp>
        <p:nvSpPr>
          <p:cNvPr id="70" name="Shape 68"/>
          <p:cNvSpPr/>
          <p:nvPr/>
        </p:nvSpPr>
        <p:spPr>
          <a:xfrm>
            <a:off x="7879385" y="4760366"/>
            <a:ext cx="803758" cy="443484"/>
          </a:xfrm>
          <a:prstGeom prst="rect">
            <a:avLst/>
          </a:prstGeom>
          <a:solidFill>
            <a:srgbClr val="FFFFFF">
              <a:alpha val="550"/>
            </a:srgbClr>
          </a:solidFill>
          <a:ln/>
        </p:spPr>
      </p:sp>
      <p:sp>
        <p:nvSpPr>
          <p:cNvPr id="71" name="Shape 69"/>
          <p:cNvSpPr/>
          <p:nvPr/>
        </p:nvSpPr>
        <p:spPr>
          <a:xfrm>
            <a:off x="7879385" y="5194706"/>
            <a:ext cx="803758" cy="443484"/>
          </a:xfrm>
          <a:prstGeom prst="rect">
            <a:avLst/>
          </a:prstGeom>
          <a:solidFill>
            <a:srgbClr val="FFFFFF">
              <a:alpha val="688"/>
            </a:srgbClr>
          </a:solidFill>
          <a:ln/>
        </p:spPr>
      </p:sp>
      <p:sp>
        <p:nvSpPr>
          <p:cNvPr id="72" name="Shape 70"/>
          <p:cNvSpPr/>
          <p:nvPr/>
        </p:nvSpPr>
        <p:spPr>
          <a:xfrm>
            <a:off x="7879385" y="5629046"/>
            <a:ext cx="803758" cy="443484"/>
          </a:xfrm>
          <a:prstGeom prst="rect">
            <a:avLst/>
          </a:prstGeom>
          <a:solidFill>
            <a:srgbClr val="FFFFFF">
              <a:alpha val="825"/>
            </a:srgbClr>
          </a:solidFill>
          <a:ln/>
        </p:spPr>
      </p:sp>
      <p:sp>
        <p:nvSpPr>
          <p:cNvPr id="73" name="Shape 71"/>
          <p:cNvSpPr/>
          <p:nvPr/>
        </p:nvSpPr>
        <p:spPr>
          <a:xfrm>
            <a:off x="7879385" y="6063386"/>
            <a:ext cx="803758" cy="443484"/>
          </a:xfrm>
          <a:prstGeom prst="rect">
            <a:avLst/>
          </a:prstGeom>
          <a:solidFill>
            <a:srgbClr val="FFFFFF">
              <a:alpha val="963"/>
            </a:srgbClr>
          </a:solidFill>
          <a:ln/>
        </p:spPr>
      </p:sp>
      <p:sp>
        <p:nvSpPr>
          <p:cNvPr id="74" name="Shape 72"/>
          <p:cNvSpPr/>
          <p:nvPr/>
        </p:nvSpPr>
        <p:spPr>
          <a:xfrm>
            <a:off x="7879385" y="6497726"/>
            <a:ext cx="803758" cy="443484"/>
          </a:xfrm>
          <a:prstGeom prst="rect">
            <a:avLst/>
          </a:prstGeom>
          <a:solidFill>
            <a:srgbClr val="FFFFFF">
              <a:alpha val="1100"/>
            </a:srgbClr>
          </a:solidFill>
          <a:ln/>
        </p:spPr>
      </p:sp>
      <p:sp>
        <p:nvSpPr>
          <p:cNvPr id="75" name="Shape 73"/>
          <p:cNvSpPr/>
          <p:nvPr/>
        </p:nvSpPr>
        <p:spPr>
          <a:xfrm>
            <a:off x="8568842" y="2276856"/>
            <a:ext cx="803758" cy="587959"/>
          </a:xfrm>
          <a:prstGeom prst="rect">
            <a:avLst/>
          </a:prstGeom>
          <a:solidFill>
            <a:srgbClr val="FFFFFF">
              <a:alpha val="344"/>
            </a:srgbClr>
          </a:solidFill>
          <a:ln/>
        </p:spPr>
      </p:sp>
      <p:sp>
        <p:nvSpPr>
          <p:cNvPr id="76" name="Shape 74"/>
          <p:cNvSpPr/>
          <p:nvPr/>
        </p:nvSpPr>
        <p:spPr>
          <a:xfrm>
            <a:off x="8568842" y="2855671"/>
            <a:ext cx="803758" cy="587959"/>
          </a:xfrm>
          <a:prstGeom prst="rect">
            <a:avLst/>
          </a:prstGeom>
          <a:solidFill>
            <a:srgbClr val="FFFFFF">
              <a:alpha val="688"/>
            </a:srgbClr>
          </a:solidFill>
          <a:ln/>
        </p:spPr>
      </p:sp>
      <p:sp>
        <p:nvSpPr>
          <p:cNvPr id="77" name="Shape 75"/>
          <p:cNvSpPr/>
          <p:nvPr/>
        </p:nvSpPr>
        <p:spPr>
          <a:xfrm>
            <a:off x="8568842" y="3434486"/>
            <a:ext cx="803758" cy="587959"/>
          </a:xfrm>
          <a:prstGeom prst="rect">
            <a:avLst/>
          </a:prstGeom>
          <a:solidFill>
            <a:srgbClr val="FFFFFF">
              <a:alpha val="1031"/>
            </a:srgbClr>
          </a:solidFill>
          <a:ln/>
        </p:spPr>
      </p:sp>
      <p:sp>
        <p:nvSpPr>
          <p:cNvPr id="78" name="Shape 76"/>
          <p:cNvSpPr/>
          <p:nvPr/>
        </p:nvSpPr>
        <p:spPr>
          <a:xfrm>
            <a:off x="8568842" y="4013302"/>
            <a:ext cx="803758" cy="587959"/>
          </a:xfrm>
          <a:prstGeom prst="rect">
            <a:avLst/>
          </a:prstGeom>
          <a:solidFill>
            <a:srgbClr val="FFFFFF">
              <a:alpha val="1375"/>
            </a:srgbClr>
          </a:solidFill>
          <a:ln/>
        </p:spPr>
      </p:sp>
      <p:sp>
        <p:nvSpPr>
          <p:cNvPr id="79" name="Shape 77"/>
          <p:cNvSpPr/>
          <p:nvPr/>
        </p:nvSpPr>
        <p:spPr>
          <a:xfrm>
            <a:off x="8568842" y="4592117"/>
            <a:ext cx="803758" cy="587959"/>
          </a:xfrm>
          <a:prstGeom prst="rect">
            <a:avLst/>
          </a:prstGeom>
          <a:solidFill>
            <a:srgbClr val="FFFFFF">
              <a:alpha val="1719"/>
            </a:srgbClr>
          </a:solidFill>
          <a:ln/>
        </p:spPr>
      </p:sp>
      <p:sp>
        <p:nvSpPr>
          <p:cNvPr id="80" name="Shape 78"/>
          <p:cNvSpPr/>
          <p:nvPr/>
        </p:nvSpPr>
        <p:spPr>
          <a:xfrm>
            <a:off x="8568842" y="5170932"/>
            <a:ext cx="803758" cy="587959"/>
          </a:xfrm>
          <a:prstGeom prst="rect">
            <a:avLst/>
          </a:prstGeom>
          <a:solidFill>
            <a:srgbClr val="FFFFFF">
              <a:alpha val="2063"/>
            </a:srgbClr>
          </a:solidFill>
          <a:ln/>
        </p:spPr>
      </p:sp>
      <p:sp>
        <p:nvSpPr>
          <p:cNvPr id="81" name="Shape 79"/>
          <p:cNvSpPr/>
          <p:nvPr/>
        </p:nvSpPr>
        <p:spPr>
          <a:xfrm>
            <a:off x="8568842" y="5749747"/>
            <a:ext cx="803758" cy="587959"/>
          </a:xfrm>
          <a:prstGeom prst="rect">
            <a:avLst/>
          </a:prstGeom>
          <a:solidFill>
            <a:srgbClr val="FFFFFF">
              <a:alpha val="2406"/>
            </a:srgbClr>
          </a:solidFill>
          <a:ln/>
        </p:spPr>
      </p:sp>
      <p:sp>
        <p:nvSpPr>
          <p:cNvPr id="82" name="Shape 80"/>
          <p:cNvSpPr/>
          <p:nvPr/>
        </p:nvSpPr>
        <p:spPr>
          <a:xfrm>
            <a:off x="8568842" y="6328562"/>
            <a:ext cx="803758" cy="587959"/>
          </a:xfrm>
          <a:prstGeom prst="rect">
            <a:avLst/>
          </a:prstGeom>
          <a:solidFill>
            <a:srgbClr val="FFFFFF">
              <a:alpha val="2750"/>
            </a:srgbClr>
          </a:solidFill>
          <a:ln/>
        </p:spPr>
      </p:sp>
      <p:sp>
        <p:nvSpPr>
          <p:cNvPr id="83" name="Shape 81"/>
          <p:cNvSpPr/>
          <p:nvPr/>
        </p:nvSpPr>
        <p:spPr>
          <a:xfrm>
            <a:off x="9921240" y="2646274"/>
            <a:ext cx="803758" cy="547840"/>
          </a:xfrm>
          <a:prstGeom prst="rect">
            <a:avLst/>
          </a:prstGeom>
          <a:solidFill>
            <a:srgbClr val="FFFFFF">
              <a:alpha val="344"/>
            </a:srgbClr>
          </a:solidFill>
          <a:ln/>
        </p:spPr>
      </p:sp>
      <p:sp>
        <p:nvSpPr>
          <p:cNvPr id="84" name="Shape 82"/>
          <p:cNvSpPr/>
          <p:nvPr/>
        </p:nvSpPr>
        <p:spPr>
          <a:xfrm>
            <a:off x="9921240" y="3184970"/>
            <a:ext cx="803758" cy="547840"/>
          </a:xfrm>
          <a:prstGeom prst="rect">
            <a:avLst/>
          </a:prstGeom>
          <a:solidFill>
            <a:srgbClr val="FFFFFF">
              <a:alpha val="688"/>
            </a:srgbClr>
          </a:solidFill>
          <a:ln/>
        </p:spPr>
      </p:sp>
      <p:sp>
        <p:nvSpPr>
          <p:cNvPr id="85" name="Shape 83"/>
          <p:cNvSpPr/>
          <p:nvPr/>
        </p:nvSpPr>
        <p:spPr>
          <a:xfrm>
            <a:off x="9921240" y="3723665"/>
            <a:ext cx="803758" cy="547840"/>
          </a:xfrm>
          <a:prstGeom prst="rect">
            <a:avLst/>
          </a:prstGeom>
          <a:solidFill>
            <a:srgbClr val="FFFFFF">
              <a:alpha val="1031"/>
            </a:srgbClr>
          </a:solidFill>
          <a:ln/>
        </p:spPr>
      </p:sp>
      <p:sp>
        <p:nvSpPr>
          <p:cNvPr id="86" name="Shape 84"/>
          <p:cNvSpPr/>
          <p:nvPr/>
        </p:nvSpPr>
        <p:spPr>
          <a:xfrm>
            <a:off x="9921240" y="4262361"/>
            <a:ext cx="803758" cy="547840"/>
          </a:xfrm>
          <a:prstGeom prst="rect">
            <a:avLst/>
          </a:prstGeom>
          <a:solidFill>
            <a:srgbClr val="FFFFFF">
              <a:alpha val="1375"/>
            </a:srgbClr>
          </a:solidFill>
          <a:ln/>
        </p:spPr>
      </p:sp>
      <p:sp>
        <p:nvSpPr>
          <p:cNvPr id="87" name="Shape 85"/>
          <p:cNvSpPr/>
          <p:nvPr/>
        </p:nvSpPr>
        <p:spPr>
          <a:xfrm>
            <a:off x="9921240" y="4801057"/>
            <a:ext cx="803758" cy="547840"/>
          </a:xfrm>
          <a:prstGeom prst="rect">
            <a:avLst/>
          </a:prstGeom>
          <a:solidFill>
            <a:srgbClr val="FFFFFF">
              <a:alpha val="1719"/>
            </a:srgbClr>
          </a:solidFill>
          <a:ln/>
        </p:spPr>
      </p:sp>
      <p:sp>
        <p:nvSpPr>
          <p:cNvPr id="88" name="Shape 86"/>
          <p:cNvSpPr/>
          <p:nvPr/>
        </p:nvSpPr>
        <p:spPr>
          <a:xfrm>
            <a:off x="9921240" y="5339753"/>
            <a:ext cx="803758" cy="547840"/>
          </a:xfrm>
          <a:prstGeom prst="rect">
            <a:avLst/>
          </a:prstGeom>
          <a:solidFill>
            <a:srgbClr val="FFFFFF">
              <a:alpha val="2063"/>
            </a:srgbClr>
          </a:solidFill>
          <a:ln/>
        </p:spPr>
      </p:sp>
      <p:sp>
        <p:nvSpPr>
          <p:cNvPr id="89" name="Shape 87"/>
          <p:cNvSpPr/>
          <p:nvPr/>
        </p:nvSpPr>
        <p:spPr>
          <a:xfrm>
            <a:off x="9921240" y="5878449"/>
            <a:ext cx="803758" cy="547840"/>
          </a:xfrm>
          <a:prstGeom prst="rect">
            <a:avLst/>
          </a:prstGeom>
          <a:solidFill>
            <a:srgbClr val="FFFFFF">
              <a:alpha val="2406"/>
            </a:srgbClr>
          </a:solidFill>
          <a:ln/>
        </p:spPr>
      </p:sp>
      <p:sp>
        <p:nvSpPr>
          <p:cNvPr id="90" name="Shape 88"/>
          <p:cNvSpPr/>
          <p:nvPr/>
        </p:nvSpPr>
        <p:spPr>
          <a:xfrm>
            <a:off x="9921240" y="6417145"/>
            <a:ext cx="803758" cy="547840"/>
          </a:xfrm>
          <a:prstGeom prst="rect">
            <a:avLst/>
          </a:prstGeom>
          <a:solidFill>
            <a:srgbClr val="FFFFFF">
              <a:alpha val="2750"/>
            </a:srgbClr>
          </a:solidFill>
          <a:ln/>
        </p:spPr>
      </p:sp>
      <p:sp>
        <p:nvSpPr>
          <p:cNvPr id="91" name="Shape 89"/>
          <p:cNvSpPr/>
          <p:nvPr/>
        </p:nvSpPr>
        <p:spPr>
          <a:xfrm>
            <a:off x="10613441" y="4484218"/>
            <a:ext cx="803758" cy="319126"/>
          </a:xfrm>
          <a:prstGeom prst="rect">
            <a:avLst/>
          </a:prstGeom>
          <a:solidFill>
            <a:srgbClr val="FFFFFF">
              <a:alpha val="138"/>
            </a:srgbClr>
          </a:solidFill>
          <a:ln/>
        </p:spPr>
      </p:sp>
      <p:sp>
        <p:nvSpPr>
          <p:cNvPr id="92" name="Shape 90"/>
          <p:cNvSpPr/>
          <p:nvPr/>
        </p:nvSpPr>
        <p:spPr>
          <a:xfrm>
            <a:off x="10613441" y="4794199"/>
            <a:ext cx="803758" cy="319126"/>
          </a:xfrm>
          <a:prstGeom prst="rect">
            <a:avLst/>
          </a:prstGeom>
          <a:solidFill>
            <a:srgbClr val="FFFFFF">
              <a:alpha val="275"/>
            </a:srgbClr>
          </a:solidFill>
          <a:ln/>
        </p:spPr>
      </p:sp>
      <p:sp>
        <p:nvSpPr>
          <p:cNvPr id="93" name="Shape 91"/>
          <p:cNvSpPr/>
          <p:nvPr/>
        </p:nvSpPr>
        <p:spPr>
          <a:xfrm>
            <a:off x="10613441" y="5104181"/>
            <a:ext cx="803758" cy="319126"/>
          </a:xfrm>
          <a:prstGeom prst="rect">
            <a:avLst/>
          </a:prstGeom>
          <a:solidFill>
            <a:srgbClr val="FFFFFF">
              <a:alpha val="412"/>
            </a:srgbClr>
          </a:solidFill>
          <a:ln/>
        </p:spPr>
      </p:sp>
      <p:sp>
        <p:nvSpPr>
          <p:cNvPr id="94" name="Shape 92"/>
          <p:cNvSpPr/>
          <p:nvPr/>
        </p:nvSpPr>
        <p:spPr>
          <a:xfrm>
            <a:off x="10613441" y="5414162"/>
            <a:ext cx="803758" cy="319126"/>
          </a:xfrm>
          <a:prstGeom prst="rect">
            <a:avLst/>
          </a:prstGeom>
          <a:solidFill>
            <a:srgbClr val="FFFFFF">
              <a:alpha val="550"/>
            </a:srgbClr>
          </a:solidFill>
          <a:ln/>
        </p:spPr>
      </p:sp>
      <p:sp>
        <p:nvSpPr>
          <p:cNvPr id="95" name="Shape 93"/>
          <p:cNvSpPr/>
          <p:nvPr/>
        </p:nvSpPr>
        <p:spPr>
          <a:xfrm>
            <a:off x="10613441" y="5724144"/>
            <a:ext cx="803758" cy="319126"/>
          </a:xfrm>
          <a:prstGeom prst="rect">
            <a:avLst/>
          </a:prstGeom>
          <a:solidFill>
            <a:srgbClr val="FFFFFF">
              <a:alpha val="688"/>
            </a:srgbClr>
          </a:solidFill>
          <a:ln/>
        </p:spPr>
      </p:sp>
      <p:sp>
        <p:nvSpPr>
          <p:cNvPr id="96" name="Shape 94"/>
          <p:cNvSpPr/>
          <p:nvPr/>
        </p:nvSpPr>
        <p:spPr>
          <a:xfrm>
            <a:off x="10613441" y="6034126"/>
            <a:ext cx="803758" cy="319126"/>
          </a:xfrm>
          <a:prstGeom prst="rect">
            <a:avLst/>
          </a:prstGeom>
          <a:solidFill>
            <a:srgbClr val="FFFFFF">
              <a:alpha val="825"/>
            </a:srgbClr>
          </a:solidFill>
          <a:ln/>
        </p:spPr>
      </p:sp>
      <p:sp>
        <p:nvSpPr>
          <p:cNvPr id="97" name="Shape 95"/>
          <p:cNvSpPr/>
          <p:nvPr/>
        </p:nvSpPr>
        <p:spPr>
          <a:xfrm>
            <a:off x="10613441" y="6344107"/>
            <a:ext cx="803758" cy="319126"/>
          </a:xfrm>
          <a:prstGeom prst="rect">
            <a:avLst/>
          </a:prstGeom>
          <a:solidFill>
            <a:srgbClr val="FFFFFF">
              <a:alpha val="963"/>
            </a:srgbClr>
          </a:solidFill>
          <a:ln/>
        </p:spPr>
      </p:sp>
      <p:sp>
        <p:nvSpPr>
          <p:cNvPr id="98" name="Shape 96"/>
          <p:cNvSpPr/>
          <p:nvPr/>
        </p:nvSpPr>
        <p:spPr>
          <a:xfrm>
            <a:off x="10613441" y="6654089"/>
            <a:ext cx="803758" cy="319126"/>
          </a:xfrm>
          <a:prstGeom prst="rect">
            <a:avLst/>
          </a:prstGeom>
          <a:solidFill>
            <a:srgbClr val="FFFFFF">
              <a:alpha val="1100"/>
            </a:srgbClr>
          </a:solidFill>
          <a:ln/>
        </p:spPr>
      </p:sp>
      <p:sp>
        <p:nvSpPr>
          <p:cNvPr id="101" name="Shape 99"/>
          <p:cNvSpPr/>
          <p:nvPr/>
        </p:nvSpPr>
        <p:spPr>
          <a:xfrm>
            <a:off x="0" y="873252"/>
            <a:ext cx="12191695" cy="0"/>
          </a:xfrm>
          <a:prstGeom prst="line">
            <a:avLst/>
          </a:prstGeom>
          <a:noFill/>
          <a:ln w="2540">
            <a:solidFill>
              <a:srgbClr val="D0CFCF">
                <a:alpha val="60000"/>
              </a:srgbClr>
            </a:solidFill>
            <a:prstDash val="solid"/>
          </a:ln>
        </p:spPr>
      </p:sp>
      <p:sp>
        <p:nvSpPr>
          <p:cNvPr id="104" name="Text 102"/>
          <p:cNvSpPr/>
          <p:nvPr/>
        </p:nvSpPr>
        <p:spPr>
          <a:xfrm>
            <a:off x="785470" y="1100023"/>
            <a:ext cx="5729630" cy="1280160"/>
          </a:xfrm>
          <a:prstGeom prst="rect">
            <a:avLst/>
          </a:prstGeom>
          <a:noFill/>
          <a:ln/>
        </p:spPr>
        <p:txBody>
          <a:bodyPr wrap="square" rtlCol="0" anchor="t"/>
          <a:lstStyle/>
          <a:p>
            <a:pPr indent="0" marL="0">
              <a:lnSpc>
                <a:spcPct val="90000"/>
              </a:lnSpc>
              <a:buNone/>
            </a:pPr>
            <a:r>
              <a:rPr lang="en-US" sz="4000" spc="-150" kern="0" dirty="0">
                <a:solidFill>
                  <a:srgbClr val="FFFFFF"/>
                </a:solidFill>
                <a:latin typeface="Manrope" pitchFamily="34" charset="0"/>
                <a:ea typeface="Manrope" pitchFamily="34" charset="-122"/>
                <a:cs typeface="Manrope" pitchFamily="34" charset="-120"/>
              </a:rPr>
              <a:t>Review questions: </a:t>
            </a:r>
            <a:r>
              <a:rPr lang="en-US" sz="4000" spc="-150" kern="0" dirty="0">
                <a:solidFill>
                  <a:srgbClr val="D5E6CD"/>
                </a:solidFill>
                <a:latin typeface="Manrope" pitchFamily="34" charset="0"/>
                <a:ea typeface="Manrope" pitchFamily="34" charset="-122"/>
                <a:cs typeface="Manrope" pitchFamily="34" charset="-120"/>
              </a:rPr>
              <a:t>six across five phases</a:t>
            </a:r>
            <a:endParaRPr lang="en-US" sz="4400" dirty="0"/>
          </a:p>
        </p:txBody>
      </p:sp>
      <p:sp>
        <p:nvSpPr>
          <p:cNvPr id="105" name="Text 103"/>
          <p:cNvSpPr/>
          <p:nvPr/>
        </p:nvSpPr>
        <p:spPr>
          <a:xfrm>
            <a:off x="1447495" y="2776118"/>
            <a:ext cx="4572000" cy="339242"/>
          </a:xfrm>
          <a:prstGeom prst="rect">
            <a:avLst/>
          </a:prstGeom>
          <a:noFill/>
          <a:ln/>
        </p:spPr>
        <p:txBody>
          <a:bodyPr wrap="square" rtlCol="0" anchor="t"/>
          <a:lstStyle/>
          <a:p>
            <a:pPr indent="0" marL="0">
              <a:lnSpc>
                <a:spcPct val="125000"/>
              </a:lnSpc>
              <a:spcAft>
                <a:spcPts val="600"/>
              </a:spcAft>
              <a:buNone/>
            </a:pPr>
            <a:r>
              <a:rPr lang="en-US" sz="1800" dirty="0">
                <a:solidFill>
                  <a:srgbClr val="D5E6CD"/>
                </a:solidFill>
                <a:latin typeface="Manrope" pitchFamily="34" charset="0"/>
                <a:ea typeface="Manrope" pitchFamily="34" charset="-122"/>
                <a:cs typeface="Manrope" pitchFamily="34" charset="-120"/>
              </a:rPr>
              <a:t>Q1 · Foundations</a:t>
            </a:r>
            <a:endParaRPr lang="en-US" sz="1800" dirty="0"/>
          </a:p>
        </p:txBody>
      </p:sp>
      <p:sp>
        <p:nvSpPr>
          <p:cNvPr id="106" name="Text 104"/>
          <p:cNvSpPr/>
          <p:nvPr/>
        </p:nvSpPr>
        <p:spPr>
          <a:xfrm>
            <a:off x="1447495" y="3119933"/>
            <a:ext cx="4572000" cy="777240"/>
          </a:xfrm>
          <a:prstGeom prst="rect">
            <a:avLst/>
          </a:prstGeom>
          <a:noFill/>
          <a:ln/>
        </p:spPr>
        <p:txBody>
          <a:bodyPr wrap="square" rtlCol="0" anchor="t"/>
          <a:lstStyle/>
          <a:p>
            <a:pPr indent="0" marL="0">
              <a:lnSpc>
                <a:spcPct val="125000"/>
              </a:lnSpc>
              <a:spcAft>
                <a:spcPts val="600"/>
              </a:spcAft>
              <a:buNone/>
            </a:pPr>
            <a:r>
              <a:rPr lang="en-US" sz="1500" dirty="0">
                <a:solidFill>
                  <a:srgbClr val="FFFFFF"/>
                </a:solidFill>
                <a:latin typeface="Manrope" pitchFamily="34" charset="0"/>
                <a:ea typeface="Manrope" pitchFamily="34" charset="-122"/>
                <a:cs typeface="Manrope" pitchFamily="34" charset="-120"/>
              </a:rPr>
              <a:t>Name three properties of LLMs that the research says drive later agent design decisions.</a:t>
            </a:r>
            <a:endParaRPr lang="en-US" sz="1200" dirty="0"/>
          </a:p>
        </p:txBody>
      </p:sp>
      <p:sp>
        <p:nvSpPr>
          <p:cNvPr id="107" name="Shape 105"/>
          <p:cNvSpPr/>
          <p:nvPr/>
        </p:nvSpPr>
        <p:spPr>
          <a:xfrm>
            <a:off x="887882" y="2834640"/>
            <a:ext cx="377647" cy="377647"/>
          </a:xfrm>
          <a:prstGeom prst="ellipse">
            <a:avLst/>
          </a:prstGeom>
          <a:ln w="15875">
            <a:solidFill>
              <a:srgbClr val="9FEF9C"/>
            </a:solidFill>
            <a:prstDash val="solid"/>
          </a:ln>
        </p:spPr>
      </p:sp>
      <p:sp>
        <p:nvSpPr>
          <p:cNvPr id="108" name="Shape 106"/>
          <p:cNvSpPr/>
          <p:nvPr/>
        </p:nvSpPr>
        <p:spPr>
          <a:xfrm>
            <a:off x="1012506" y="2959264"/>
            <a:ext cx="128400" cy="128400"/>
          </a:xfrm>
          <a:prstGeom prst="ellipse">
            <a:avLst/>
          </a:prstGeom>
          <a:solidFill>
            <a:srgbClr val="9FEF9C"/>
          </a:solidFill>
          <a:ln/>
        </p:spPr>
      </p:sp>
      <p:sp>
        <p:nvSpPr>
          <p:cNvPr id="109" name="Text 107"/>
          <p:cNvSpPr/>
          <p:nvPr/>
        </p:nvSpPr>
        <p:spPr>
          <a:xfrm>
            <a:off x="1447495" y="3939235"/>
            <a:ext cx="4572000" cy="339242"/>
          </a:xfrm>
          <a:prstGeom prst="rect">
            <a:avLst/>
          </a:prstGeom>
          <a:noFill/>
          <a:ln/>
        </p:spPr>
        <p:txBody>
          <a:bodyPr wrap="square" rtlCol="0" anchor="t"/>
          <a:lstStyle/>
          <a:p>
            <a:pPr indent="0" marL="0">
              <a:lnSpc>
                <a:spcPct val="125000"/>
              </a:lnSpc>
              <a:spcAft>
                <a:spcPts val="600"/>
              </a:spcAft>
              <a:buNone/>
            </a:pPr>
            <a:r>
              <a:rPr lang="en-US" sz="1800" dirty="0">
                <a:solidFill>
                  <a:srgbClr val="D5E6CD"/>
                </a:solidFill>
                <a:latin typeface="Manrope" pitchFamily="34" charset="0"/>
                <a:ea typeface="Manrope" pitchFamily="34" charset="-122"/>
                <a:cs typeface="Manrope" pitchFamily="34" charset="-120"/>
              </a:rPr>
              <a:t>Q2 · Steer and ground</a:t>
            </a:r>
            <a:endParaRPr lang="en-US" sz="1800" dirty="0"/>
          </a:p>
        </p:txBody>
      </p:sp>
      <p:sp>
        <p:nvSpPr>
          <p:cNvPr id="110" name="Text 108"/>
          <p:cNvSpPr/>
          <p:nvPr/>
        </p:nvSpPr>
        <p:spPr>
          <a:xfrm>
            <a:off x="1447495" y="4283050"/>
            <a:ext cx="4572000" cy="777240"/>
          </a:xfrm>
          <a:prstGeom prst="rect">
            <a:avLst/>
          </a:prstGeom>
          <a:noFill/>
          <a:ln/>
        </p:spPr>
        <p:txBody>
          <a:bodyPr wrap="square" rtlCol="0" anchor="t"/>
          <a:lstStyle/>
          <a:p>
            <a:pPr indent="0" marL="0">
              <a:lnSpc>
                <a:spcPct val="125000"/>
              </a:lnSpc>
              <a:spcAft>
                <a:spcPts val="600"/>
              </a:spcAft>
              <a:buNone/>
            </a:pPr>
            <a:r>
              <a:rPr lang="en-US" sz="1500" dirty="0">
                <a:solidFill>
                  <a:srgbClr val="FFFFFF"/>
                </a:solidFill>
                <a:latin typeface="Manrope" pitchFamily="34" charset="0"/>
                <a:ea typeface="Manrope" pitchFamily="34" charset="-122"/>
                <a:cs typeface="Manrope" pitchFamily="34" charset="-120"/>
              </a:rPr>
              <a:t>What problem does RAG solve, and what did swapping the retrieval index show?</a:t>
            </a:r>
            <a:endParaRPr lang="en-US" sz="1200" dirty="0"/>
          </a:p>
        </p:txBody>
      </p:sp>
      <p:sp>
        <p:nvSpPr>
          <p:cNvPr id="111" name="Shape 109"/>
          <p:cNvSpPr/>
          <p:nvPr/>
        </p:nvSpPr>
        <p:spPr>
          <a:xfrm>
            <a:off x="854050" y="3986784"/>
            <a:ext cx="488290" cy="406908"/>
          </a:xfrm>
          <a:prstGeom prst="ellipse">
            <a:avLst/>
          </a:prstGeom>
          <a:ln w="15875">
            <a:solidFill>
              <a:srgbClr val="9FEF9C"/>
            </a:solidFill>
            <a:prstDash val="solid"/>
          </a:ln>
        </p:spPr>
      </p:sp>
      <p:sp>
        <p:nvSpPr>
          <p:cNvPr id="112" name="Shape 110"/>
          <p:cNvSpPr/>
          <p:nvPr/>
        </p:nvSpPr>
        <p:spPr>
          <a:xfrm>
            <a:off x="1015185" y="4121064"/>
            <a:ext cx="166018" cy="138349"/>
          </a:xfrm>
          <a:prstGeom prst="ellipse">
            <a:avLst/>
          </a:prstGeom>
          <a:solidFill>
            <a:srgbClr val="9FEF9C"/>
          </a:solidFill>
          <a:ln/>
        </p:spPr>
      </p:sp>
      <p:sp>
        <p:nvSpPr>
          <p:cNvPr id="113" name="Text 111"/>
          <p:cNvSpPr/>
          <p:nvPr/>
        </p:nvSpPr>
        <p:spPr>
          <a:xfrm>
            <a:off x="1447495" y="5103266"/>
            <a:ext cx="4572000" cy="339242"/>
          </a:xfrm>
          <a:prstGeom prst="rect">
            <a:avLst/>
          </a:prstGeom>
          <a:noFill/>
          <a:ln/>
        </p:spPr>
        <p:txBody>
          <a:bodyPr wrap="square" rtlCol="0" anchor="t"/>
          <a:lstStyle/>
          <a:p>
            <a:pPr indent="0" marL="0">
              <a:lnSpc>
                <a:spcPct val="125000"/>
              </a:lnSpc>
              <a:spcAft>
                <a:spcPts val="600"/>
              </a:spcAft>
              <a:buNone/>
            </a:pPr>
            <a:r>
              <a:rPr lang="en-US" sz="1800" dirty="0">
                <a:solidFill>
                  <a:srgbClr val="D5E6CD"/>
                </a:solidFill>
                <a:latin typeface="Manrope" pitchFamily="34" charset="0"/>
                <a:ea typeface="Manrope" pitchFamily="34" charset="-122"/>
                <a:cs typeface="Manrope" pitchFamily="34" charset="-120"/>
              </a:rPr>
              <a:t>Q3 · Act (tools)</a:t>
            </a:r>
            <a:endParaRPr lang="en-US" sz="1800" dirty="0"/>
          </a:p>
        </p:txBody>
      </p:sp>
      <p:sp>
        <p:nvSpPr>
          <p:cNvPr id="114" name="Text 112"/>
          <p:cNvSpPr/>
          <p:nvPr/>
        </p:nvSpPr>
        <p:spPr>
          <a:xfrm>
            <a:off x="1447495" y="5447081"/>
            <a:ext cx="4572000" cy="777240"/>
          </a:xfrm>
          <a:prstGeom prst="rect">
            <a:avLst/>
          </a:prstGeom>
          <a:noFill/>
          <a:ln/>
        </p:spPr>
        <p:txBody>
          <a:bodyPr wrap="square" rtlCol="0" anchor="t"/>
          <a:lstStyle/>
          <a:p>
            <a:pPr indent="0" marL="0">
              <a:lnSpc>
                <a:spcPct val="125000"/>
              </a:lnSpc>
              <a:spcAft>
                <a:spcPts val="600"/>
              </a:spcAft>
              <a:buNone/>
            </a:pPr>
            <a:r>
              <a:rPr lang="en-US" sz="1500" dirty="0">
                <a:solidFill>
                  <a:srgbClr val="FFFFFF"/>
                </a:solidFill>
                <a:latin typeface="Manrope" pitchFamily="34" charset="0"/>
                <a:ea typeface="Manrope" pitchFamily="34" charset="-122"/>
                <a:cs typeface="Manrope" pitchFamily="34" charset="-120"/>
              </a:rPr>
              <a:t>Write out the five stages of the tool-calling loop.</a:t>
            </a:r>
            <a:endParaRPr lang="en-US" sz="1200" dirty="0"/>
          </a:p>
        </p:txBody>
      </p:sp>
      <p:sp>
        <p:nvSpPr>
          <p:cNvPr id="115" name="Shape 113"/>
          <p:cNvSpPr/>
          <p:nvPr/>
        </p:nvSpPr>
        <p:spPr>
          <a:xfrm>
            <a:off x="875081" y="5103266"/>
            <a:ext cx="410566" cy="410566"/>
          </a:xfrm>
          <a:prstGeom prst="ellipse">
            <a:avLst/>
          </a:prstGeom>
          <a:ln w="15875">
            <a:solidFill>
              <a:srgbClr val="9FEF9C"/>
            </a:solidFill>
            <a:prstDash val="solid"/>
          </a:ln>
        </p:spPr>
      </p:sp>
      <p:sp>
        <p:nvSpPr>
          <p:cNvPr id="116" name="Shape 114"/>
          <p:cNvSpPr/>
          <p:nvPr/>
        </p:nvSpPr>
        <p:spPr>
          <a:xfrm>
            <a:off x="1010567" y="5238753"/>
            <a:ext cx="139592" cy="139592"/>
          </a:xfrm>
          <a:prstGeom prst="ellipse">
            <a:avLst/>
          </a:prstGeom>
          <a:solidFill>
            <a:srgbClr val="9FEF9C"/>
          </a:solidFill>
          <a:ln/>
        </p:spPr>
      </p:sp>
      <p:sp>
        <p:nvSpPr>
          <p:cNvPr id="2001" name="g1 text 2001"/>
          <p:cNvSpPr txBox="1"/>
          <p:nvPr/>
        </p:nvSpPr>
        <p:spPr>
          <a:xfrm>
            <a:off x="7086600" y="1463040"/>
            <a:ext cx="4572000" cy="365760"/>
          </a:xfrm>
          <a:prstGeom prst="rect">
            <a:avLst/>
          </a:prstGeom>
          <a:noFill/>
        </p:spPr>
        <p:txBody>
          <a:bodyPr wrap="square" lIns="0" tIns="0" rIns="0" bIns="0" anchor="t">
            <a:noAutofit/>
          </a:bodyPr>
          <a:lstStyle/>
          <a:p>
            <a:pPr algn="l">
              <a:lnSpc>
                <a:spcPct val="100000"/>
              </a:lnSpc>
              <a:buNone/>
            </a:pPr>
            <a:r>
              <a:rPr lang="en-US" sz="1800" b="1" dirty="0">
                <a:solidFill>
                  <a:srgbClr val="FCFF9B"/>
                </a:solidFill>
                <a:latin typeface="Manrope"/>
                <a:ea typeface="Manrope"/>
                <a:cs typeface="Manrope"/>
              </a:rPr>
              <a:t>Q4 · Act (agents)</a:t>
            </a:r>
          </a:p>
        </p:txBody>
      </p:sp>
      <p:sp>
        <p:nvSpPr>
          <p:cNvPr id="2002" name="g1 text 2002"/>
          <p:cNvSpPr txBox="1"/>
          <p:nvPr/>
        </p:nvSpPr>
        <p:spPr>
          <a:xfrm>
            <a:off x="7086600" y="1874520"/>
            <a:ext cx="4572000" cy="868680"/>
          </a:xfrm>
          <a:prstGeom prst="rect">
            <a:avLst/>
          </a:prstGeom>
          <a:noFill/>
        </p:spPr>
        <p:txBody>
          <a:bodyPr wrap="square" lIns="0" tIns="0" rIns="0" bIns="0" anchor="t">
            <a:noAutofit/>
          </a:bodyPr>
          <a:lstStyle/>
          <a:p>
            <a:pPr algn="l">
              <a:lnSpc>
                <a:spcPct val="100000"/>
              </a:lnSpc>
              <a:buNone/>
            </a:pPr>
            <a:r>
              <a:rPr lang="en-US" sz="1500" b="0" dirty="0">
                <a:solidFill>
                  <a:srgbClr val="FFFFFF"/>
                </a:solidFill>
                <a:latin typeface="Manrope"/>
                <a:ea typeface="Manrope"/>
                <a:cs typeface="Manrope"/>
              </a:rPr>
              <a:t>What is ReAct, and what success-rate gains does it report on ALFWorld and WebShop?</a:t>
            </a:r>
          </a:p>
        </p:txBody>
      </p:sp>
      <p:sp>
        <p:nvSpPr>
          <p:cNvPr id="2003" name="g1 text 2003"/>
          <p:cNvSpPr txBox="1"/>
          <p:nvPr/>
        </p:nvSpPr>
        <p:spPr>
          <a:xfrm>
            <a:off x="7086600" y="2971800"/>
            <a:ext cx="4572000" cy="365760"/>
          </a:xfrm>
          <a:prstGeom prst="rect">
            <a:avLst/>
          </a:prstGeom>
          <a:noFill/>
        </p:spPr>
        <p:txBody>
          <a:bodyPr wrap="square" lIns="0" tIns="0" rIns="0" bIns="0" anchor="t">
            <a:noAutofit/>
          </a:bodyPr>
          <a:lstStyle/>
          <a:p>
            <a:pPr algn="l">
              <a:lnSpc>
                <a:spcPct val="100000"/>
              </a:lnSpc>
              <a:buNone/>
            </a:pPr>
            <a:r>
              <a:rPr lang="en-US" sz="1800" b="1" dirty="0">
                <a:solidFill>
                  <a:srgbClr val="FCFF9B"/>
                </a:solidFill>
                <a:latin typeface="Manrope"/>
                <a:ea typeface="Manrope"/>
                <a:cs typeface="Manrope"/>
              </a:rPr>
              <a:t>Q5 · Build with leverage</a:t>
            </a:r>
          </a:p>
        </p:txBody>
      </p:sp>
      <p:sp>
        <p:nvSpPr>
          <p:cNvPr id="2004" name="g1 text 2004"/>
          <p:cNvSpPr txBox="1"/>
          <p:nvPr/>
        </p:nvSpPr>
        <p:spPr>
          <a:xfrm>
            <a:off x="7086600" y="3383280"/>
            <a:ext cx="4572000" cy="868680"/>
          </a:xfrm>
          <a:prstGeom prst="rect">
            <a:avLst/>
          </a:prstGeom>
          <a:noFill/>
        </p:spPr>
        <p:txBody>
          <a:bodyPr wrap="square" lIns="0" tIns="0" rIns="0" bIns="0" anchor="t">
            <a:noAutofit/>
          </a:bodyPr>
          <a:lstStyle/>
          <a:p>
            <a:pPr algn="l">
              <a:lnSpc>
                <a:spcPct val="100000"/>
              </a:lnSpc>
              <a:buNone/>
            </a:pPr>
            <a:r>
              <a:rPr lang="en-US" sz="1500" b="0" dirty="0">
                <a:solidFill>
                  <a:srgbClr val="FFFFFF"/>
                </a:solidFill>
                <a:latin typeface="Manrope"/>
                <a:ea typeface="Manrope"/>
                <a:cs typeface="Manrope"/>
              </a:rPr>
              <a:t>What warning does Anthropic give about frameworks, and what does it suggest instead?</a:t>
            </a:r>
          </a:p>
        </p:txBody>
      </p:sp>
      <p:sp>
        <p:nvSpPr>
          <p:cNvPr id="2005" name="g1 text 2005"/>
          <p:cNvSpPr txBox="1"/>
          <p:nvPr/>
        </p:nvSpPr>
        <p:spPr>
          <a:xfrm>
            <a:off x="7086600" y="4480560"/>
            <a:ext cx="4572000" cy="365760"/>
          </a:xfrm>
          <a:prstGeom prst="rect">
            <a:avLst/>
          </a:prstGeom>
          <a:noFill/>
        </p:spPr>
        <p:txBody>
          <a:bodyPr wrap="square" lIns="0" tIns="0" rIns="0" bIns="0" anchor="t">
            <a:noAutofit/>
          </a:bodyPr>
          <a:lstStyle/>
          <a:p>
            <a:pPr algn="l">
              <a:lnSpc>
                <a:spcPct val="100000"/>
              </a:lnSpc>
              <a:buNone/>
            </a:pPr>
            <a:r>
              <a:rPr lang="en-US" sz="1800" b="1" dirty="0">
                <a:solidFill>
                  <a:srgbClr val="FCFF9B"/>
                </a:solidFill>
                <a:latin typeface="Manrope"/>
                <a:ea typeface="Manrope"/>
                <a:cs typeface="Manrope"/>
              </a:rPr>
              <a:t>Q6 · Trustworthy and real</a:t>
            </a:r>
          </a:p>
        </p:txBody>
      </p:sp>
      <p:sp>
        <p:nvSpPr>
          <p:cNvPr id="2006" name="g1 text 2006"/>
          <p:cNvSpPr txBox="1"/>
          <p:nvPr/>
        </p:nvSpPr>
        <p:spPr>
          <a:xfrm>
            <a:off x="7086600" y="4892040"/>
            <a:ext cx="4572000" cy="868680"/>
          </a:xfrm>
          <a:prstGeom prst="rect">
            <a:avLst/>
          </a:prstGeom>
          <a:noFill/>
        </p:spPr>
        <p:txBody>
          <a:bodyPr wrap="square" lIns="0" tIns="0" rIns="0" bIns="0" anchor="t">
            <a:noAutofit/>
          </a:bodyPr>
          <a:lstStyle/>
          <a:p>
            <a:pPr algn="l">
              <a:lnSpc>
                <a:spcPct val="100000"/>
              </a:lnSpc>
              <a:buNone/>
            </a:pPr>
            <a:r>
              <a:rPr lang="en-US" sz="1500" b="0" dirty="0">
                <a:solidFill>
                  <a:srgbClr val="FFFFFF"/>
                </a:solidFill>
                <a:latin typeface="Manrope"/>
                <a:ea typeface="Manrope"/>
                <a:cs typeface="Manrope"/>
              </a:rPr>
              <a:t>Name the OWASP 2025 risks with the IDs LLM01, LLM06 and LLM10.</a:t>
            </a:r>
          </a:p>
        </p:txBody>
      </p:sp>
      <p:sp>
        <p:nvSpPr>
          <p:cNvPr id="2007" name="g1 text 2007"/>
          <p:cNvSpPr txBox="1"/>
          <p:nvPr/>
        </p:nvSpPr>
        <p:spPr>
          <a:xfrm>
            <a:off x="7086600" y="5989320"/>
            <a:ext cx="4572000" cy="320040"/>
          </a:xfrm>
          <a:prstGeom prst="rect">
            <a:avLst/>
          </a:prstGeom>
          <a:noFill/>
        </p:spPr>
        <p:txBody>
          <a:bodyPr wrap="square" lIns="0" tIns="0" rIns="0" bIns="0" anchor="t">
            <a:noAutofit/>
          </a:bodyPr>
          <a:lstStyle/>
          <a:p>
            <a:pPr algn="l">
              <a:lnSpc>
                <a:spcPct val="100000"/>
              </a:lnSpc>
              <a:buNone/>
            </a:pPr>
            <a:r>
              <a:rPr lang="en-US" sz="1200" b="0" dirty="0">
                <a:solidFill>
                  <a:srgbClr val="D5E6CD"/>
                </a:solidFill>
                <a:latin typeface="Manrope"/>
                <a:ea typeface="Manrope"/>
                <a:cs typeface="Manrope"/>
              </a:rPr>
              <a:t>Full question set (every stage) in the speaker notes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nrop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nrop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Neura - Shaping the next generation of intelligence</dc:title>
  <dc:subject>PptxGenJS Presentation</dc:subject>
  <dc:creator>PptxGenJS</dc:creator>
  <cp:lastModifiedBy>PptxGenJS</cp:lastModifiedBy>
  <cp:revision>1</cp:revision>
  <dcterms:created xsi:type="dcterms:W3CDTF">2026-10-16T13:51:32Z</dcterms:created>
  <dcterms:modified xsi:type="dcterms:W3CDTF">2026-10-16T13:51:32Z</dcterms:modified>
</cp:coreProperties>
</file>